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95" r:id="rId2"/>
    <p:sldId id="288" r:id="rId3"/>
    <p:sldId id="296" r:id="rId4"/>
    <p:sldId id="297" r:id="rId5"/>
    <p:sldId id="298" r:id="rId6"/>
    <p:sldId id="300" r:id="rId7"/>
    <p:sldId id="301" r:id="rId8"/>
    <p:sldId id="302" r:id="rId9"/>
    <p:sldId id="30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CA00A"/>
    <a:srgbClr val="0033CC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01" d="100"/>
          <a:sy n="101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4AFFA-AB63-47FD-BF3D-6CDA75445A21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1B820-7C1D-42E1-9512-9CE160CEC9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0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7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40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10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00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11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87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53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26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36C6-EC74-4B26-B397-AE73996F4E32}" type="datetime1">
              <a:rPr lang="en-US" smtClean="0"/>
              <a:t>5/14/2024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9556-06C0-4F46-8E7A-A2D677A23318}" type="datetime1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D235C-5B6F-4F1D-AA99-DCB313C22914}" type="datetime1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79D4-1E5C-48DE-89E5-DE90116E8416}" type="datetime1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DFD8-BDE7-4951-99E3-A5DDAEC3FBD6}" type="datetime1">
              <a:rPr lang="en-US" smtClean="0"/>
              <a:t>5/14/2024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A944-5043-4FC0-A0A4-0357402EAFB9}" type="datetime1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9D538-EAEC-4B96-850D-09EE868DBA33}" type="datetime1">
              <a:rPr lang="en-US" smtClean="0"/>
              <a:t>5/14/2024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E34-41BC-4045-A9EA-B965599E5C40}" type="datetime1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2412-1756-475B-BAF8-7360C26B42F2}" type="datetime1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E40B-4884-4DA9-BDF7-D27DFFB215CE}" type="datetime1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A1A27-D19D-455D-B4C7-F3AAA6B1C73F}" type="datetime1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20B2A8-6D09-450C-BB56-7861EE5202A3}" type="datetime1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D8B14-6D47-436B-8C0C-EDDA73713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5419E5-483C-49DE-85A1-E18ED70805F7}" type="datetime1">
              <a:rPr lang="en-US" smtClean="0"/>
              <a:t>5/14/2024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8.wmf"/><Relationship Id="rId26" Type="http://schemas.openxmlformats.org/officeDocument/2006/relationships/image" Target="../media/image21.wmf"/><Relationship Id="rId39" Type="http://schemas.openxmlformats.org/officeDocument/2006/relationships/oleObject" Target="../embeddings/oleObject28.bin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9.bin"/><Relationship Id="rId34" Type="http://schemas.openxmlformats.org/officeDocument/2006/relationships/image" Target="../media/image25.wmf"/><Relationship Id="rId42" Type="http://schemas.openxmlformats.org/officeDocument/2006/relationships/image" Target="../media/image29.wmf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6.bin"/><Relationship Id="rId25" Type="http://schemas.openxmlformats.org/officeDocument/2006/relationships/oleObject" Target="../embeddings/oleObject21.bin"/><Relationship Id="rId33" Type="http://schemas.openxmlformats.org/officeDocument/2006/relationships/oleObject" Target="../embeddings/oleObject25.bin"/><Relationship Id="rId38" Type="http://schemas.openxmlformats.org/officeDocument/2006/relationships/image" Target="../media/image27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wmf"/><Relationship Id="rId20" Type="http://schemas.openxmlformats.org/officeDocument/2006/relationships/oleObject" Target="../embeddings/oleObject18.bin"/><Relationship Id="rId29" Type="http://schemas.openxmlformats.org/officeDocument/2006/relationships/oleObject" Target="../embeddings/oleObject23.bin"/><Relationship Id="rId41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24" Type="http://schemas.openxmlformats.org/officeDocument/2006/relationships/image" Target="../media/image20.wmf"/><Relationship Id="rId32" Type="http://schemas.openxmlformats.org/officeDocument/2006/relationships/image" Target="../media/image24.wmf"/><Relationship Id="rId37" Type="http://schemas.openxmlformats.org/officeDocument/2006/relationships/oleObject" Target="../embeddings/oleObject27.bin"/><Relationship Id="rId40" Type="http://schemas.openxmlformats.org/officeDocument/2006/relationships/image" Target="../media/image28.wmf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20.bin"/><Relationship Id="rId28" Type="http://schemas.openxmlformats.org/officeDocument/2006/relationships/image" Target="../media/image22.wmf"/><Relationship Id="rId36" Type="http://schemas.openxmlformats.org/officeDocument/2006/relationships/image" Target="../media/image26.wmf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7.bin"/><Relationship Id="rId31" Type="http://schemas.openxmlformats.org/officeDocument/2006/relationships/oleObject" Target="../embeddings/oleObject24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wmf"/><Relationship Id="rId22" Type="http://schemas.openxmlformats.org/officeDocument/2006/relationships/image" Target="../media/image19.wmf"/><Relationship Id="rId27" Type="http://schemas.openxmlformats.org/officeDocument/2006/relationships/oleObject" Target="../embeddings/oleObject22.bin"/><Relationship Id="rId30" Type="http://schemas.openxmlformats.org/officeDocument/2006/relationships/image" Target="../media/image23.wmf"/><Relationship Id="rId35" Type="http://schemas.openxmlformats.org/officeDocument/2006/relationships/oleObject" Target="../embeddings/oleObject2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37.wmf"/><Relationship Id="rId26" Type="http://schemas.openxmlformats.org/officeDocument/2006/relationships/image" Target="../media/image41.wmf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39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37.bin"/><Relationship Id="rId25" Type="http://schemas.openxmlformats.org/officeDocument/2006/relationships/oleObject" Target="../embeddings/oleObject41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29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4.bin"/><Relationship Id="rId24" Type="http://schemas.openxmlformats.org/officeDocument/2006/relationships/image" Target="../media/image40.wmf"/><Relationship Id="rId32" Type="http://schemas.openxmlformats.org/officeDocument/2006/relationships/image" Target="../media/image44.wmf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oleObject" Target="../embeddings/oleObject40.bin"/><Relationship Id="rId28" Type="http://schemas.openxmlformats.org/officeDocument/2006/relationships/image" Target="../media/image42.wmf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38.bin"/><Relationship Id="rId31" Type="http://schemas.openxmlformats.org/officeDocument/2006/relationships/oleObject" Target="../embeddings/oleObject44.bin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5.wmf"/><Relationship Id="rId22" Type="http://schemas.openxmlformats.org/officeDocument/2006/relationships/image" Target="../media/image39.wmf"/><Relationship Id="rId27" Type="http://schemas.openxmlformats.org/officeDocument/2006/relationships/oleObject" Target="../embeddings/oleObject42.bin"/><Relationship Id="rId30" Type="http://schemas.openxmlformats.org/officeDocument/2006/relationships/image" Target="../media/image4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52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0.wmf"/><Relationship Id="rId20" Type="http://schemas.openxmlformats.org/officeDocument/2006/relationships/image" Target="../media/image5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4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59.bin"/><Relationship Id="rId18" Type="http://schemas.openxmlformats.org/officeDocument/2006/relationships/oleObject" Target="../embeddings/oleObject19.bin"/><Relationship Id="rId3" Type="http://schemas.openxmlformats.org/officeDocument/2006/relationships/oleObject" Target="../embeddings/oleObject54.bin"/><Relationship Id="rId21" Type="http://schemas.openxmlformats.org/officeDocument/2006/relationships/image" Target="../media/image56.wmf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40.bin"/><Relationship Id="rId25" Type="http://schemas.openxmlformats.org/officeDocument/2006/relationships/image" Target="../media/image58.wmf"/><Relationship Id="rId2" Type="http://schemas.openxmlformats.org/officeDocument/2006/relationships/notesSlide" Target="../notesSlides/notesSlide7.xml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58.bin"/><Relationship Id="rId24" Type="http://schemas.openxmlformats.org/officeDocument/2006/relationships/oleObject" Target="../embeddings/oleObject62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38.bin"/><Relationship Id="rId23" Type="http://schemas.openxmlformats.org/officeDocument/2006/relationships/image" Target="../media/image57.wmf"/><Relationship Id="rId10" Type="http://schemas.openxmlformats.org/officeDocument/2006/relationships/image" Target="../media/image53.wmf"/><Relationship Id="rId19" Type="http://schemas.openxmlformats.org/officeDocument/2006/relationships/image" Target="../media/image19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55.wmf"/><Relationship Id="rId22" Type="http://schemas.openxmlformats.org/officeDocument/2006/relationships/oleObject" Target="../embeddings/oleObject6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3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458200" cy="501650"/>
          </a:xfrm>
        </p:spPr>
        <p:txBody>
          <a:bodyPr lIns="0" tIns="0" rIns="0" bIns="0">
            <a:normAutofit/>
          </a:bodyPr>
          <a:lstStyle/>
          <a:p>
            <a:pPr marL="2114550" indent="-2114550" eaLnBrk="1" hangingPunct="1"/>
            <a:r>
              <a:rPr lang="en-US" sz="2800" u="sng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5</a:t>
            </a:r>
            <a:r>
              <a:rPr lang="en-US" sz="28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MẠCH BA PHA</a:t>
            </a:r>
          </a:p>
        </p:txBody>
      </p:sp>
      <p:sp>
        <p:nvSpPr>
          <p:cNvPr id="7171" name="Rectangle 18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09700"/>
            <a:ext cx="8382000" cy="2171700"/>
          </a:xfrm>
          <a:noFill/>
        </p:spPr>
        <p:txBody>
          <a:bodyPr lIns="0" tIns="0" rIns="0" bIns="0">
            <a:noAutofit/>
          </a:bodyPr>
          <a:lstStyle/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5.1  Khái niệm mạch ba pha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5.2  Ghép nối mạch ba pha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5.3  Hệ thống ghép nối nguồn - tải mạch ba pha 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146304" y="106680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BD8B14-6D47-436B-8C0C-EDDA73713A4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7528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345757"/>
            <a:ext cx="533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latin typeface="Arial" pitchFamily="34" charset="0"/>
                <a:cs typeface="Arial" pitchFamily="34" charset="0"/>
              </a:rPr>
              <a:t>5.1 KHÁI NIỆM MẠCH BA PHA</a:t>
            </a:r>
            <a:endParaRPr lang="en-US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0" y="390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172083" name="Group 172082">
            <a:extLst>
              <a:ext uri="{FF2B5EF4-FFF2-40B4-BE49-F238E27FC236}">
                <a16:creationId xmlns:a16="http://schemas.microsoft.com/office/drawing/2014/main" id="{237A890E-A6A1-85DD-F8EE-6449540D5B8E}"/>
              </a:ext>
            </a:extLst>
          </p:cNvPr>
          <p:cNvGrpSpPr/>
          <p:nvPr/>
        </p:nvGrpSpPr>
        <p:grpSpPr>
          <a:xfrm>
            <a:off x="533400" y="3928463"/>
            <a:ext cx="2353873" cy="2353873"/>
            <a:chOff x="6285724" y="1227174"/>
            <a:chExt cx="2353873" cy="235387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3BC1197-9105-F017-C79C-FA7D8187FAEA}"/>
                </a:ext>
              </a:extLst>
            </p:cNvPr>
            <p:cNvSpPr/>
            <p:nvPr/>
          </p:nvSpPr>
          <p:spPr>
            <a:xfrm>
              <a:off x="6285724" y="1227174"/>
              <a:ext cx="2353873" cy="2353873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AF6CEAD-7A64-B459-799B-13DC7602EBCA}"/>
                </a:ext>
              </a:extLst>
            </p:cNvPr>
            <p:cNvSpPr/>
            <p:nvPr/>
          </p:nvSpPr>
          <p:spPr>
            <a:xfrm>
              <a:off x="6688904" y="1627494"/>
              <a:ext cx="1561048" cy="156104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7806AD7-AA15-3FEF-17E4-FABB88F43169}"/>
                </a:ext>
              </a:extLst>
            </p:cNvPr>
            <p:cNvGrpSpPr/>
            <p:nvPr/>
          </p:nvGrpSpPr>
          <p:grpSpPr>
            <a:xfrm>
              <a:off x="7360228" y="1487784"/>
              <a:ext cx="221673" cy="166255"/>
              <a:chOff x="7360228" y="1487784"/>
              <a:chExt cx="221673" cy="16625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1BFD094-A523-2CB2-6ACA-1B5320686E19}"/>
                  </a:ext>
                </a:extLst>
              </p:cNvPr>
              <p:cNvSpPr/>
              <p:nvPr/>
            </p:nvSpPr>
            <p:spPr>
              <a:xfrm>
                <a:off x="7360228" y="1487784"/>
                <a:ext cx="221673" cy="166255"/>
              </a:xfrm>
              <a:custGeom>
                <a:avLst/>
                <a:gdLst>
                  <a:gd name="connsiteX0" fmla="*/ 0 w 221673"/>
                  <a:gd name="connsiteY0" fmla="*/ 166255 h 166255"/>
                  <a:gd name="connsiteX1" fmla="*/ 0 w 221673"/>
                  <a:gd name="connsiteY1" fmla="*/ 0 h 166255"/>
                  <a:gd name="connsiteX2" fmla="*/ 221673 w 221673"/>
                  <a:gd name="connsiteY2" fmla="*/ 0 h 166255"/>
                  <a:gd name="connsiteX3" fmla="*/ 221673 w 221673"/>
                  <a:gd name="connsiteY3" fmla="*/ 159328 h 166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1673" h="166255">
                    <a:moveTo>
                      <a:pt x="0" y="166255"/>
                    </a:moveTo>
                    <a:lnTo>
                      <a:pt x="0" y="0"/>
                    </a:lnTo>
                    <a:lnTo>
                      <a:pt x="221673" y="0"/>
                    </a:lnTo>
                    <a:lnTo>
                      <a:pt x="221673" y="159328"/>
                    </a:lnTo>
                  </a:path>
                </a:pathLst>
              </a:custGeom>
              <a:solidFill>
                <a:schemeClr val="bg1"/>
              </a:solidFill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86BD658-BA60-A68E-3C27-4C0F3FE13B21}"/>
                  </a:ext>
                </a:extLst>
              </p:cNvPr>
              <p:cNvSpPr/>
              <p:nvPr/>
            </p:nvSpPr>
            <p:spPr>
              <a:xfrm>
                <a:off x="7415742" y="1537570"/>
                <a:ext cx="107372" cy="107372"/>
              </a:xfrm>
              <a:prstGeom prst="ellips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A2F3D8-D603-0EE3-D24D-56F68E962043}"/>
                </a:ext>
              </a:extLst>
            </p:cNvPr>
            <p:cNvGrpSpPr/>
            <p:nvPr/>
          </p:nvGrpSpPr>
          <p:grpSpPr>
            <a:xfrm rot="10800000">
              <a:off x="7363689" y="3158834"/>
              <a:ext cx="221673" cy="166255"/>
              <a:chOff x="7360228" y="1487784"/>
              <a:chExt cx="221673" cy="166255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E076F2E-5D94-EEA6-4932-8EEB298391DE}"/>
                  </a:ext>
                </a:extLst>
              </p:cNvPr>
              <p:cNvSpPr/>
              <p:nvPr/>
            </p:nvSpPr>
            <p:spPr>
              <a:xfrm>
                <a:off x="7360228" y="1487784"/>
                <a:ext cx="221673" cy="166255"/>
              </a:xfrm>
              <a:custGeom>
                <a:avLst/>
                <a:gdLst>
                  <a:gd name="connsiteX0" fmla="*/ 0 w 221673"/>
                  <a:gd name="connsiteY0" fmla="*/ 166255 h 166255"/>
                  <a:gd name="connsiteX1" fmla="*/ 0 w 221673"/>
                  <a:gd name="connsiteY1" fmla="*/ 0 h 166255"/>
                  <a:gd name="connsiteX2" fmla="*/ 221673 w 221673"/>
                  <a:gd name="connsiteY2" fmla="*/ 0 h 166255"/>
                  <a:gd name="connsiteX3" fmla="*/ 221673 w 221673"/>
                  <a:gd name="connsiteY3" fmla="*/ 159328 h 166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1673" h="166255">
                    <a:moveTo>
                      <a:pt x="0" y="166255"/>
                    </a:moveTo>
                    <a:lnTo>
                      <a:pt x="0" y="0"/>
                    </a:lnTo>
                    <a:lnTo>
                      <a:pt x="221673" y="0"/>
                    </a:lnTo>
                    <a:lnTo>
                      <a:pt x="221673" y="159328"/>
                    </a:lnTo>
                  </a:path>
                </a:pathLst>
              </a:custGeom>
              <a:solidFill>
                <a:schemeClr val="bg1"/>
              </a:solidFill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A9895BF-9C32-0983-A58B-4BA9A101D77E}"/>
                  </a:ext>
                </a:extLst>
              </p:cNvPr>
              <p:cNvSpPr/>
              <p:nvPr/>
            </p:nvSpPr>
            <p:spPr>
              <a:xfrm>
                <a:off x="7415742" y="1537570"/>
                <a:ext cx="107372" cy="107372"/>
              </a:xfrm>
              <a:prstGeom prst="ellips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364B605-566B-8F1D-DF03-D4A1A827C2D7}"/>
                </a:ext>
              </a:extLst>
            </p:cNvPr>
            <p:cNvGrpSpPr/>
            <p:nvPr/>
          </p:nvGrpSpPr>
          <p:grpSpPr>
            <a:xfrm rot="3057935">
              <a:off x="8056208" y="1859957"/>
              <a:ext cx="221673" cy="166255"/>
              <a:chOff x="7442259" y="1492123"/>
              <a:chExt cx="221673" cy="166255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8C8A696A-E63E-D78B-0BAA-0B738C0F1B43}"/>
                  </a:ext>
                </a:extLst>
              </p:cNvPr>
              <p:cNvSpPr/>
              <p:nvPr/>
            </p:nvSpPr>
            <p:spPr>
              <a:xfrm rot="305023">
                <a:off x="7442259" y="1492123"/>
                <a:ext cx="221673" cy="166255"/>
              </a:xfrm>
              <a:custGeom>
                <a:avLst/>
                <a:gdLst>
                  <a:gd name="connsiteX0" fmla="*/ 0 w 221673"/>
                  <a:gd name="connsiteY0" fmla="*/ 166255 h 166255"/>
                  <a:gd name="connsiteX1" fmla="*/ 0 w 221673"/>
                  <a:gd name="connsiteY1" fmla="*/ 0 h 166255"/>
                  <a:gd name="connsiteX2" fmla="*/ 221673 w 221673"/>
                  <a:gd name="connsiteY2" fmla="*/ 0 h 166255"/>
                  <a:gd name="connsiteX3" fmla="*/ 221673 w 221673"/>
                  <a:gd name="connsiteY3" fmla="*/ 159328 h 166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1673" h="166255">
                    <a:moveTo>
                      <a:pt x="0" y="166255"/>
                    </a:moveTo>
                    <a:lnTo>
                      <a:pt x="0" y="0"/>
                    </a:lnTo>
                    <a:lnTo>
                      <a:pt x="221673" y="0"/>
                    </a:lnTo>
                    <a:lnTo>
                      <a:pt x="221673" y="159328"/>
                    </a:lnTo>
                  </a:path>
                </a:pathLst>
              </a:custGeom>
              <a:solidFill>
                <a:schemeClr val="bg1"/>
              </a:solidFill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539CCB2-6EC6-F721-9592-180FCCC9B1CB}"/>
                  </a:ext>
                </a:extLst>
              </p:cNvPr>
              <p:cNvSpPr/>
              <p:nvPr/>
            </p:nvSpPr>
            <p:spPr>
              <a:xfrm>
                <a:off x="7510862" y="1525766"/>
                <a:ext cx="107372" cy="107372"/>
              </a:xfrm>
              <a:prstGeom prst="ellips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53B3995-B2E2-66E0-985D-95DA00360F46}"/>
                </a:ext>
              </a:extLst>
            </p:cNvPr>
            <p:cNvGrpSpPr/>
            <p:nvPr/>
          </p:nvGrpSpPr>
          <p:grpSpPr>
            <a:xfrm rot="7734911">
              <a:off x="8070064" y="2756426"/>
              <a:ext cx="221673" cy="166255"/>
              <a:chOff x="7260707" y="1497426"/>
              <a:chExt cx="221673" cy="166255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5DB0A05-4830-E83A-FD21-9EF890B788E4}"/>
                  </a:ext>
                </a:extLst>
              </p:cNvPr>
              <p:cNvSpPr/>
              <p:nvPr/>
            </p:nvSpPr>
            <p:spPr>
              <a:xfrm rot="21036428">
                <a:off x="7260707" y="1497426"/>
                <a:ext cx="221673" cy="166255"/>
              </a:xfrm>
              <a:custGeom>
                <a:avLst/>
                <a:gdLst>
                  <a:gd name="connsiteX0" fmla="*/ 0 w 221673"/>
                  <a:gd name="connsiteY0" fmla="*/ 166255 h 166255"/>
                  <a:gd name="connsiteX1" fmla="*/ 0 w 221673"/>
                  <a:gd name="connsiteY1" fmla="*/ 0 h 166255"/>
                  <a:gd name="connsiteX2" fmla="*/ 221673 w 221673"/>
                  <a:gd name="connsiteY2" fmla="*/ 0 h 166255"/>
                  <a:gd name="connsiteX3" fmla="*/ 221673 w 221673"/>
                  <a:gd name="connsiteY3" fmla="*/ 159328 h 166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1673" h="166255">
                    <a:moveTo>
                      <a:pt x="0" y="166255"/>
                    </a:moveTo>
                    <a:lnTo>
                      <a:pt x="0" y="0"/>
                    </a:lnTo>
                    <a:lnTo>
                      <a:pt x="221673" y="0"/>
                    </a:lnTo>
                    <a:lnTo>
                      <a:pt x="221673" y="159328"/>
                    </a:lnTo>
                  </a:path>
                </a:pathLst>
              </a:custGeom>
              <a:solidFill>
                <a:schemeClr val="bg1"/>
              </a:solidFill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3DF850D-7CCD-3690-A29C-96C13C2DF57A}"/>
                  </a:ext>
                </a:extLst>
              </p:cNvPr>
              <p:cNvSpPr/>
              <p:nvPr/>
            </p:nvSpPr>
            <p:spPr>
              <a:xfrm rot="20956884">
                <a:off x="7323146" y="1523141"/>
                <a:ext cx="107372" cy="107372"/>
              </a:xfrm>
              <a:prstGeom prst="ellips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D2BEB4E-2B3D-DECC-D395-A7C6DDFE5638}"/>
                </a:ext>
              </a:extLst>
            </p:cNvPr>
            <p:cNvGrpSpPr/>
            <p:nvPr/>
          </p:nvGrpSpPr>
          <p:grpSpPr>
            <a:xfrm rot="13643606">
              <a:off x="6654520" y="2776127"/>
              <a:ext cx="221673" cy="166255"/>
              <a:chOff x="7494815" y="1497991"/>
              <a:chExt cx="221673" cy="166255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DB4F79F-0AE1-072E-4CB5-D4C781D5DF5E}"/>
                  </a:ext>
                </a:extLst>
              </p:cNvPr>
              <p:cNvSpPr/>
              <p:nvPr/>
            </p:nvSpPr>
            <p:spPr>
              <a:xfrm rot="735562">
                <a:off x="7494815" y="1497991"/>
                <a:ext cx="221673" cy="166255"/>
              </a:xfrm>
              <a:custGeom>
                <a:avLst/>
                <a:gdLst>
                  <a:gd name="connsiteX0" fmla="*/ 0 w 221673"/>
                  <a:gd name="connsiteY0" fmla="*/ 166255 h 166255"/>
                  <a:gd name="connsiteX1" fmla="*/ 0 w 221673"/>
                  <a:gd name="connsiteY1" fmla="*/ 0 h 166255"/>
                  <a:gd name="connsiteX2" fmla="*/ 221673 w 221673"/>
                  <a:gd name="connsiteY2" fmla="*/ 0 h 166255"/>
                  <a:gd name="connsiteX3" fmla="*/ 221673 w 221673"/>
                  <a:gd name="connsiteY3" fmla="*/ 159328 h 166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1673" h="166255">
                    <a:moveTo>
                      <a:pt x="0" y="166255"/>
                    </a:moveTo>
                    <a:lnTo>
                      <a:pt x="0" y="0"/>
                    </a:lnTo>
                    <a:lnTo>
                      <a:pt x="221673" y="0"/>
                    </a:lnTo>
                    <a:lnTo>
                      <a:pt x="221673" y="159328"/>
                    </a:lnTo>
                  </a:path>
                </a:pathLst>
              </a:custGeom>
              <a:solidFill>
                <a:schemeClr val="bg1"/>
              </a:solidFill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207ACAA-4213-5760-EA0B-2E4EA755D156}"/>
                  </a:ext>
                </a:extLst>
              </p:cNvPr>
              <p:cNvSpPr/>
              <p:nvPr/>
            </p:nvSpPr>
            <p:spPr>
              <a:xfrm rot="735562">
                <a:off x="7550329" y="1547776"/>
                <a:ext cx="107372" cy="107372"/>
              </a:xfrm>
              <a:prstGeom prst="ellips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2041" name="Group 172040">
              <a:extLst>
                <a:ext uri="{FF2B5EF4-FFF2-40B4-BE49-F238E27FC236}">
                  <a16:creationId xmlns:a16="http://schemas.microsoft.com/office/drawing/2014/main" id="{256D8562-A7C5-EE8E-0330-EB4E956526F0}"/>
                </a:ext>
              </a:extLst>
            </p:cNvPr>
            <p:cNvGrpSpPr/>
            <p:nvPr/>
          </p:nvGrpSpPr>
          <p:grpSpPr>
            <a:xfrm rot="18517794">
              <a:off x="6615842" y="1941242"/>
              <a:ext cx="221673" cy="166255"/>
              <a:chOff x="7204631" y="1503875"/>
              <a:chExt cx="221673" cy="166255"/>
            </a:xfrm>
          </p:grpSpPr>
          <p:sp>
            <p:nvSpPr>
              <p:cNvPr id="172043" name="Freeform: Shape 172042">
                <a:extLst>
                  <a:ext uri="{FF2B5EF4-FFF2-40B4-BE49-F238E27FC236}">
                    <a16:creationId xmlns:a16="http://schemas.microsoft.com/office/drawing/2014/main" id="{415E3A9E-0F29-5F84-E63C-2DB0225EAE20}"/>
                  </a:ext>
                </a:extLst>
              </p:cNvPr>
              <p:cNvSpPr/>
              <p:nvPr/>
            </p:nvSpPr>
            <p:spPr>
              <a:xfrm rot="21050694">
                <a:off x="7204631" y="1503875"/>
                <a:ext cx="221673" cy="166255"/>
              </a:xfrm>
              <a:custGeom>
                <a:avLst/>
                <a:gdLst>
                  <a:gd name="connsiteX0" fmla="*/ 0 w 221673"/>
                  <a:gd name="connsiteY0" fmla="*/ 166255 h 166255"/>
                  <a:gd name="connsiteX1" fmla="*/ 0 w 221673"/>
                  <a:gd name="connsiteY1" fmla="*/ 0 h 166255"/>
                  <a:gd name="connsiteX2" fmla="*/ 221673 w 221673"/>
                  <a:gd name="connsiteY2" fmla="*/ 0 h 166255"/>
                  <a:gd name="connsiteX3" fmla="*/ 221673 w 221673"/>
                  <a:gd name="connsiteY3" fmla="*/ 159328 h 166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1673" h="166255">
                    <a:moveTo>
                      <a:pt x="0" y="166255"/>
                    </a:moveTo>
                    <a:lnTo>
                      <a:pt x="0" y="0"/>
                    </a:lnTo>
                    <a:lnTo>
                      <a:pt x="221673" y="0"/>
                    </a:lnTo>
                    <a:lnTo>
                      <a:pt x="221673" y="159328"/>
                    </a:lnTo>
                  </a:path>
                </a:pathLst>
              </a:custGeom>
              <a:solidFill>
                <a:schemeClr val="bg1"/>
              </a:solidFill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044" name="Oval 172043">
                <a:extLst>
                  <a:ext uri="{FF2B5EF4-FFF2-40B4-BE49-F238E27FC236}">
                    <a16:creationId xmlns:a16="http://schemas.microsoft.com/office/drawing/2014/main" id="{ADCFDDD7-635E-8C6B-9F2F-D849F12368D8}"/>
                  </a:ext>
                </a:extLst>
              </p:cNvPr>
              <p:cNvSpPr/>
              <p:nvPr/>
            </p:nvSpPr>
            <p:spPr>
              <a:xfrm rot="21050694">
                <a:off x="7260143" y="1553661"/>
                <a:ext cx="107372" cy="107372"/>
              </a:xfrm>
              <a:prstGeom prst="ellips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2046" name="Straight Connector 172045">
              <a:extLst>
                <a:ext uri="{FF2B5EF4-FFF2-40B4-BE49-F238E27FC236}">
                  <a16:creationId xmlns:a16="http://schemas.microsoft.com/office/drawing/2014/main" id="{E5570B11-C959-555B-0DF3-1F19F48669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3128" y="1894560"/>
              <a:ext cx="2650" cy="102074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47" name="Straight Connector 172046">
              <a:extLst>
                <a:ext uri="{FF2B5EF4-FFF2-40B4-BE49-F238E27FC236}">
                  <a16:creationId xmlns:a16="http://schemas.microsoft.com/office/drawing/2014/main" id="{44BEB7AC-4DCC-1444-5615-BE3DA19C8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3411" y="1900910"/>
              <a:ext cx="2220" cy="101886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2054" name="Group 172053">
              <a:extLst>
                <a:ext uri="{FF2B5EF4-FFF2-40B4-BE49-F238E27FC236}">
                  <a16:creationId xmlns:a16="http://schemas.microsoft.com/office/drawing/2014/main" id="{D3F3B8A8-3D3F-1BD4-7D9A-73E76C2E2342}"/>
                </a:ext>
              </a:extLst>
            </p:cNvPr>
            <p:cNvGrpSpPr/>
            <p:nvPr/>
          </p:nvGrpSpPr>
          <p:grpSpPr>
            <a:xfrm>
              <a:off x="7107304" y="1702374"/>
              <a:ext cx="732257" cy="749233"/>
              <a:chOff x="7107304" y="1702374"/>
              <a:chExt cx="732257" cy="749233"/>
            </a:xfrm>
          </p:grpSpPr>
          <p:sp>
            <p:nvSpPr>
              <p:cNvPr id="172048" name="Arc 172047">
                <a:extLst>
                  <a:ext uri="{FF2B5EF4-FFF2-40B4-BE49-F238E27FC236}">
                    <a16:creationId xmlns:a16="http://schemas.microsoft.com/office/drawing/2014/main" id="{D411C6D8-AAEB-B0B5-75D9-3C09718AB529}"/>
                  </a:ext>
                </a:extLst>
              </p:cNvPr>
              <p:cNvSpPr/>
              <p:nvPr/>
            </p:nvSpPr>
            <p:spPr>
              <a:xfrm rot="18971911">
                <a:off x="7107304" y="1702374"/>
                <a:ext cx="732257" cy="749233"/>
              </a:xfrm>
              <a:prstGeom prst="arc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052" name="Freeform: Shape 172051">
                <a:extLst>
                  <a:ext uri="{FF2B5EF4-FFF2-40B4-BE49-F238E27FC236}">
                    <a16:creationId xmlns:a16="http://schemas.microsoft.com/office/drawing/2014/main" id="{BBB495A8-F7D0-52DC-625A-173B2050EB11}"/>
                  </a:ext>
                </a:extLst>
              </p:cNvPr>
              <p:cNvSpPr/>
              <p:nvPr/>
            </p:nvSpPr>
            <p:spPr>
              <a:xfrm>
                <a:off x="7218927" y="1799494"/>
                <a:ext cx="94201" cy="92589"/>
              </a:xfrm>
              <a:custGeom>
                <a:avLst/>
                <a:gdLst>
                  <a:gd name="connsiteX0" fmla="*/ 0 w 111369"/>
                  <a:gd name="connsiteY0" fmla="*/ 0 h 70338"/>
                  <a:gd name="connsiteX1" fmla="*/ 0 w 111369"/>
                  <a:gd name="connsiteY1" fmla="*/ 70338 h 70338"/>
                  <a:gd name="connsiteX2" fmla="*/ 111369 w 111369"/>
                  <a:gd name="connsiteY2" fmla="*/ 70338 h 70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369" h="70338">
                    <a:moveTo>
                      <a:pt x="0" y="0"/>
                    </a:moveTo>
                    <a:lnTo>
                      <a:pt x="0" y="70338"/>
                    </a:lnTo>
                    <a:lnTo>
                      <a:pt x="111369" y="70338"/>
                    </a:lnTo>
                  </a:path>
                </a:pathLst>
              </a:cu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053" name="Freeform: Shape 172052">
                <a:extLst>
                  <a:ext uri="{FF2B5EF4-FFF2-40B4-BE49-F238E27FC236}">
                    <a16:creationId xmlns:a16="http://schemas.microsoft.com/office/drawing/2014/main" id="{D8F0CCEA-2B09-0DA7-AE33-A42F0E39FF94}"/>
                  </a:ext>
                </a:extLst>
              </p:cNvPr>
              <p:cNvSpPr/>
              <p:nvPr/>
            </p:nvSpPr>
            <p:spPr>
              <a:xfrm>
                <a:off x="7633410" y="1805352"/>
                <a:ext cx="94369" cy="86731"/>
              </a:xfrm>
              <a:custGeom>
                <a:avLst/>
                <a:gdLst>
                  <a:gd name="connsiteX0" fmla="*/ 0 w 134815"/>
                  <a:gd name="connsiteY0" fmla="*/ 46893 h 46893"/>
                  <a:gd name="connsiteX1" fmla="*/ 134815 w 134815"/>
                  <a:gd name="connsiteY1" fmla="*/ 46893 h 46893"/>
                  <a:gd name="connsiteX2" fmla="*/ 134815 w 134815"/>
                  <a:gd name="connsiteY2" fmla="*/ 0 h 46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4815" h="46893">
                    <a:moveTo>
                      <a:pt x="0" y="46893"/>
                    </a:moveTo>
                    <a:lnTo>
                      <a:pt x="134815" y="46893"/>
                    </a:lnTo>
                    <a:lnTo>
                      <a:pt x="134815" y="0"/>
                    </a:lnTo>
                  </a:path>
                </a:pathLst>
              </a:cu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2071" name="Group 172070">
              <a:extLst>
                <a:ext uri="{FF2B5EF4-FFF2-40B4-BE49-F238E27FC236}">
                  <a16:creationId xmlns:a16="http://schemas.microsoft.com/office/drawing/2014/main" id="{82075FBB-F5FE-495F-67C1-400108300E5E}"/>
                </a:ext>
              </a:extLst>
            </p:cNvPr>
            <p:cNvGrpSpPr/>
            <p:nvPr/>
          </p:nvGrpSpPr>
          <p:grpSpPr>
            <a:xfrm rot="10800000">
              <a:off x="7109934" y="2344457"/>
              <a:ext cx="732257" cy="749233"/>
              <a:chOff x="7107304" y="1702374"/>
              <a:chExt cx="732257" cy="749233"/>
            </a:xfrm>
          </p:grpSpPr>
          <p:sp>
            <p:nvSpPr>
              <p:cNvPr id="172072" name="Arc 172071">
                <a:extLst>
                  <a:ext uri="{FF2B5EF4-FFF2-40B4-BE49-F238E27FC236}">
                    <a16:creationId xmlns:a16="http://schemas.microsoft.com/office/drawing/2014/main" id="{1E985A0F-E298-2262-BBF9-F0C849F9B00D}"/>
                  </a:ext>
                </a:extLst>
              </p:cNvPr>
              <p:cNvSpPr/>
              <p:nvPr/>
            </p:nvSpPr>
            <p:spPr>
              <a:xfrm rot="18971911">
                <a:off x="7107304" y="1702374"/>
                <a:ext cx="732257" cy="749233"/>
              </a:xfrm>
              <a:prstGeom prst="arc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073" name="Freeform: Shape 172072">
                <a:extLst>
                  <a:ext uri="{FF2B5EF4-FFF2-40B4-BE49-F238E27FC236}">
                    <a16:creationId xmlns:a16="http://schemas.microsoft.com/office/drawing/2014/main" id="{222572E6-940E-E652-E353-2A797AC769B3}"/>
                  </a:ext>
                </a:extLst>
              </p:cNvPr>
              <p:cNvSpPr/>
              <p:nvPr/>
            </p:nvSpPr>
            <p:spPr>
              <a:xfrm>
                <a:off x="7218927" y="1799494"/>
                <a:ext cx="94201" cy="92589"/>
              </a:xfrm>
              <a:custGeom>
                <a:avLst/>
                <a:gdLst>
                  <a:gd name="connsiteX0" fmla="*/ 0 w 111369"/>
                  <a:gd name="connsiteY0" fmla="*/ 0 h 70338"/>
                  <a:gd name="connsiteX1" fmla="*/ 0 w 111369"/>
                  <a:gd name="connsiteY1" fmla="*/ 70338 h 70338"/>
                  <a:gd name="connsiteX2" fmla="*/ 111369 w 111369"/>
                  <a:gd name="connsiteY2" fmla="*/ 70338 h 70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369" h="70338">
                    <a:moveTo>
                      <a:pt x="0" y="0"/>
                    </a:moveTo>
                    <a:lnTo>
                      <a:pt x="0" y="70338"/>
                    </a:lnTo>
                    <a:lnTo>
                      <a:pt x="111369" y="70338"/>
                    </a:lnTo>
                  </a:path>
                </a:pathLst>
              </a:cu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074" name="Freeform: Shape 172073">
                <a:extLst>
                  <a:ext uri="{FF2B5EF4-FFF2-40B4-BE49-F238E27FC236}">
                    <a16:creationId xmlns:a16="http://schemas.microsoft.com/office/drawing/2014/main" id="{DA3BC009-E2CD-0963-8BC4-33348A4CB336}"/>
                  </a:ext>
                </a:extLst>
              </p:cNvPr>
              <p:cNvSpPr/>
              <p:nvPr/>
            </p:nvSpPr>
            <p:spPr>
              <a:xfrm>
                <a:off x="7633410" y="1805352"/>
                <a:ext cx="94369" cy="86731"/>
              </a:xfrm>
              <a:custGeom>
                <a:avLst/>
                <a:gdLst>
                  <a:gd name="connsiteX0" fmla="*/ 0 w 134815"/>
                  <a:gd name="connsiteY0" fmla="*/ 46893 h 46893"/>
                  <a:gd name="connsiteX1" fmla="*/ 134815 w 134815"/>
                  <a:gd name="connsiteY1" fmla="*/ 46893 h 46893"/>
                  <a:gd name="connsiteX2" fmla="*/ 134815 w 134815"/>
                  <a:gd name="connsiteY2" fmla="*/ 0 h 46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4815" h="46893">
                    <a:moveTo>
                      <a:pt x="0" y="46893"/>
                    </a:moveTo>
                    <a:lnTo>
                      <a:pt x="134815" y="46893"/>
                    </a:lnTo>
                    <a:lnTo>
                      <a:pt x="134815" y="0"/>
                    </a:lnTo>
                  </a:path>
                </a:pathLst>
              </a:cu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2075" name="Rectangle 172074">
              <a:extLst>
                <a:ext uri="{FF2B5EF4-FFF2-40B4-BE49-F238E27FC236}">
                  <a16:creationId xmlns:a16="http://schemas.microsoft.com/office/drawing/2014/main" id="{A3608B38-D048-67D5-6737-3E1C9FD8F76C}"/>
                </a:ext>
              </a:extLst>
            </p:cNvPr>
            <p:cNvSpPr/>
            <p:nvPr/>
          </p:nvSpPr>
          <p:spPr>
            <a:xfrm>
              <a:off x="7360228" y="1259501"/>
              <a:ext cx="228600" cy="2155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2076" name="Rectangle 172075">
              <a:extLst>
                <a:ext uri="{FF2B5EF4-FFF2-40B4-BE49-F238E27FC236}">
                  <a16:creationId xmlns:a16="http://schemas.microsoft.com/office/drawing/2014/main" id="{F51EE0FF-2ED2-B332-0FB6-0BFB5CB9359D}"/>
                </a:ext>
              </a:extLst>
            </p:cNvPr>
            <p:cNvSpPr/>
            <p:nvPr/>
          </p:nvSpPr>
          <p:spPr>
            <a:xfrm>
              <a:off x="7360228" y="3338289"/>
              <a:ext cx="228600" cy="2155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72077" name="Rectangle 172076">
              <a:extLst>
                <a:ext uri="{FF2B5EF4-FFF2-40B4-BE49-F238E27FC236}">
                  <a16:creationId xmlns:a16="http://schemas.microsoft.com/office/drawing/2014/main" id="{10E22268-A8FF-5062-EC8E-019027E190F9}"/>
                </a:ext>
              </a:extLst>
            </p:cNvPr>
            <p:cNvSpPr/>
            <p:nvPr/>
          </p:nvSpPr>
          <p:spPr>
            <a:xfrm>
              <a:off x="8257032" y="2796605"/>
              <a:ext cx="228600" cy="2155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72078" name="Rectangle 172077">
              <a:extLst>
                <a:ext uri="{FF2B5EF4-FFF2-40B4-BE49-F238E27FC236}">
                  <a16:creationId xmlns:a16="http://schemas.microsoft.com/office/drawing/2014/main" id="{35F89380-66F9-8E01-3E27-DEF6AAAE4811}"/>
                </a:ext>
              </a:extLst>
            </p:cNvPr>
            <p:cNvSpPr/>
            <p:nvPr/>
          </p:nvSpPr>
          <p:spPr>
            <a:xfrm>
              <a:off x="6371271" y="1853526"/>
              <a:ext cx="228600" cy="2155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72079" name="Rectangle 172078">
              <a:extLst>
                <a:ext uri="{FF2B5EF4-FFF2-40B4-BE49-F238E27FC236}">
                  <a16:creationId xmlns:a16="http://schemas.microsoft.com/office/drawing/2014/main" id="{7852BBB5-51A6-392C-9038-0F2E0FA9BDDF}"/>
                </a:ext>
              </a:extLst>
            </p:cNvPr>
            <p:cNvSpPr/>
            <p:nvPr/>
          </p:nvSpPr>
          <p:spPr>
            <a:xfrm>
              <a:off x="6429482" y="2821565"/>
              <a:ext cx="228600" cy="2155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72080" name="Rectangle 172079">
              <a:extLst>
                <a:ext uri="{FF2B5EF4-FFF2-40B4-BE49-F238E27FC236}">
                  <a16:creationId xmlns:a16="http://schemas.microsoft.com/office/drawing/2014/main" id="{F0250148-C062-FBD4-7364-DAFD4BD429FF}"/>
                </a:ext>
              </a:extLst>
            </p:cNvPr>
            <p:cNvSpPr/>
            <p:nvPr/>
          </p:nvSpPr>
          <p:spPr>
            <a:xfrm>
              <a:off x="8248935" y="1728920"/>
              <a:ext cx="228600" cy="2155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72081" name="Rectangle 172080">
              <a:extLst>
                <a:ext uri="{FF2B5EF4-FFF2-40B4-BE49-F238E27FC236}">
                  <a16:creationId xmlns:a16="http://schemas.microsoft.com/office/drawing/2014/main" id="{90D8682A-552A-57BD-B70C-A0362BA67916}"/>
                </a:ext>
              </a:extLst>
            </p:cNvPr>
            <p:cNvSpPr/>
            <p:nvPr/>
          </p:nvSpPr>
          <p:spPr>
            <a:xfrm>
              <a:off x="7355128" y="1748101"/>
              <a:ext cx="228600" cy="2155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72082" name="Rectangle 172081">
              <a:extLst>
                <a:ext uri="{FF2B5EF4-FFF2-40B4-BE49-F238E27FC236}">
                  <a16:creationId xmlns:a16="http://schemas.microsoft.com/office/drawing/2014/main" id="{2867A592-3BDE-9E02-8516-65C9A8A88AD6}"/>
                </a:ext>
              </a:extLst>
            </p:cNvPr>
            <p:cNvSpPr/>
            <p:nvPr/>
          </p:nvSpPr>
          <p:spPr>
            <a:xfrm>
              <a:off x="7377423" y="2807402"/>
              <a:ext cx="228600" cy="2155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172100" name="Group 172099">
            <a:extLst>
              <a:ext uri="{FF2B5EF4-FFF2-40B4-BE49-F238E27FC236}">
                <a16:creationId xmlns:a16="http://schemas.microsoft.com/office/drawing/2014/main" id="{84C3F71B-766B-823F-2D02-6F8351B9200D}"/>
              </a:ext>
            </a:extLst>
          </p:cNvPr>
          <p:cNvGrpSpPr/>
          <p:nvPr/>
        </p:nvGrpSpPr>
        <p:grpSpPr>
          <a:xfrm>
            <a:off x="6400800" y="3848100"/>
            <a:ext cx="1981200" cy="2434235"/>
            <a:chOff x="6705600" y="3924300"/>
            <a:chExt cx="1981200" cy="2434235"/>
          </a:xfrm>
        </p:grpSpPr>
        <p:sp>
          <p:nvSpPr>
            <p:cNvPr id="172092" name="Rectangle 18">
              <a:extLst>
                <a:ext uri="{FF2B5EF4-FFF2-40B4-BE49-F238E27FC236}">
                  <a16:creationId xmlns:a16="http://schemas.microsoft.com/office/drawing/2014/main" id="{F89BA1F1-5E8C-0F18-9B5E-A4F352A0FAF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75096" y="4639313"/>
              <a:ext cx="457200" cy="325089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lnSpc>
                  <a:spcPct val="150000"/>
                </a:lnSpc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120</a:t>
              </a:r>
              <a:r>
                <a:rPr lang="en-US" sz="1600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172096" name="Group 172095">
              <a:extLst>
                <a:ext uri="{FF2B5EF4-FFF2-40B4-BE49-F238E27FC236}">
                  <a16:creationId xmlns:a16="http://schemas.microsoft.com/office/drawing/2014/main" id="{972345F4-08C9-1389-077B-397A65450635}"/>
                </a:ext>
              </a:extLst>
            </p:cNvPr>
            <p:cNvGrpSpPr/>
            <p:nvPr/>
          </p:nvGrpSpPr>
          <p:grpSpPr>
            <a:xfrm>
              <a:off x="6705600" y="3924300"/>
              <a:ext cx="1981200" cy="2434235"/>
              <a:chOff x="5791200" y="3505200"/>
              <a:chExt cx="2254855" cy="2590800"/>
            </a:xfrm>
          </p:grpSpPr>
          <p:cxnSp>
            <p:nvCxnSpPr>
              <p:cNvPr id="172085" name="Straight Arrow Connector 172084">
                <a:extLst>
                  <a:ext uri="{FF2B5EF4-FFF2-40B4-BE49-F238E27FC236}">
                    <a16:creationId xmlns:a16="http://schemas.microsoft.com/office/drawing/2014/main" id="{A38A5B90-CE7C-EC15-A959-1BE46B7D27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20959" y="4865222"/>
                <a:ext cx="1298511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089" name="Straight Arrow Connector 172088">
                <a:extLst>
                  <a:ext uri="{FF2B5EF4-FFF2-40B4-BE49-F238E27FC236}">
                    <a16:creationId xmlns:a16="http://schemas.microsoft.com/office/drawing/2014/main" id="{FD11F23D-5092-78C6-B518-CD738F021BFD}"/>
                  </a:ext>
                </a:extLst>
              </p:cNvPr>
              <p:cNvCxnSpPr/>
              <p:nvPr/>
            </p:nvCxnSpPr>
            <p:spPr>
              <a:xfrm flipH="1" flipV="1">
                <a:off x="5791200" y="3733800"/>
                <a:ext cx="618947" cy="1131422"/>
              </a:xfrm>
              <a:prstGeom prst="straightConnector1">
                <a:avLst/>
              </a:prstGeom>
              <a:ln w="25400">
                <a:solidFill>
                  <a:srgbClr val="1CA00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090" name="Straight Arrow Connector 172089">
                <a:extLst>
                  <a:ext uri="{FF2B5EF4-FFF2-40B4-BE49-F238E27FC236}">
                    <a16:creationId xmlns:a16="http://schemas.microsoft.com/office/drawing/2014/main" id="{BFC602C0-261A-17F9-15A8-C21FBD7131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91200" y="4855697"/>
                <a:ext cx="618947" cy="1140947"/>
              </a:xfrm>
              <a:prstGeom prst="straightConnector1">
                <a:avLst/>
              </a:prstGeom>
              <a:ln w="2540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72093" name="Object 172092">
                <a:extLst>
                  <a:ext uri="{FF2B5EF4-FFF2-40B4-BE49-F238E27FC236}">
                    <a16:creationId xmlns:a16="http://schemas.microsoft.com/office/drawing/2014/main" id="{0D2E643A-4362-453A-EE74-DBADA3DB14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64220008"/>
                  </p:ext>
                </p:extLst>
              </p:nvPr>
            </p:nvGraphicFramePr>
            <p:xfrm>
              <a:off x="7709505" y="4657726"/>
              <a:ext cx="336550" cy="3959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215640" imgH="253800" progId="Equation.DSMT4">
                      <p:embed/>
                    </p:oleObj>
                  </mc:Choice>
                  <mc:Fallback>
                    <p:oleObj name="Equation" r:id="rId3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7709505" y="4657726"/>
                            <a:ext cx="336550" cy="39594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94" name="Object 172093">
                <a:extLst>
                  <a:ext uri="{FF2B5EF4-FFF2-40B4-BE49-F238E27FC236}">
                    <a16:creationId xmlns:a16="http://schemas.microsoft.com/office/drawing/2014/main" id="{68A79CC0-B17C-46B3-03E8-98DCEE5701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45036314"/>
                  </p:ext>
                </p:extLst>
              </p:nvPr>
            </p:nvGraphicFramePr>
            <p:xfrm>
              <a:off x="5845175" y="3505200"/>
              <a:ext cx="315913" cy="395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203040" imgH="253800" progId="Equation.DSMT4">
                      <p:embed/>
                    </p:oleObj>
                  </mc:Choice>
                  <mc:Fallback>
                    <p:oleObj name="Equation" r:id="rId5" imgW="203040" imgH="253800" progId="Equation.DSMT4">
                      <p:embed/>
                      <p:pic>
                        <p:nvPicPr>
                          <p:cNvPr id="172093" name="Object 172092">
                            <a:extLst>
                              <a:ext uri="{FF2B5EF4-FFF2-40B4-BE49-F238E27FC236}">
                                <a16:creationId xmlns:a16="http://schemas.microsoft.com/office/drawing/2014/main" id="{0D2E643A-4362-453A-EE74-DBADA3DB14B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5845175" y="3505200"/>
                            <a:ext cx="315913" cy="3952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95" name="Object 172094">
                <a:extLst>
                  <a:ext uri="{FF2B5EF4-FFF2-40B4-BE49-F238E27FC236}">
                    <a16:creationId xmlns:a16="http://schemas.microsoft.com/office/drawing/2014/main" id="{FBA94CB2-E4BE-AFBB-1BCF-00E4047BE92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1140026"/>
                  </p:ext>
                </p:extLst>
              </p:nvPr>
            </p:nvGraphicFramePr>
            <p:xfrm>
              <a:off x="5867400" y="5700712"/>
              <a:ext cx="315913" cy="395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03040" imgH="253800" progId="Equation.DSMT4">
                      <p:embed/>
                    </p:oleObj>
                  </mc:Choice>
                  <mc:Fallback>
                    <p:oleObj name="Equation" r:id="rId7" imgW="203040" imgH="253800" progId="Equation.DSMT4">
                      <p:embed/>
                      <p:pic>
                        <p:nvPicPr>
                          <p:cNvPr id="172094" name="Object 172093">
                            <a:extLst>
                              <a:ext uri="{FF2B5EF4-FFF2-40B4-BE49-F238E27FC236}">
                                <a16:creationId xmlns:a16="http://schemas.microsoft.com/office/drawing/2014/main" id="{68A79CC0-B17C-46B3-03E8-98DCEE57012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867400" y="5700712"/>
                            <a:ext cx="315913" cy="3952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72097" name="Arc 172096">
              <a:extLst>
                <a:ext uri="{FF2B5EF4-FFF2-40B4-BE49-F238E27FC236}">
                  <a16:creationId xmlns:a16="http://schemas.microsoft.com/office/drawing/2014/main" id="{09F002B5-9259-7E46-97E2-2E4660A501F7}"/>
                </a:ext>
              </a:extLst>
            </p:cNvPr>
            <p:cNvSpPr/>
            <p:nvPr/>
          </p:nvSpPr>
          <p:spPr>
            <a:xfrm rot="190415">
              <a:off x="6749822" y="4849700"/>
              <a:ext cx="781538" cy="798221"/>
            </a:xfrm>
            <a:prstGeom prst="arc">
              <a:avLst>
                <a:gd name="adj1" fmla="val 15498997"/>
                <a:gd name="adj2" fmla="val 20832895"/>
              </a:avLst>
            </a:prstGeom>
            <a:ln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098" name="Arc 172097">
              <a:extLst>
                <a:ext uri="{FF2B5EF4-FFF2-40B4-BE49-F238E27FC236}">
                  <a16:creationId xmlns:a16="http://schemas.microsoft.com/office/drawing/2014/main" id="{F38FF5D3-FF1B-B429-6430-DC98D444A47F}"/>
                </a:ext>
              </a:extLst>
            </p:cNvPr>
            <p:cNvSpPr/>
            <p:nvPr/>
          </p:nvSpPr>
          <p:spPr>
            <a:xfrm rot="6559231">
              <a:off x="6757845" y="4715900"/>
              <a:ext cx="781538" cy="798221"/>
            </a:xfrm>
            <a:prstGeom prst="arc">
              <a:avLst>
                <a:gd name="adj1" fmla="val 15920964"/>
                <a:gd name="adj2" fmla="val 20832895"/>
              </a:avLst>
            </a:prstGeom>
            <a:ln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099" name="Rectangle 18">
              <a:extLst>
                <a:ext uri="{FF2B5EF4-FFF2-40B4-BE49-F238E27FC236}">
                  <a16:creationId xmlns:a16="http://schemas.microsoft.com/office/drawing/2014/main" id="{65FFFE87-2AB7-9571-F4BD-CCC3A7F2BB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72190" y="5335029"/>
              <a:ext cx="457200" cy="325089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lnSpc>
                  <a:spcPct val="150000"/>
                </a:lnSpc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120</a:t>
              </a:r>
              <a:r>
                <a:rPr lang="en-US" sz="1600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172101" name="Rectangle 18">
            <a:extLst>
              <a:ext uri="{FF2B5EF4-FFF2-40B4-BE49-F238E27FC236}">
                <a16:creationId xmlns:a16="http://schemas.microsoft.com/office/drawing/2014/main" id="{885515CA-0596-DC97-3458-1EB83FB51EE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43000"/>
            <a:ext cx="8610600" cy="110799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spcBef>
                <a:spcPts val="0"/>
              </a:spcBef>
              <a:buFontTx/>
              <a:buNone/>
            </a:pPr>
            <a:r>
              <a:rPr lang="en-US" sz="2400">
                <a:latin typeface="Arial "/>
              </a:rPr>
              <a:t>Sử dụng máy phát điện xoay chiều 3 pha gồm:</a:t>
            </a:r>
          </a:p>
          <a:p>
            <a:pPr marL="533400" indent="-533400">
              <a:spcBef>
                <a:spcPts val="0"/>
              </a:spcBef>
              <a:buFontTx/>
              <a:buNone/>
            </a:pPr>
            <a:r>
              <a:rPr lang="en-US" sz="2400">
                <a:latin typeface="Arial "/>
              </a:rPr>
              <a:t>- Stator: 3 cuộn dây như nhau, đặt lệch nhau 1 góc 120</a:t>
            </a:r>
            <a:r>
              <a:rPr lang="en-US" sz="2400" baseline="30000">
                <a:latin typeface="Arial "/>
              </a:rPr>
              <a:t>0</a:t>
            </a:r>
            <a:endParaRPr lang="en-US" sz="2400">
              <a:latin typeface="Arial "/>
            </a:endParaRPr>
          </a:p>
          <a:p>
            <a:pPr marL="533400" indent="-533400">
              <a:spcBef>
                <a:spcPts val="0"/>
              </a:spcBef>
              <a:buFontTx/>
              <a:buNone/>
            </a:pPr>
            <a:r>
              <a:rPr lang="en-US" sz="2400">
                <a:latin typeface="Arial "/>
              </a:rPr>
              <a:t>- Rotor: Nam châm 2 cực.</a:t>
            </a:r>
          </a:p>
        </p:txBody>
      </p:sp>
      <p:sp>
        <p:nvSpPr>
          <p:cNvPr id="172102" name="Rectangle 18">
            <a:extLst>
              <a:ext uri="{FF2B5EF4-FFF2-40B4-BE49-F238E27FC236}">
                <a16:creationId xmlns:a16="http://schemas.microsoft.com/office/drawing/2014/main" id="{CCF1D960-9C81-4668-D10C-F0FA23FB2CC1}"/>
              </a:ext>
            </a:extLst>
          </p:cNvPr>
          <p:cNvSpPr txBox="1">
            <a:spLocks noChangeArrowheads="1"/>
          </p:cNvSpPr>
          <p:nvPr/>
        </p:nvSpPr>
        <p:spPr>
          <a:xfrm>
            <a:off x="466725" y="2450068"/>
            <a:ext cx="8610600" cy="3693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spcBef>
                <a:spcPts val="0"/>
              </a:spcBef>
              <a:buFontTx/>
              <a:buNone/>
            </a:pPr>
            <a:r>
              <a:rPr lang="en-US" sz="2400">
                <a:latin typeface="Arial "/>
              </a:rPr>
              <a:t>Tạo ra nguồn điện xoay chiều 3 pha, giả sử pha ban đầu = 0:</a:t>
            </a:r>
          </a:p>
        </p:txBody>
      </p:sp>
      <p:graphicFrame>
        <p:nvGraphicFramePr>
          <p:cNvPr id="172103" name="Object 172102">
            <a:extLst>
              <a:ext uri="{FF2B5EF4-FFF2-40B4-BE49-F238E27FC236}">
                <a16:creationId xmlns:a16="http://schemas.microsoft.com/office/drawing/2014/main" id="{053A00A9-6FD4-78BD-5B48-9320F1CEB6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704885"/>
              </p:ext>
            </p:extLst>
          </p:nvPr>
        </p:nvGraphicFramePr>
        <p:xfrm>
          <a:off x="457200" y="3022600"/>
          <a:ext cx="82296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736880" imgH="317160" progId="Equation.DSMT4">
                  <p:embed/>
                </p:oleObj>
              </mc:Choice>
              <mc:Fallback>
                <p:oleObj name="Equation" r:id="rId9" imgW="473688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7200" y="3022600"/>
                        <a:ext cx="8229600" cy="573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2105" name="Picture 172104">
            <a:extLst>
              <a:ext uri="{FF2B5EF4-FFF2-40B4-BE49-F238E27FC236}">
                <a16:creationId xmlns:a16="http://schemas.microsoft.com/office/drawing/2014/main" id="{ED1D2988-9376-5901-2FC2-BBCCD4CF01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4200" y="3810000"/>
            <a:ext cx="2914650" cy="2333625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D78CC3C-C9D2-2195-6AE9-807784172D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908738"/>
              </p:ext>
            </p:extLst>
          </p:nvPr>
        </p:nvGraphicFramePr>
        <p:xfrm>
          <a:off x="7010400" y="4045506"/>
          <a:ext cx="1766786" cy="415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17440" imgH="253800" progId="Equation.DSMT4">
                  <p:embed/>
                </p:oleObj>
              </mc:Choice>
              <mc:Fallback>
                <p:oleObj name="Equation" r:id="rId12" imgW="1117440" imgH="253800" progId="Equation.DSMT4">
                  <p:embed/>
                  <p:pic>
                    <p:nvPicPr>
                      <p:cNvPr id="172103" name="Object 172102">
                        <a:extLst>
                          <a:ext uri="{FF2B5EF4-FFF2-40B4-BE49-F238E27FC236}">
                            <a16:creationId xmlns:a16="http://schemas.microsoft.com/office/drawing/2014/main" id="{053A00A9-6FD4-78BD-5B48-9320F1CEB6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010400" y="4045506"/>
                        <a:ext cx="1766786" cy="415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6115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345757"/>
            <a:ext cx="533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latin typeface="Arial" pitchFamily="34" charset="0"/>
                <a:cs typeface="Arial" pitchFamily="34" charset="0"/>
              </a:rPr>
              <a:t>5.2 GHÉP NỐI MẠCH BA PHA</a:t>
            </a:r>
            <a:endParaRPr lang="en-US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0" y="390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72101" name="Rectangle 18">
            <a:extLst>
              <a:ext uri="{FF2B5EF4-FFF2-40B4-BE49-F238E27FC236}">
                <a16:creationId xmlns:a16="http://schemas.microsoft.com/office/drawing/2014/main" id="{885515CA-0596-DC97-3458-1EB83FB51EE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11868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spcBef>
                <a:spcPts val="0"/>
              </a:spcBef>
              <a:buFontTx/>
              <a:buNone/>
            </a:pPr>
            <a:r>
              <a:rPr lang="en-US" sz="2400">
                <a:latin typeface="Arial "/>
              </a:rPr>
              <a:t>Mạch ba pha không kết nối:</a:t>
            </a:r>
          </a:p>
        </p:txBody>
      </p:sp>
      <p:grpSp>
        <p:nvGrpSpPr>
          <p:cNvPr id="172125" name="Group 172124">
            <a:extLst>
              <a:ext uri="{FF2B5EF4-FFF2-40B4-BE49-F238E27FC236}">
                <a16:creationId xmlns:a16="http://schemas.microsoft.com/office/drawing/2014/main" id="{7640F7DB-06ED-1C8B-E888-EC388ACC49FB}"/>
              </a:ext>
            </a:extLst>
          </p:cNvPr>
          <p:cNvGrpSpPr/>
          <p:nvPr/>
        </p:nvGrpSpPr>
        <p:grpSpPr>
          <a:xfrm>
            <a:off x="4797454" y="914400"/>
            <a:ext cx="4043153" cy="2067699"/>
            <a:chOff x="4114800" y="1351776"/>
            <a:chExt cx="4043153" cy="2067699"/>
          </a:xfrm>
        </p:grpSpPr>
        <p:grpSp>
          <p:nvGrpSpPr>
            <p:cNvPr id="172062" name="Group 172061">
              <a:extLst>
                <a:ext uri="{FF2B5EF4-FFF2-40B4-BE49-F238E27FC236}">
                  <a16:creationId xmlns:a16="http://schemas.microsoft.com/office/drawing/2014/main" id="{82E980E6-AFFA-609D-EA3F-1645C5FCB3C6}"/>
                </a:ext>
              </a:extLst>
            </p:cNvPr>
            <p:cNvGrpSpPr/>
            <p:nvPr/>
          </p:nvGrpSpPr>
          <p:grpSpPr>
            <a:xfrm>
              <a:off x="5105400" y="1501317"/>
              <a:ext cx="2286000" cy="806640"/>
              <a:chOff x="2644140" y="3003360"/>
              <a:chExt cx="1927860" cy="806640"/>
            </a:xfrm>
          </p:grpSpPr>
          <p:grpSp>
            <p:nvGrpSpPr>
              <p:cNvPr id="172037" name="Group 29">
                <a:extLst>
                  <a:ext uri="{FF2B5EF4-FFF2-40B4-BE49-F238E27FC236}">
                    <a16:creationId xmlns:a16="http://schemas.microsoft.com/office/drawing/2014/main" id="{AE6B1975-A3D8-A477-2856-31474F464E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2447504" y="3358937"/>
                <a:ext cx="530432" cy="137160"/>
                <a:chOff x="2448" y="1728"/>
                <a:chExt cx="571" cy="143"/>
              </a:xfrm>
            </p:grpSpPr>
            <p:sp>
              <p:nvSpPr>
                <p:cNvPr id="172038" name="Freeform 30">
                  <a:extLst>
                    <a:ext uri="{FF2B5EF4-FFF2-40B4-BE49-F238E27FC236}">
                      <a16:creationId xmlns:a16="http://schemas.microsoft.com/office/drawing/2014/main" id="{70BA08DE-0EEA-673D-B0B7-941BEB2F35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4" y="1733"/>
                  <a:ext cx="116" cy="138"/>
                </a:xfrm>
                <a:custGeom>
                  <a:avLst/>
                  <a:gdLst>
                    <a:gd name="T0" fmla="*/ 0 w 116"/>
                    <a:gd name="T1" fmla="*/ 89 h 138"/>
                    <a:gd name="T2" fmla="*/ 0 w 116"/>
                    <a:gd name="T3" fmla="*/ 69 h 138"/>
                    <a:gd name="T4" fmla="*/ 0 w 116"/>
                    <a:gd name="T5" fmla="*/ 54 h 138"/>
                    <a:gd name="T6" fmla="*/ 10 w 116"/>
                    <a:gd name="T7" fmla="*/ 40 h 138"/>
                    <a:gd name="T8" fmla="*/ 15 w 116"/>
                    <a:gd name="T9" fmla="*/ 25 h 138"/>
                    <a:gd name="T10" fmla="*/ 24 w 116"/>
                    <a:gd name="T11" fmla="*/ 15 h 138"/>
                    <a:gd name="T12" fmla="*/ 34 w 116"/>
                    <a:gd name="T13" fmla="*/ 5 h 138"/>
                    <a:gd name="T14" fmla="*/ 44 w 116"/>
                    <a:gd name="T15" fmla="*/ 0 h 138"/>
                    <a:gd name="T16" fmla="*/ 58 w 116"/>
                    <a:gd name="T17" fmla="*/ 0 h 138"/>
                    <a:gd name="T18" fmla="*/ 68 w 116"/>
                    <a:gd name="T19" fmla="*/ 0 h 138"/>
                    <a:gd name="T20" fmla="*/ 77 w 116"/>
                    <a:gd name="T21" fmla="*/ 5 h 138"/>
                    <a:gd name="T22" fmla="*/ 87 w 116"/>
                    <a:gd name="T23" fmla="*/ 15 h 138"/>
                    <a:gd name="T24" fmla="*/ 96 w 116"/>
                    <a:gd name="T25" fmla="*/ 25 h 138"/>
                    <a:gd name="T26" fmla="*/ 106 w 116"/>
                    <a:gd name="T27" fmla="*/ 40 h 138"/>
                    <a:gd name="T28" fmla="*/ 111 w 116"/>
                    <a:gd name="T29" fmla="*/ 54 h 138"/>
                    <a:gd name="T30" fmla="*/ 111 w 116"/>
                    <a:gd name="T31" fmla="*/ 69 h 138"/>
                    <a:gd name="T32" fmla="*/ 116 w 116"/>
                    <a:gd name="T33" fmla="*/ 89 h 138"/>
                    <a:gd name="T34" fmla="*/ 116 w 116"/>
                    <a:gd name="T35" fmla="*/ 93 h 138"/>
                    <a:gd name="T36" fmla="*/ 116 w 116"/>
                    <a:gd name="T37" fmla="*/ 98 h 138"/>
                    <a:gd name="T38" fmla="*/ 111 w 116"/>
                    <a:gd name="T39" fmla="*/ 108 h 138"/>
                    <a:gd name="T40" fmla="*/ 111 w 116"/>
                    <a:gd name="T41" fmla="*/ 113 h 138"/>
                    <a:gd name="T42" fmla="*/ 111 w 116"/>
                    <a:gd name="T43" fmla="*/ 118 h 138"/>
                    <a:gd name="T44" fmla="*/ 106 w 116"/>
                    <a:gd name="T45" fmla="*/ 128 h 138"/>
                    <a:gd name="T46" fmla="*/ 106 w 116"/>
                    <a:gd name="T47" fmla="*/ 133 h 138"/>
                    <a:gd name="T48" fmla="*/ 106 w 116"/>
                    <a:gd name="T49" fmla="*/ 138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38">
                      <a:moveTo>
                        <a:pt x="0" y="89"/>
                      </a:moveTo>
                      <a:lnTo>
                        <a:pt x="0" y="69"/>
                      </a:lnTo>
                      <a:lnTo>
                        <a:pt x="0" y="54"/>
                      </a:lnTo>
                      <a:lnTo>
                        <a:pt x="10" y="40"/>
                      </a:lnTo>
                      <a:lnTo>
                        <a:pt x="15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4" y="0"/>
                      </a:lnTo>
                      <a:lnTo>
                        <a:pt x="58" y="0"/>
                      </a:lnTo>
                      <a:lnTo>
                        <a:pt x="68" y="0"/>
                      </a:lnTo>
                      <a:lnTo>
                        <a:pt x="77" y="5"/>
                      </a:lnTo>
                      <a:lnTo>
                        <a:pt x="87" y="15"/>
                      </a:lnTo>
                      <a:lnTo>
                        <a:pt x="96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1" y="69"/>
                      </a:lnTo>
                      <a:lnTo>
                        <a:pt x="116" y="89"/>
                      </a:lnTo>
                      <a:lnTo>
                        <a:pt x="116" y="93"/>
                      </a:lnTo>
                      <a:lnTo>
                        <a:pt x="116" y="98"/>
                      </a:lnTo>
                      <a:lnTo>
                        <a:pt x="111" y="108"/>
                      </a:lnTo>
                      <a:lnTo>
                        <a:pt x="111" y="113"/>
                      </a:lnTo>
                      <a:lnTo>
                        <a:pt x="111" y="118"/>
                      </a:lnTo>
                      <a:lnTo>
                        <a:pt x="106" y="128"/>
                      </a:lnTo>
                      <a:lnTo>
                        <a:pt x="106" y="133"/>
                      </a:lnTo>
                      <a:lnTo>
                        <a:pt x="106" y="138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600"/>
                </a:p>
              </p:txBody>
            </p:sp>
            <p:sp>
              <p:nvSpPr>
                <p:cNvPr id="172040" name="Freeform 31">
                  <a:extLst>
                    <a:ext uri="{FF2B5EF4-FFF2-40B4-BE49-F238E27FC236}">
                      <a16:creationId xmlns:a16="http://schemas.microsoft.com/office/drawing/2014/main" id="{11254579-CC65-DB52-47B3-CF1C396861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2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7 w 119"/>
                    <a:gd name="T31" fmla="*/ 5 h 143"/>
                    <a:gd name="T32" fmla="*/ 57 w 119"/>
                    <a:gd name="T33" fmla="*/ 0 h 143"/>
                    <a:gd name="T34" fmla="*/ 71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05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7" y="5"/>
                      </a:lnTo>
                      <a:lnTo>
                        <a:pt x="57" y="0"/>
                      </a:lnTo>
                      <a:lnTo>
                        <a:pt x="71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05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600"/>
                </a:p>
              </p:txBody>
            </p:sp>
            <p:sp>
              <p:nvSpPr>
                <p:cNvPr id="172045" name="Freeform 32">
                  <a:extLst>
                    <a:ext uri="{FF2B5EF4-FFF2-40B4-BE49-F238E27FC236}">
                      <a16:creationId xmlns:a16="http://schemas.microsoft.com/office/drawing/2014/main" id="{1E552551-C85B-2363-842F-4A41271414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17" y="1728"/>
                  <a:ext cx="116" cy="143"/>
                </a:xfrm>
                <a:custGeom>
                  <a:avLst/>
                  <a:gdLst>
                    <a:gd name="T0" fmla="*/ 10 w 116"/>
                    <a:gd name="T1" fmla="*/ 143 h 143"/>
                    <a:gd name="T2" fmla="*/ 10 w 116"/>
                    <a:gd name="T3" fmla="*/ 138 h 143"/>
                    <a:gd name="T4" fmla="*/ 5 w 116"/>
                    <a:gd name="T5" fmla="*/ 128 h 143"/>
                    <a:gd name="T6" fmla="*/ 5 w 116"/>
                    <a:gd name="T7" fmla="*/ 123 h 143"/>
                    <a:gd name="T8" fmla="*/ 5 w 116"/>
                    <a:gd name="T9" fmla="*/ 118 h 143"/>
                    <a:gd name="T10" fmla="*/ 0 w 116"/>
                    <a:gd name="T11" fmla="*/ 108 h 143"/>
                    <a:gd name="T12" fmla="*/ 0 w 116"/>
                    <a:gd name="T13" fmla="*/ 103 h 143"/>
                    <a:gd name="T14" fmla="*/ 0 w 116"/>
                    <a:gd name="T15" fmla="*/ 98 h 143"/>
                    <a:gd name="T16" fmla="*/ 0 w 116"/>
                    <a:gd name="T17" fmla="*/ 89 h 143"/>
                    <a:gd name="T18" fmla="*/ 0 w 116"/>
                    <a:gd name="T19" fmla="*/ 74 h 143"/>
                    <a:gd name="T20" fmla="*/ 5 w 116"/>
                    <a:gd name="T21" fmla="*/ 54 h 143"/>
                    <a:gd name="T22" fmla="*/ 10 w 116"/>
                    <a:gd name="T23" fmla="*/ 40 h 143"/>
                    <a:gd name="T24" fmla="*/ 20 w 116"/>
                    <a:gd name="T25" fmla="*/ 25 h 143"/>
                    <a:gd name="T26" fmla="*/ 24 w 116"/>
                    <a:gd name="T27" fmla="*/ 15 h 143"/>
                    <a:gd name="T28" fmla="*/ 34 w 116"/>
                    <a:gd name="T29" fmla="*/ 5 h 143"/>
                    <a:gd name="T30" fmla="*/ 48 w 116"/>
                    <a:gd name="T31" fmla="*/ 0 h 143"/>
                    <a:gd name="T32" fmla="*/ 58 w 116"/>
                    <a:gd name="T33" fmla="*/ 0 h 143"/>
                    <a:gd name="T34" fmla="*/ 72 w 116"/>
                    <a:gd name="T35" fmla="*/ 0 h 143"/>
                    <a:gd name="T36" fmla="*/ 82 w 116"/>
                    <a:gd name="T37" fmla="*/ 5 h 143"/>
                    <a:gd name="T38" fmla="*/ 92 w 116"/>
                    <a:gd name="T39" fmla="*/ 15 h 143"/>
                    <a:gd name="T40" fmla="*/ 101 w 116"/>
                    <a:gd name="T41" fmla="*/ 25 h 143"/>
                    <a:gd name="T42" fmla="*/ 106 w 116"/>
                    <a:gd name="T43" fmla="*/ 40 h 143"/>
                    <a:gd name="T44" fmla="*/ 111 w 116"/>
                    <a:gd name="T45" fmla="*/ 54 h 143"/>
                    <a:gd name="T46" fmla="*/ 116 w 116"/>
                    <a:gd name="T47" fmla="*/ 74 h 143"/>
                    <a:gd name="T48" fmla="*/ 116 w 116"/>
                    <a:gd name="T49" fmla="*/ 89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43">
                      <a:moveTo>
                        <a:pt x="10" y="143"/>
                      </a:moveTo>
                      <a:lnTo>
                        <a:pt x="10" y="138"/>
                      </a:lnTo>
                      <a:lnTo>
                        <a:pt x="5" y="128"/>
                      </a:lnTo>
                      <a:lnTo>
                        <a:pt x="5" y="123"/>
                      </a:lnTo>
                      <a:lnTo>
                        <a:pt x="5" y="118"/>
                      </a:lnTo>
                      <a:lnTo>
                        <a:pt x="0" y="108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5" y="54"/>
                      </a:lnTo>
                      <a:lnTo>
                        <a:pt x="10" y="40"/>
                      </a:lnTo>
                      <a:lnTo>
                        <a:pt x="20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8" y="0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82" y="5"/>
                      </a:lnTo>
                      <a:lnTo>
                        <a:pt x="92" y="15"/>
                      </a:lnTo>
                      <a:lnTo>
                        <a:pt x="101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6" y="74"/>
                      </a:lnTo>
                      <a:lnTo>
                        <a:pt x="116" y="89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600"/>
                </a:p>
              </p:txBody>
            </p:sp>
            <p:sp>
              <p:nvSpPr>
                <p:cNvPr id="172049" name="Freeform 33">
                  <a:extLst>
                    <a:ext uri="{FF2B5EF4-FFF2-40B4-BE49-F238E27FC236}">
                      <a16:creationId xmlns:a16="http://schemas.microsoft.com/office/drawing/2014/main" id="{FA0C82A0-1B30-A0A3-1DBE-0B7426786D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26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8 w 119"/>
                    <a:gd name="T31" fmla="*/ 5 h 143"/>
                    <a:gd name="T32" fmla="*/ 57 w 119"/>
                    <a:gd name="T33" fmla="*/ 0 h 143"/>
                    <a:gd name="T34" fmla="*/ 72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10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8" y="5"/>
                      </a:lnTo>
                      <a:lnTo>
                        <a:pt x="57" y="0"/>
                      </a:lnTo>
                      <a:lnTo>
                        <a:pt x="72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10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600"/>
                </a:p>
              </p:txBody>
            </p:sp>
            <p:sp>
              <p:nvSpPr>
                <p:cNvPr id="172050" name="Line 34">
                  <a:extLst>
                    <a:ext uri="{FF2B5EF4-FFF2-40B4-BE49-F238E27FC236}">
                      <a16:creationId xmlns:a16="http://schemas.microsoft.com/office/drawing/2014/main" id="{DDC8CEB9-B770-A6EF-0699-137455212A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3" y="1820"/>
                  <a:ext cx="86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600"/>
                </a:p>
              </p:txBody>
            </p:sp>
            <p:sp>
              <p:nvSpPr>
                <p:cNvPr id="172051" name="Line 35">
                  <a:extLst>
                    <a:ext uri="{FF2B5EF4-FFF2-40B4-BE49-F238E27FC236}">
                      <a16:creationId xmlns:a16="http://schemas.microsoft.com/office/drawing/2014/main" id="{CDBFAE20-58BA-EBA7-6B12-9725B471E4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1820"/>
                  <a:ext cx="86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600"/>
                </a:p>
              </p:txBody>
            </p:sp>
          </p:grpSp>
          <p:sp>
            <p:nvSpPr>
              <p:cNvPr id="172061" name="Freeform: Shape 172060">
                <a:extLst>
                  <a:ext uri="{FF2B5EF4-FFF2-40B4-BE49-F238E27FC236}">
                    <a16:creationId xmlns:a16="http://schemas.microsoft.com/office/drawing/2014/main" id="{CD2731A8-C297-0202-93CF-1BCDF275ACAA}"/>
                  </a:ext>
                </a:extLst>
              </p:cNvPr>
              <p:cNvSpPr/>
              <p:nvPr/>
            </p:nvSpPr>
            <p:spPr>
              <a:xfrm>
                <a:off x="2686050" y="3003360"/>
                <a:ext cx="1809750" cy="806640"/>
              </a:xfrm>
              <a:custGeom>
                <a:avLst/>
                <a:gdLst>
                  <a:gd name="connsiteX0" fmla="*/ 9525 w 1809750"/>
                  <a:gd name="connsiteY0" fmla="*/ 228600 h 990600"/>
                  <a:gd name="connsiteX1" fmla="*/ 9525 w 1809750"/>
                  <a:gd name="connsiteY1" fmla="*/ 0 h 990600"/>
                  <a:gd name="connsiteX2" fmla="*/ 1809750 w 1809750"/>
                  <a:gd name="connsiteY2" fmla="*/ 0 h 990600"/>
                  <a:gd name="connsiteX3" fmla="*/ 1809750 w 1809750"/>
                  <a:gd name="connsiteY3" fmla="*/ 990600 h 990600"/>
                  <a:gd name="connsiteX4" fmla="*/ 0 w 1809750"/>
                  <a:gd name="connsiteY4" fmla="*/ 990600 h 990600"/>
                  <a:gd name="connsiteX5" fmla="*/ 0 w 1809750"/>
                  <a:gd name="connsiteY5" fmla="*/ 733425 h 99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9750" h="990600">
                    <a:moveTo>
                      <a:pt x="9525" y="228600"/>
                    </a:moveTo>
                    <a:lnTo>
                      <a:pt x="9525" y="0"/>
                    </a:lnTo>
                    <a:lnTo>
                      <a:pt x="1809750" y="0"/>
                    </a:lnTo>
                    <a:lnTo>
                      <a:pt x="1809750" y="990600"/>
                    </a:lnTo>
                    <a:lnTo>
                      <a:pt x="0" y="990600"/>
                    </a:lnTo>
                    <a:lnTo>
                      <a:pt x="0" y="733425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72059" name="Rectangle 172058">
                <a:extLst>
                  <a:ext uri="{FF2B5EF4-FFF2-40B4-BE49-F238E27FC236}">
                    <a16:creationId xmlns:a16="http://schemas.microsoft.com/office/drawing/2014/main" id="{DE2DA7DD-8D8C-41D0-79D6-15F12AA04BA9}"/>
                  </a:ext>
                </a:extLst>
              </p:cNvPr>
              <p:cNvSpPr/>
              <p:nvPr/>
            </p:nvSpPr>
            <p:spPr>
              <a:xfrm>
                <a:off x="4444435" y="3257970"/>
                <a:ext cx="127565" cy="36508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172063" name="Rectangle 18">
              <a:extLst>
                <a:ext uri="{FF2B5EF4-FFF2-40B4-BE49-F238E27FC236}">
                  <a16:creationId xmlns:a16="http://schemas.microsoft.com/office/drawing/2014/main" id="{A1C297AA-CDFF-ACDD-9013-930FD8B70BD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439025" y="1785187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2064" name="Rectangle 18">
              <a:extLst>
                <a:ext uri="{FF2B5EF4-FFF2-40B4-BE49-F238E27FC236}">
                  <a16:creationId xmlns:a16="http://schemas.microsoft.com/office/drawing/2014/main" id="{E5B6104A-012A-328D-FA01-837E9224B5A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800600" y="1785187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172066" name="Group 29">
              <a:extLst>
                <a:ext uri="{FF2B5EF4-FFF2-40B4-BE49-F238E27FC236}">
                  <a16:creationId xmlns:a16="http://schemas.microsoft.com/office/drawing/2014/main" id="{A5E1BAAA-5652-3EE3-7138-18D4E481B1B5}"/>
                </a:ext>
              </a:extLst>
            </p:cNvPr>
            <p:cNvGrpSpPr>
              <a:grpSpLocks/>
            </p:cNvGrpSpPr>
            <p:nvPr/>
          </p:nvGrpSpPr>
          <p:grpSpPr bwMode="auto">
            <a:xfrm rot="3324136">
              <a:off x="5209717" y="2768987"/>
              <a:ext cx="509270" cy="162640"/>
              <a:chOff x="2448" y="1728"/>
              <a:chExt cx="571" cy="143"/>
            </a:xfrm>
          </p:grpSpPr>
          <p:sp>
            <p:nvSpPr>
              <p:cNvPr id="172069" name="Freeform 30">
                <a:extLst>
                  <a:ext uri="{FF2B5EF4-FFF2-40B4-BE49-F238E27FC236}">
                    <a16:creationId xmlns:a16="http://schemas.microsoft.com/office/drawing/2014/main" id="{603E3E76-0543-B62D-541C-84A8638CA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70" name="Freeform 31">
                <a:extLst>
                  <a:ext uri="{FF2B5EF4-FFF2-40B4-BE49-F238E27FC236}">
                    <a16:creationId xmlns:a16="http://schemas.microsoft.com/office/drawing/2014/main" id="{8AA100E7-C2E0-81C2-C060-F0477531D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84" name="Freeform 32">
                <a:extLst>
                  <a:ext uri="{FF2B5EF4-FFF2-40B4-BE49-F238E27FC236}">
                    <a16:creationId xmlns:a16="http://schemas.microsoft.com/office/drawing/2014/main" id="{3A52D17F-8883-16E7-2F1D-6863C4ECF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86" name="Freeform 33">
                <a:extLst>
                  <a:ext uri="{FF2B5EF4-FFF2-40B4-BE49-F238E27FC236}">
                    <a16:creationId xmlns:a16="http://schemas.microsoft.com/office/drawing/2014/main" id="{3BF53863-E23C-4284-0FCE-1AF2DB635E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87" name="Line 34">
                <a:extLst>
                  <a:ext uri="{FF2B5EF4-FFF2-40B4-BE49-F238E27FC236}">
                    <a16:creationId xmlns:a16="http://schemas.microsoft.com/office/drawing/2014/main" id="{8D54AD93-328A-547D-C4B3-7773DE1EFC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88" name="Line 35">
                <a:extLst>
                  <a:ext uri="{FF2B5EF4-FFF2-40B4-BE49-F238E27FC236}">
                    <a16:creationId xmlns:a16="http://schemas.microsoft.com/office/drawing/2014/main" id="{E5C12E0C-76C8-4466-BDE0-72A0E6B9CC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104" name="Freeform: Shape 172103">
              <a:extLst>
                <a:ext uri="{FF2B5EF4-FFF2-40B4-BE49-F238E27FC236}">
                  <a16:creationId xmlns:a16="http://schemas.microsoft.com/office/drawing/2014/main" id="{F2BAB1C5-E821-EEEC-CA44-E60A7026EE8E}"/>
                </a:ext>
              </a:extLst>
            </p:cNvPr>
            <p:cNvSpPr/>
            <p:nvPr/>
          </p:nvSpPr>
          <p:spPr>
            <a:xfrm>
              <a:off x="5205203" y="2509143"/>
              <a:ext cx="2952750" cy="704165"/>
            </a:xfrm>
            <a:custGeom>
              <a:avLst/>
              <a:gdLst>
                <a:gd name="connsiteX0" fmla="*/ 114300 w 2952750"/>
                <a:gd name="connsiteY0" fmla="*/ 171450 h 733425"/>
                <a:gd name="connsiteX1" fmla="*/ 0 w 2952750"/>
                <a:gd name="connsiteY1" fmla="*/ 0 h 733425"/>
                <a:gd name="connsiteX2" fmla="*/ 2247900 w 2952750"/>
                <a:gd name="connsiteY2" fmla="*/ 28575 h 733425"/>
                <a:gd name="connsiteX3" fmla="*/ 2952750 w 2952750"/>
                <a:gd name="connsiteY3" fmla="*/ 733425 h 733425"/>
                <a:gd name="connsiteX4" fmla="*/ 457200 w 2952750"/>
                <a:gd name="connsiteY4" fmla="*/ 714375 h 733425"/>
                <a:gd name="connsiteX5" fmla="*/ 371475 w 2952750"/>
                <a:gd name="connsiteY5" fmla="*/ 533400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0" h="733425">
                  <a:moveTo>
                    <a:pt x="114300" y="171450"/>
                  </a:moveTo>
                  <a:lnTo>
                    <a:pt x="0" y="0"/>
                  </a:lnTo>
                  <a:lnTo>
                    <a:pt x="2247900" y="28575"/>
                  </a:lnTo>
                  <a:lnTo>
                    <a:pt x="2952750" y="733425"/>
                  </a:lnTo>
                  <a:lnTo>
                    <a:pt x="457200" y="714375"/>
                  </a:lnTo>
                  <a:lnTo>
                    <a:pt x="371475" y="5334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068" name="Rectangle 172067">
              <a:extLst>
                <a:ext uri="{FF2B5EF4-FFF2-40B4-BE49-F238E27FC236}">
                  <a16:creationId xmlns:a16="http://schemas.microsoft.com/office/drawing/2014/main" id="{82AF5511-10E2-5A9C-EBE3-5834088D8DD0}"/>
                </a:ext>
              </a:extLst>
            </p:cNvPr>
            <p:cNvSpPr/>
            <p:nvPr/>
          </p:nvSpPr>
          <p:spPr>
            <a:xfrm rot="18883813">
              <a:off x="7667764" y="2650274"/>
              <a:ext cx="145228" cy="3650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172106" name="Group 29">
              <a:extLst>
                <a:ext uri="{FF2B5EF4-FFF2-40B4-BE49-F238E27FC236}">
                  <a16:creationId xmlns:a16="http://schemas.microsoft.com/office/drawing/2014/main" id="{549E853C-D202-7DA1-C5A1-4FF9C8E34EAE}"/>
                </a:ext>
              </a:extLst>
            </p:cNvPr>
            <p:cNvGrpSpPr>
              <a:grpSpLocks/>
            </p:cNvGrpSpPr>
            <p:nvPr/>
          </p:nvGrpSpPr>
          <p:grpSpPr bwMode="auto">
            <a:xfrm rot="9166996">
              <a:off x="4330295" y="2666716"/>
              <a:ext cx="509270" cy="162640"/>
              <a:chOff x="2448" y="1728"/>
              <a:chExt cx="571" cy="143"/>
            </a:xfrm>
          </p:grpSpPr>
          <p:sp>
            <p:nvSpPr>
              <p:cNvPr id="172107" name="Freeform 30">
                <a:extLst>
                  <a:ext uri="{FF2B5EF4-FFF2-40B4-BE49-F238E27FC236}">
                    <a16:creationId xmlns:a16="http://schemas.microsoft.com/office/drawing/2014/main" id="{E0034C68-A2C2-9F76-8D5F-85C23C9F1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08" name="Freeform 31">
                <a:extLst>
                  <a:ext uri="{FF2B5EF4-FFF2-40B4-BE49-F238E27FC236}">
                    <a16:creationId xmlns:a16="http://schemas.microsoft.com/office/drawing/2014/main" id="{34CF6DE7-7D45-35DE-101F-0C73B2086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09" name="Freeform 32">
                <a:extLst>
                  <a:ext uri="{FF2B5EF4-FFF2-40B4-BE49-F238E27FC236}">
                    <a16:creationId xmlns:a16="http://schemas.microsoft.com/office/drawing/2014/main" id="{015BF6C5-CDF5-0256-B061-8A1946F32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10" name="Freeform 33">
                <a:extLst>
                  <a:ext uri="{FF2B5EF4-FFF2-40B4-BE49-F238E27FC236}">
                    <a16:creationId xmlns:a16="http://schemas.microsoft.com/office/drawing/2014/main" id="{5FB36966-3853-224C-B25D-78819C207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11" name="Line 34">
                <a:extLst>
                  <a:ext uri="{FF2B5EF4-FFF2-40B4-BE49-F238E27FC236}">
                    <a16:creationId xmlns:a16="http://schemas.microsoft.com/office/drawing/2014/main" id="{D7119DF4-94D3-3D00-9A5E-9A43FA7175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12" name="Line 35">
                <a:extLst>
                  <a:ext uri="{FF2B5EF4-FFF2-40B4-BE49-F238E27FC236}">
                    <a16:creationId xmlns:a16="http://schemas.microsoft.com/office/drawing/2014/main" id="{AC42A7DE-169C-D93F-8652-B1CB4A034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114" name="Freeform: Shape 172113">
              <a:extLst>
                <a:ext uri="{FF2B5EF4-FFF2-40B4-BE49-F238E27FC236}">
                  <a16:creationId xmlns:a16="http://schemas.microsoft.com/office/drawing/2014/main" id="{C6CFDEDE-C211-4373-5686-72BB932C10F6}"/>
                </a:ext>
              </a:extLst>
            </p:cNvPr>
            <p:cNvSpPr/>
            <p:nvPr/>
          </p:nvSpPr>
          <p:spPr>
            <a:xfrm>
              <a:off x="4143375" y="2409825"/>
              <a:ext cx="3152775" cy="1009650"/>
            </a:xfrm>
            <a:custGeom>
              <a:avLst/>
              <a:gdLst>
                <a:gd name="connsiteX0" fmla="*/ 638175 w 3152775"/>
                <a:gd name="connsiteY0" fmla="*/ 190500 h 1009650"/>
                <a:gd name="connsiteX1" fmla="*/ 971550 w 3152775"/>
                <a:gd name="connsiteY1" fmla="*/ 0 h 1009650"/>
                <a:gd name="connsiteX2" fmla="*/ 3152775 w 3152775"/>
                <a:gd name="connsiteY2" fmla="*/ 19050 h 1009650"/>
                <a:gd name="connsiteX3" fmla="*/ 2286000 w 3152775"/>
                <a:gd name="connsiteY3" fmla="*/ 647700 h 1009650"/>
                <a:gd name="connsiteX4" fmla="*/ 2295525 w 3152775"/>
                <a:gd name="connsiteY4" fmla="*/ 1009650 h 1009650"/>
                <a:gd name="connsiteX5" fmla="*/ 0 w 3152775"/>
                <a:gd name="connsiteY5" fmla="*/ 1000125 h 1009650"/>
                <a:gd name="connsiteX6" fmla="*/ 9525 w 3152775"/>
                <a:gd name="connsiteY6" fmla="*/ 542925 h 1009650"/>
                <a:gd name="connsiteX7" fmla="*/ 247650 w 3152775"/>
                <a:gd name="connsiteY7" fmla="*/ 409575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52775" h="1009650">
                  <a:moveTo>
                    <a:pt x="638175" y="190500"/>
                  </a:moveTo>
                  <a:lnTo>
                    <a:pt x="971550" y="0"/>
                  </a:lnTo>
                  <a:lnTo>
                    <a:pt x="3152775" y="19050"/>
                  </a:lnTo>
                  <a:lnTo>
                    <a:pt x="2286000" y="647700"/>
                  </a:lnTo>
                  <a:lnTo>
                    <a:pt x="2295525" y="1009650"/>
                  </a:lnTo>
                  <a:lnTo>
                    <a:pt x="0" y="1000125"/>
                  </a:lnTo>
                  <a:lnTo>
                    <a:pt x="9525" y="542925"/>
                  </a:lnTo>
                  <a:lnTo>
                    <a:pt x="247650" y="40957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113" name="Rectangle 172112">
              <a:extLst>
                <a:ext uri="{FF2B5EF4-FFF2-40B4-BE49-F238E27FC236}">
                  <a16:creationId xmlns:a16="http://schemas.microsoft.com/office/drawing/2014/main" id="{B101C48B-63B0-FC93-FB8A-2E1775D54F0F}"/>
                </a:ext>
              </a:extLst>
            </p:cNvPr>
            <p:cNvSpPr/>
            <p:nvPr/>
          </p:nvSpPr>
          <p:spPr>
            <a:xfrm rot="3289588">
              <a:off x="6648071" y="2664303"/>
              <a:ext cx="145228" cy="3650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115" name="Rectangle 18">
              <a:extLst>
                <a:ext uri="{FF2B5EF4-FFF2-40B4-BE49-F238E27FC236}">
                  <a16:creationId xmlns:a16="http://schemas.microsoft.com/office/drawing/2014/main" id="{34ED59C7-E47D-8B8A-4404-13D7CB796F2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105400" y="2742426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72116" name="Rectangle 18">
              <a:extLst>
                <a:ext uri="{FF2B5EF4-FFF2-40B4-BE49-F238E27FC236}">
                  <a16:creationId xmlns:a16="http://schemas.microsoft.com/office/drawing/2014/main" id="{A086638A-21E7-F979-39D4-352DA64BD1E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43400" y="2343150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72117" name="Rectangle 18">
              <a:extLst>
                <a:ext uri="{FF2B5EF4-FFF2-40B4-BE49-F238E27FC236}">
                  <a16:creationId xmlns:a16="http://schemas.microsoft.com/office/drawing/2014/main" id="{86861AC9-0B45-1F63-F4F7-A88EBFEC13E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772400" y="2485251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72118" name="Rectangle 18">
              <a:extLst>
                <a:ext uri="{FF2B5EF4-FFF2-40B4-BE49-F238E27FC236}">
                  <a16:creationId xmlns:a16="http://schemas.microsoft.com/office/drawing/2014/main" id="{E10A8F41-BB81-7BC5-64C0-86BCDC1D7E0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67525" y="2847975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72119" name="Rectangle 18">
              <a:extLst>
                <a:ext uri="{FF2B5EF4-FFF2-40B4-BE49-F238E27FC236}">
                  <a16:creationId xmlns:a16="http://schemas.microsoft.com/office/drawing/2014/main" id="{06FE2F6F-9E04-4886-4078-545B0F8C0CA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933950" y="1351776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120" name="Rectangle 18">
              <a:extLst>
                <a:ext uri="{FF2B5EF4-FFF2-40B4-BE49-F238E27FC236}">
                  <a16:creationId xmlns:a16="http://schemas.microsoft.com/office/drawing/2014/main" id="{CEDC6341-7ACF-064A-321C-8FDFABC68C3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15000" y="2895600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121" name="Rectangle 18">
              <a:extLst>
                <a:ext uri="{FF2B5EF4-FFF2-40B4-BE49-F238E27FC236}">
                  <a16:creationId xmlns:a16="http://schemas.microsoft.com/office/drawing/2014/main" id="{4730B191-4593-D115-AD10-F29629020E4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248150" y="2895600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72122" name="Oval 172121">
              <a:extLst>
                <a:ext uri="{FF2B5EF4-FFF2-40B4-BE49-F238E27FC236}">
                  <a16:creationId xmlns:a16="http://schemas.microsoft.com/office/drawing/2014/main" id="{4F81A36D-4B3D-E397-99BB-5728F66972F1}"/>
                </a:ext>
              </a:extLst>
            </p:cNvPr>
            <p:cNvSpPr/>
            <p:nvPr/>
          </p:nvSpPr>
          <p:spPr>
            <a:xfrm>
              <a:off x="5128533" y="145161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123" name="Oval 172122">
              <a:extLst>
                <a:ext uri="{FF2B5EF4-FFF2-40B4-BE49-F238E27FC236}">
                  <a16:creationId xmlns:a16="http://schemas.microsoft.com/office/drawing/2014/main" id="{D4ECCA2E-8E0E-C36B-D8CD-C581B5C21956}"/>
                </a:ext>
              </a:extLst>
            </p:cNvPr>
            <p:cNvSpPr/>
            <p:nvPr/>
          </p:nvSpPr>
          <p:spPr>
            <a:xfrm>
              <a:off x="5623560" y="314706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124" name="Oval 172123">
              <a:extLst>
                <a:ext uri="{FF2B5EF4-FFF2-40B4-BE49-F238E27FC236}">
                  <a16:creationId xmlns:a16="http://schemas.microsoft.com/office/drawing/2014/main" id="{468906B6-AE15-64C2-01B1-5C681CE03CC3}"/>
                </a:ext>
              </a:extLst>
            </p:cNvPr>
            <p:cNvSpPr/>
            <p:nvPr/>
          </p:nvSpPr>
          <p:spPr>
            <a:xfrm>
              <a:off x="4114800" y="2905125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72126" name="Rectangle 18">
            <a:extLst>
              <a:ext uri="{FF2B5EF4-FFF2-40B4-BE49-F238E27FC236}">
                <a16:creationId xmlns:a16="http://schemas.microsoft.com/office/drawing/2014/main" id="{09F89030-174E-FC8E-E040-307801FEFFE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971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Nối hình sao 3 dây:</a:t>
            </a:r>
          </a:p>
        </p:txBody>
      </p:sp>
      <p:grpSp>
        <p:nvGrpSpPr>
          <p:cNvPr id="172185" name="Group 172184">
            <a:extLst>
              <a:ext uri="{FF2B5EF4-FFF2-40B4-BE49-F238E27FC236}">
                <a16:creationId xmlns:a16="http://schemas.microsoft.com/office/drawing/2014/main" id="{22165431-536D-0C14-802D-255F9C8E33E3}"/>
              </a:ext>
            </a:extLst>
          </p:cNvPr>
          <p:cNvGrpSpPr/>
          <p:nvPr/>
        </p:nvGrpSpPr>
        <p:grpSpPr>
          <a:xfrm>
            <a:off x="1143000" y="3810000"/>
            <a:ext cx="2227941" cy="1348833"/>
            <a:chOff x="1561277" y="4089076"/>
            <a:chExt cx="2227941" cy="1348833"/>
          </a:xfrm>
        </p:grpSpPr>
        <p:grpSp>
          <p:nvGrpSpPr>
            <p:cNvPr id="172159" name="Group 29">
              <a:extLst>
                <a:ext uri="{FF2B5EF4-FFF2-40B4-BE49-F238E27FC236}">
                  <a16:creationId xmlns:a16="http://schemas.microsoft.com/office/drawing/2014/main" id="{EC1AD267-E481-1C51-1E98-838F2965756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034485" y="4329375"/>
              <a:ext cx="530432" cy="162640"/>
              <a:chOff x="2448" y="1728"/>
              <a:chExt cx="571" cy="143"/>
            </a:xfrm>
          </p:grpSpPr>
          <p:sp>
            <p:nvSpPr>
              <p:cNvPr id="172162" name="Freeform 30">
                <a:extLst>
                  <a:ext uri="{FF2B5EF4-FFF2-40B4-BE49-F238E27FC236}">
                    <a16:creationId xmlns:a16="http://schemas.microsoft.com/office/drawing/2014/main" id="{92D13012-7584-50F1-7197-EC2C03DFF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3" name="Freeform 31">
                <a:extLst>
                  <a:ext uri="{FF2B5EF4-FFF2-40B4-BE49-F238E27FC236}">
                    <a16:creationId xmlns:a16="http://schemas.microsoft.com/office/drawing/2014/main" id="{C109EB4D-19EE-FBA9-5DC6-436F2D3DB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4" name="Freeform 32">
                <a:extLst>
                  <a:ext uri="{FF2B5EF4-FFF2-40B4-BE49-F238E27FC236}">
                    <a16:creationId xmlns:a16="http://schemas.microsoft.com/office/drawing/2014/main" id="{8DB7F12C-1C54-4748-4654-F100007EEB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5" name="Freeform 33">
                <a:extLst>
                  <a:ext uri="{FF2B5EF4-FFF2-40B4-BE49-F238E27FC236}">
                    <a16:creationId xmlns:a16="http://schemas.microsoft.com/office/drawing/2014/main" id="{F8E2007F-4785-8BDA-2C11-3A3A7F24B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6" name="Line 34">
                <a:extLst>
                  <a:ext uri="{FF2B5EF4-FFF2-40B4-BE49-F238E27FC236}">
                    <a16:creationId xmlns:a16="http://schemas.microsoft.com/office/drawing/2014/main" id="{BAC799F5-D5A9-B8F7-21E8-2FFD5A0A0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7" name="Line 35">
                <a:extLst>
                  <a:ext uri="{FF2B5EF4-FFF2-40B4-BE49-F238E27FC236}">
                    <a16:creationId xmlns:a16="http://schemas.microsoft.com/office/drawing/2014/main" id="{0E2FD0C7-DCE7-1248-1CD0-941705AAA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130" name="Rectangle 18">
              <a:extLst>
                <a:ext uri="{FF2B5EF4-FFF2-40B4-BE49-F238E27FC236}">
                  <a16:creationId xmlns:a16="http://schemas.microsoft.com/office/drawing/2014/main" id="{79D47FD4-906C-19E4-E7C5-9EBB4566F35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437872" y="4215275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172131" name="Group 29">
              <a:extLst>
                <a:ext uri="{FF2B5EF4-FFF2-40B4-BE49-F238E27FC236}">
                  <a16:creationId xmlns:a16="http://schemas.microsoft.com/office/drawing/2014/main" id="{66191B1B-3C0A-B8BF-EC41-97F2E230B2B9}"/>
                </a:ext>
              </a:extLst>
            </p:cNvPr>
            <p:cNvGrpSpPr>
              <a:grpSpLocks/>
            </p:cNvGrpSpPr>
            <p:nvPr/>
          </p:nvGrpSpPr>
          <p:grpSpPr bwMode="auto">
            <a:xfrm rot="2825581">
              <a:off x="2265608" y="4937890"/>
              <a:ext cx="509270" cy="162640"/>
              <a:chOff x="2448" y="1728"/>
              <a:chExt cx="571" cy="143"/>
            </a:xfrm>
          </p:grpSpPr>
          <p:sp>
            <p:nvSpPr>
              <p:cNvPr id="172153" name="Freeform 30">
                <a:extLst>
                  <a:ext uri="{FF2B5EF4-FFF2-40B4-BE49-F238E27FC236}">
                    <a16:creationId xmlns:a16="http://schemas.microsoft.com/office/drawing/2014/main" id="{9CD1B9AE-DE5D-22AE-D5D5-EC45BAFE2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4" name="Freeform 31">
                <a:extLst>
                  <a:ext uri="{FF2B5EF4-FFF2-40B4-BE49-F238E27FC236}">
                    <a16:creationId xmlns:a16="http://schemas.microsoft.com/office/drawing/2014/main" id="{D36F5BDC-4A4F-7B34-4FE5-52042936F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5" name="Freeform 32">
                <a:extLst>
                  <a:ext uri="{FF2B5EF4-FFF2-40B4-BE49-F238E27FC236}">
                    <a16:creationId xmlns:a16="http://schemas.microsoft.com/office/drawing/2014/main" id="{548E101B-B75A-F21A-D0A3-E8D808855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6" name="Freeform 33">
                <a:extLst>
                  <a:ext uri="{FF2B5EF4-FFF2-40B4-BE49-F238E27FC236}">
                    <a16:creationId xmlns:a16="http://schemas.microsoft.com/office/drawing/2014/main" id="{A6BC2735-9FA5-E15F-550B-49365F3D8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7" name="Line 34">
                <a:extLst>
                  <a:ext uri="{FF2B5EF4-FFF2-40B4-BE49-F238E27FC236}">
                    <a16:creationId xmlns:a16="http://schemas.microsoft.com/office/drawing/2014/main" id="{1B56353D-18C5-8843-CCBB-6206A5285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8" name="Line 35">
                <a:extLst>
                  <a:ext uri="{FF2B5EF4-FFF2-40B4-BE49-F238E27FC236}">
                    <a16:creationId xmlns:a16="http://schemas.microsoft.com/office/drawing/2014/main" id="{2E730684-8657-3D44-0068-2871E180C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grpSp>
          <p:nvGrpSpPr>
            <p:cNvPr id="172134" name="Group 29">
              <a:extLst>
                <a:ext uri="{FF2B5EF4-FFF2-40B4-BE49-F238E27FC236}">
                  <a16:creationId xmlns:a16="http://schemas.microsoft.com/office/drawing/2014/main" id="{7B1100EE-A005-0E6B-94ED-14EF0C2E1696}"/>
                </a:ext>
              </a:extLst>
            </p:cNvPr>
            <p:cNvGrpSpPr>
              <a:grpSpLocks/>
            </p:cNvGrpSpPr>
            <p:nvPr/>
          </p:nvGrpSpPr>
          <p:grpSpPr bwMode="auto">
            <a:xfrm rot="8811674">
              <a:off x="1672884" y="4875322"/>
              <a:ext cx="509270" cy="162640"/>
              <a:chOff x="2448" y="1728"/>
              <a:chExt cx="571" cy="143"/>
            </a:xfrm>
          </p:grpSpPr>
          <p:sp>
            <p:nvSpPr>
              <p:cNvPr id="172147" name="Freeform 30">
                <a:extLst>
                  <a:ext uri="{FF2B5EF4-FFF2-40B4-BE49-F238E27FC236}">
                    <a16:creationId xmlns:a16="http://schemas.microsoft.com/office/drawing/2014/main" id="{F5025682-9F3D-7CDB-D6AC-1716CB173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48" name="Freeform 31">
                <a:extLst>
                  <a:ext uri="{FF2B5EF4-FFF2-40B4-BE49-F238E27FC236}">
                    <a16:creationId xmlns:a16="http://schemas.microsoft.com/office/drawing/2014/main" id="{5451B16E-F70E-E828-B1E0-952CF2A60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49" name="Freeform 32">
                <a:extLst>
                  <a:ext uri="{FF2B5EF4-FFF2-40B4-BE49-F238E27FC236}">
                    <a16:creationId xmlns:a16="http://schemas.microsoft.com/office/drawing/2014/main" id="{0FE7BCAC-52FC-929B-0D3B-8494614BD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0" name="Freeform 33">
                <a:extLst>
                  <a:ext uri="{FF2B5EF4-FFF2-40B4-BE49-F238E27FC236}">
                    <a16:creationId xmlns:a16="http://schemas.microsoft.com/office/drawing/2014/main" id="{C5FDDB97-3BE8-074E-2EAF-4645FF656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1" name="Line 34">
                <a:extLst>
                  <a:ext uri="{FF2B5EF4-FFF2-40B4-BE49-F238E27FC236}">
                    <a16:creationId xmlns:a16="http://schemas.microsoft.com/office/drawing/2014/main" id="{265661E2-3618-B479-4DBC-A55D61DD69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2" name="Line 35">
                <a:extLst>
                  <a:ext uri="{FF2B5EF4-FFF2-40B4-BE49-F238E27FC236}">
                    <a16:creationId xmlns:a16="http://schemas.microsoft.com/office/drawing/2014/main" id="{C81F86E9-1EAE-5005-E8F1-88C034B01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137" name="Rectangle 18">
              <a:extLst>
                <a:ext uri="{FF2B5EF4-FFF2-40B4-BE49-F238E27FC236}">
                  <a16:creationId xmlns:a16="http://schemas.microsoft.com/office/drawing/2014/main" id="{A26B5F80-A53B-B2A4-D03E-6478BE5C5AC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645436" y="4693405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72138" name="Rectangle 18">
              <a:extLst>
                <a:ext uri="{FF2B5EF4-FFF2-40B4-BE49-F238E27FC236}">
                  <a16:creationId xmlns:a16="http://schemas.microsoft.com/office/drawing/2014/main" id="{24692409-573E-8304-6F26-6572A0E3E7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61277" y="4628531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172169" name="Straight Connector 172168">
              <a:extLst>
                <a:ext uri="{FF2B5EF4-FFF2-40B4-BE49-F238E27FC236}">
                  <a16:creationId xmlns:a16="http://schemas.microsoft.com/office/drawing/2014/main" id="{BDB51CA6-D9DC-E8DC-7424-424F0E9001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1688" y="4727350"/>
              <a:ext cx="183311" cy="1017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70" name="Straight Connector 172169">
              <a:extLst>
                <a:ext uri="{FF2B5EF4-FFF2-40B4-BE49-F238E27FC236}">
                  <a16:creationId xmlns:a16="http://schemas.microsoft.com/office/drawing/2014/main" id="{F6FAD4C0-7BE0-DAE5-F5FD-343AC6AAC9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7174" y="4728568"/>
              <a:ext cx="100697" cy="1404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75" name="Straight Connector 172174">
              <a:extLst>
                <a:ext uri="{FF2B5EF4-FFF2-40B4-BE49-F238E27FC236}">
                  <a16:creationId xmlns:a16="http://schemas.microsoft.com/office/drawing/2014/main" id="{CB6FD0CA-3C3A-42B8-DBA7-F63C7CBE89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4999" y="4627422"/>
              <a:ext cx="10250" cy="1127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179" name="Freeform: Shape 172178">
              <a:extLst>
                <a:ext uri="{FF2B5EF4-FFF2-40B4-BE49-F238E27FC236}">
                  <a16:creationId xmlns:a16="http://schemas.microsoft.com/office/drawing/2014/main" id="{D71EA643-9DD2-D4D8-1301-F02932E4E239}"/>
                </a:ext>
              </a:extLst>
            </p:cNvPr>
            <p:cNvSpPr/>
            <p:nvPr/>
          </p:nvSpPr>
          <p:spPr>
            <a:xfrm>
              <a:off x="2279072" y="4089076"/>
              <a:ext cx="1510146" cy="102586"/>
            </a:xfrm>
            <a:custGeom>
              <a:avLst/>
              <a:gdLst>
                <a:gd name="connsiteX0" fmla="*/ 0 w 1544782"/>
                <a:gd name="connsiteY0" fmla="*/ 124691 h 124691"/>
                <a:gd name="connsiteX1" fmla="*/ 0 w 1544782"/>
                <a:gd name="connsiteY1" fmla="*/ 0 h 124691"/>
                <a:gd name="connsiteX2" fmla="*/ 1544782 w 1544782"/>
                <a:gd name="connsiteY2" fmla="*/ 0 h 124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4782" h="124691">
                  <a:moveTo>
                    <a:pt x="0" y="124691"/>
                  </a:moveTo>
                  <a:lnTo>
                    <a:pt x="0" y="0"/>
                  </a:lnTo>
                  <a:lnTo>
                    <a:pt x="1544782" y="0"/>
                  </a:lnTo>
                </a:path>
              </a:pathLst>
            </a:cu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180" name="Freeform: Shape 172179">
              <a:extLst>
                <a:ext uri="{FF2B5EF4-FFF2-40B4-BE49-F238E27FC236}">
                  <a16:creationId xmlns:a16="http://schemas.microsoft.com/office/drawing/2014/main" id="{A29D89B1-6542-C6D2-BFDE-B87F9A2AB1D9}"/>
                </a:ext>
              </a:extLst>
            </p:cNvPr>
            <p:cNvSpPr/>
            <p:nvPr/>
          </p:nvSpPr>
          <p:spPr>
            <a:xfrm>
              <a:off x="2673927" y="5216236"/>
              <a:ext cx="1108364" cy="90055"/>
            </a:xfrm>
            <a:custGeom>
              <a:avLst/>
              <a:gdLst>
                <a:gd name="connsiteX0" fmla="*/ 0 w 1108364"/>
                <a:gd name="connsiteY0" fmla="*/ 0 h 90055"/>
                <a:gd name="connsiteX1" fmla="*/ 90055 w 1108364"/>
                <a:gd name="connsiteY1" fmla="*/ 90055 h 90055"/>
                <a:gd name="connsiteX2" fmla="*/ 1108364 w 1108364"/>
                <a:gd name="connsiteY2" fmla="*/ 90055 h 90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8364" h="90055">
                  <a:moveTo>
                    <a:pt x="0" y="0"/>
                  </a:moveTo>
                  <a:lnTo>
                    <a:pt x="90055" y="90055"/>
                  </a:lnTo>
                  <a:lnTo>
                    <a:pt x="1108364" y="9005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183" name="Freeform: Shape 172182">
              <a:extLst>
                <a:ext uri="{FF2B5EF4-FFF2-40B4-BE49-F238E27FC236}">
                  <a16:creationId xmlns:a16="http://schemas.microsoft.com/office/drawing/2014/main" id="{D3A61B29-89DC-E7A5-0D70-0F1F0B99541D}"/>
                </a:ext>
              </a:extLst>
            </p:cNvPr>
            <p:cNvSpPr/>
            <p:nvPr/>
          </p:nvSpPr>
          <p:spPr>
            <a:xfrm>
              <a:off x="1572491" y="5056909"/>
              <a:ext cx="2209800" cy="381000"/>
            </a:xfrm>
            <a:custGeom>
              <a:avLst/>
              <a:gdLst>
                <a:gd name="connsiteX0" fmla="*/ 145473 w 2209800"/>
                <a:gd name="connsiteY0" fmla="*/ 0 h 381000"/>
                <a:gd name="connsiteX1" fmla="*/ 0 w 2209800"/>
                <a:gd name="connsiteY1" fmla="*/ 90055 h 381000"/>
                <a:gd name="connsiteX2" fmla="*/ 0 w 2209800"/>
                <a:gd name="connsiteY2" fmla="*/ 381000 h 381000"/>
                <a:gd name="connsiteX3" fmla="*/ 2209800 w 2209800"/>
                <a:gd name="connsiteY3" fmla="*/ 38100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9800" h="381000">
                  <a:moveTo>
                    <a:pt x="145473" y="0"/>
                  </a:moveTo>
                  <a:lnTo>
                    <a:pt x="0" y="90055"/>
                  </a:lnTo>
                  <a:lnTo>
                    <a:pt x="0" y="381000"/>
                  </a:lnTo>
                  <a:lnTo>
                    <a:pt x="2209800" y="381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303" name="Rectangle 18">
              <a:extLst>
                <a:ext uri="{FF2B5EF4-FFF2-40B4-BE49-F238E27FC236}">
                  <a16:creationId xmlns:a16="http://schemas.microsoft.com/office/drawing/2014/main" id="{00D68FCB-9CBA-09A0-4CF9-0CF72CB27F8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50886" y="4534517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2301" name="Group 172300">
            <a:extLst>
              <a:ext uri="{FF2B5EF4-FFF2-40B4-BE49-F238E27FC236}">
                <a16:creationId xmlns:a16="http://schemas.microsoft.com/office/drawing/2014/main" id="{355C4679-6ED0-81EC-4FF4-759F615CE6E9}"/>
              </a:ext>
            </a:extLst>
          </p:cNvPr>
          <p:cNvGrpSpPr/>
          <p:nvPr/>
        </p:nvGrpSpPr>
        <p:grpSpPr>
          <a:xfrm>
            <a:off x="4663788" y="3409950"/>
            <a:ext cx="3181845" cy="1847850"/>
            <a:chOff x="4663788" y="3914775"/>
            <a:chExt cx="3181845" cy="1847850"/>
          </a:xfrm>
        </p:grpSpPr>
        <p:grpSp>
          <p:nvGrpSpPr>
            <p:cNvPr id="172187" name="Group 29">
              <a:extLst>
                <a:ext uri="{FF2B5EF4-FFF2-40B4-BE49-F238E27FC236}">
                  <a16:creationId xmlns:a16="http://schemas.microsoft.com/office/drawing/2014/main" id="{2207FEA8-71BE-A26D-A3BD-A2A1BCDFBB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6600" y="4259442"/>
              <a:ext cx="530432" cy="162640"/>
              <a:chOff x="2448" y="1728"/>
              <a:chExt cx="571" cy="143"/>
            </a:xfrm>
          </p:grpSpPr>
          <p:sp>
            <p:nvSpPr>
              <p:cNvPr id="172211" name="Freeform 30">
                <a:extLst>
                  <a:ext uri="{FF2B5EF4-FFF2-40B4-BE49-F238E27FC236}">
                    <a16:creationId xmlns:a16="http://schemas.microsoft.com/office/drawing/2014/main" id="{DB6FBE0D-78B4-EEBB-5457-9EDCF3242D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2" name="Freeform 31">
                <a:extLst>
                  <a:ext uri="{FF2B5EF4-FFF2-40B4-BE49-F238E27FC236}">
                    <a16:creationId xmlns:a16="http://schemas.microsoft.com/office/drawing/2014/main" id="{1FAD5FE9-5B86-6A19-4774-148ADCE212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3" name="Freeform 32">
                <a:extLst>
                  <a:ext uri="{FF2B5EF4-FFF2-40B4-BE49-F238E27FC236}">
                    <a16:creationId xmlns:a16="http://schemas.microsoft.com/office/drawing/2014/main" id="{75CFC801-131B-E5B4-B99F-9178E2B705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4" name="Freeform 33">
                <a:extLst>
                  <a:ext uri="{FF2B5EF4-FFF2-40B4-BE49-F238E27FC236}">
                    <a16:creationId xmlns:a16="http://schemas.microsoft.com/office/drawing/2014/main" id="{455989F4-E654-9B5F-DCF1-068DDE4CF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5" name="Line 34">
                <a:extLst>
                  <a:ext uri="{FF2B5EF4-FFF2-40B4-BE49-F238E27FC236}">
                    <a16:creationId xmlns:a16="http://schemas.microsoft.com/office/drawing/2014/main" id="{372F8EB1-0B52-910D-82DB-885EE8BF5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6" name="Line 35">
                <a:extLst>
                  <a:ext uri="{FF2B5EF4-FFF2-40B4-BE49-F238E27FC236}">
                    <a16:creationId xmlns:a16="http://schemas.microsoft.com/office/drawing/2014/main" id="{37B3C420-49CE-E231-775D-A97E2D46C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188" name="Rectangle 18">
              <a:extLst>
                <a:ext uri="{FF2B5EF4-FFF2-40B4-BE49-F238E27FC236}">
                  <a16:creationId xmlns:a16="http://schemas.microsoft.com/office/drawing/2014/main" id="{52866F54-0697-A544-4E92-D6AF173764E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674137" y="3914775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172217" name="Group 29">
              <a:extLst>
                <a:ext uri="{FF2B5EF4-FFF2-40B4-BE49-F238E27FC236}">
                  <a16:creationId xmlns:a16="http://schemas.microsoft.com/office/drawing/2014/main" id="{B1C7DB1D-032C-1074-259C-9A4D0E8B2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6400" y="5599985"/>
              <a:ext cx="530432" cy="162640"/>
              <a:chOff x="2448" y="1728"/>
              <a:chExt cx="571" cy="143"/>
            </a:xfrm>
          </p:grpSpPr>
          <p:sp>
            <p:nvSpPr>
              <p:cNvPr id="172218" name="Freeform 30">
                <a:extLst>
                  <a:ext uri="{FF2B5EF4-FFF2-40B4-BE49-F238E27FC236}">
                    <a16:creationId xmlns:a16="http://schemas.microsoft.com/office/drawing/2014/main" id="{99E9DDC2-CA13-66D5-8244-0FB25C23C1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9" name="Freeform 31">
                <a:extLst>
                  <a:ext uri="{FF2B5EF4-FFF2-40B4-BE49-F238E27FC236}">
                    <a16:creationId xmlns:a16="http://schemas.microsoft.com/office/drawing/2014/main" id="{32EB74AB-522C-DB01-81F6-74585438D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0" name="Freeform 32">
                <a:extLst>
                  <a:ext uri="{FF2B5EF4-FFF2-40B4-BE49-F238E27FC236}">
                    <a16:creationId xmlns:a16="http://schemas.microsoft.com/office/drawing/2014/main" id="{C612AB03-15CB-97A3-6E59-105F6EF42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1" name="Freeform 33">
                <a:extLst>
                  <a:ext uri="{FF2B5EF4-FFF2-40B4-BE49-F238E27FC236}">
                    <a16:creationId xmlns:a16="http://schemas.microsoft.com/office/drawing/2014/main" id="{604298D3-46D9-8387-763A-DE55B0DC2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2" name="Line 34">
                <a:extLst>
                  <a:ext uri="{FF2B5EF4-FFF2-40B4-BE49-F238E27FC236}">
                    <a16:creationId xmlns:a16="http://schemas.microsoft.com/office/drawing/2014/main" id="{4D529FB9-4FC2-DCDC-D9A0-929A8429D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3" name="Line 35">
                <a:extLst>
                  <a:ext uri="{FF2B5EF4-FFF2-40B4-BE49-F238E27FC236}">
                    <a16:creationId xmlns:a16="http://schemas.microsoft.com/office/drawing/2014/main" id="{14041DE5-AB0F-FEF9-1E4C-FBA81DDCD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224" name="Rectangle 18">
              <a:extLst>
                <a:ext uri="{FF2B5EF4-FFF2-40B4-BE49-F238E27FC236}">
                  <a16:creationId xmlns:a16="http://schemas.microsoft.com/office/drawing/2014/main" id="{EA7D3244-390F-E79F-0B3A-DA289C1A1A5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663937" y="5245793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72225" name="Freeform: Shape 172224">
              <a:extLst>
                <a:ext uri="{FF2B5EF4-FFF2-40B4-BE49-F238E27FC236}">
                  <a16:creationId xmlns:a16="http://schemas.microsoft.com/office/drawing/2014/main" id="{C62F72A6-A9D6-265C-C32D-2D3785D299C0}"/>
                </a:ext>
              </a:extLst>
            </p:cNvPr>
            <p:cNvSpPr/>
            <p:nvPr/>
          </p:nvSpPr>
          <p:spPr>
            <a:xfrm>
              <a:off x="5010150" y="4352925"/>
              <a:ext cx="504825" cy="1352550"/>
            </a:xfrm>
            <a:custGeom>
              <a:avLst/>
              <a:gdLst>
                <a:gd name="connsiteX0" fmla="*/ 485775 w 504825"/>
                <a:gd name="connsiteY0" fmla="*/ 0 h 1352550"/>
                <a:gd name="connsiteX1" fmla="*/ 0 w 504825"/>
                <a:gd name="connsiteY1" fmla="*/ 0 h 1352550"/>
                <a:gd name="connsiteX2" fmla="*/ 0 w 504825"/>
                <a:gd name="connsiteY2" fmla="*/ 1352550 h 1352550"/>
                <a:gd name="connsiteX3" fmla="*/ 504825 w 504825"/>
                <a:gd name="connsiteY3" fmla="*/ 1352550 h 135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825" h="1352550">
                  <a:moveTo>
                    <a:pt x="485775" y="0"/>
                  </a:moveTo>
                  <a:lnTo>
                    <a:pt x="0" y="0"/>
                  </a:lnTo>
                  <a:lnTo>
                    <a:pt x="0" y="1352550"/>
                  </a:lnTo>
                  <a:lnTo>
                    <a:pt x="504825" y="135255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172226" name="Group 29">
              <a:extLst>
                <a:ext uri="{FF2B5EF4-FFF2-40B4-BE49-F238E27FC236}">
                  <a16:creationId xmlns:a16="http://schemas.microsoft.com/office/drawing/2014/main" id="{D328B892-7CB9-3AA8-97E5-53C59F5108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6400" y="4916667"/>
              <a:ext cx="530432" cy="162640"/>
              <a:chOff x="2448" y="1728"/>
              <a:chExt cx="571" cy="143"/>
            </a:xfrm>
          </p:grpSpPr>
          <p:sp>
            <p:nvSpPr>
              <p:cNvPr id="172227" name="Freeform 30">
                <a:extLst>
                  <a:ext uri="{FF2B5EF4-FFF2-40B4-BE49-F238E27FC236}">
                    <a16:creationId xmlns:a16="http://schemas.microsoft.com/office/drawing/2014/main" id="{5D0D29BE-4206-367F-7C39-07CFE773D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8" name="Freeform 31">
                <a:extLst>
                  <a:ext uri="{FF2B5EF4-FFF2-40B4-BE49-F238E27FC236}">
                    <a16:creationId xmlns:a16="http://schemas.microsoft.com/office/drawing/2014/main" id="{E0AB15A5-072C-C45D-0E16-375C38AD1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9" name="Freeform 32">
                <a:extLst>
                  <a:ext uri="{FF2B5EF4-FFF2-40B4-BE49-F238E27FC236}">
                    <a16:creationId xmlns:a16="http://schemas.microsoft.com/office/drawing/2014/main" id="{EA61C849-9C47-5FB4-135D-E7618ED741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30" name="Freeform 33">
                <a:extLst>
                  <a:ext uri="{FF2B5EF4-FFF2-40B4-BE49-F238E27FC236}">
                    <a16:creationId xmlns:a16="http://schemas.microsoft.com/office/drawing/2014/main" id="{88CD15FE-E56A-F524-4D6D-00774EBF30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31" name="Line 34">
                <a:extLst>
                  <a:ext uri="{FF2B5EF4-FFF2-40B4-BE49-F238E27FC236}">
                    <a16:creationId xmlns:a16="http://schemas.microsoft.com/office/drawing/2014/main" id="{DE72AA9C-275D-5D95-C3D1-59B3BE4BC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32" name="Line 35">
                <a:extLst>
                  <a:ext uri="{FF2B5EF4-FFF2-40B4-BE49-F238E27FC236}">
                    <a16:creationId xmlns:a16="http://schemas.microsoft.com/office/drawing/2014/main" id="{36449169-2F17-617C-B293-07558ADB6C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233" name="Rectangle 18">
              <a:extLst>
                <a:ext uri="{FF2B5EF4-FFF2-40B4-BE49-F238E27FC236}">
                  <a16:creationId xmlns:a16="http://schemas.microsoft.com/office/drawing/2014/main" id="{D387767C-8C3C-8161-B697-1E13767C9C0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663937" y="4572000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172235" name="Straight Connector 172234">
              <a:extLst>
                <a:ext uri="{FF2B5EF4-FFF2-40B4-BE49-F238E27FC236}">
                  <a16:creationId xmlns:a16="http://schemas.microsoft.com/office/drawing/2014/main" id="{7EDDBB9D-F7D5-650D-CE66-3DB2DDB3EA86}"/>
                </a:ext>
              </a:extLst>
            </p:cNvPr>
            <p:cNvCxnSpPr>
              <a:cxnSpLocks/>
              <a:stCxn id="172232" idx="0"/>
            </p:cNvCxnSpPr>
            <p:nvPr/>
          </p:nvCxnSpPr>
          <p:spPr>
            <a:xfrm flipH="1">
              <a:off x="5010150" y="5021303"/>
              <a:ext cx="4762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38" name="Straight Connector 172237">
              <a:extLst>
                <a:ext uri="{FF2B5EF4-FFF2-40B4-BE49-F238E27FC236}">
                  <a16:creationId xmlns:a16="http://schemas.microsoft.com/office/drawing/2014/main" id="{B2A2674F-0B55-FF90-4160-C43D6F1420F1}"/>
                </a:ext>
              </a:extLst>
            </p:cNvPr>
            <p:cNvCxnSpPr>
              <a:cxnSpLocks/>
            </p:cNvCxnSpPr>
            <p:nvPr/>
          </p:nvCxnSpPr>
          <p:spPr>
            <a:xfrm>
              <a:off x="6025625" y="4364078"/>
              <a:ext cx="118667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39" name="Straight Connector 172238">
              <a:extLst>
                <a:ext uri="{FF2B5EF4-FFF2-40B4-BE49-F238E27FC236}">
                  <a16:creationId xmlns:a16="http://schemas.microsoft.com/office/drawing/2014/main" id="{62C030D2-BBED-DB7A-62E1-1BEE5C617823}"/>
                </a:ext>
              </a:extLst>
            </p:cNvPr>
            <p:cNvCxnSpPr>
              <a:cxnSpLocks/>
            </p:cNvCxnSpPr>
            <p:nvPr/>
          </p:nvCxnSpPr>
          <p:spPr>
            <a:xfrm>
              <a:off x="5991225" y="5029200"/>
              <a:ext cx="122107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40" name="Straight Connector 172239">
              <a:extLst>
                <a:ext uri="{FF2B5EF4-FFF2-40B4-BE49-F238E27FC236}">
                  <a16:creationId xmlns:a16="http://schemas.microsoft.com/office/drawing/2014/main" id="{11F0B007-710C-9B5A-881D-5EC141DED563}"/>
                </a:ext>
              </a:extLst>
            </p:cNvPr>
            <p:cNvCxnSpPr>
              <a:cxnSpLocks/>
            </p:cNvCxnSpPr>
            <p:nvPr/>
          </p:nvCxnSpPr>
          <p:spPr>
            <a:xfrm>
              <a:off x="6009721" y="5694322"/>
              <a:ext cx="12025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282" name="Oval 172281">
              <a:extLst>
                <a:ext uri="{FF2B5EF4-FFF2-40B4-BE49-F238E27FC236}">
                  <a16:creationId xmlns:a16="http://schemas.microsoft.com/office/drawing/2014/main" id="{030AE01A-9C0E-A3D1-8248-EF50DC4590E6}"/>
                </a:ext>
              </a:extLst>
            </p:cNvPr>
            <p:cNvSpPr/>
            <p:nvPr/>
          </p:nvSpPr>
          <p:spPr>
            <a:xfrm>
              <a:off x="6372225" y="4318635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283" name="Oval 172282">
              <a:extLst>
                <a:ext uri="{FF2B5EF4-FFF2-40B4-BE49-F238E27FC236}">
                  <a16:creationId xmlns:a16="http://schemas.microsoft.com/office/drawing/2014/main" id="{BDF9FD41-CD84-34AF-2222-CC9D0FE8A298}"/>
                </a:ext>
              </a:extLst>
            </p:cNvPr>
            <p:cNvSpPr/>
            <p:nvPr/>
          </p:nvSpPr>
          <p:spPr>
            <a:xfrm>
              <a:off x="6359554" y="4975583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284" name="Oval 172283">
              <a:extLst>
                <a:ext uri="{FF2B5EF4-FFF2-40B4-BE49-F238E27FC236}">
                  <a16:creationId xmlns:a16="http://schemas.microsoft.com/office/drawing/2014/main" id="{65DE2893-0AAE-53F2-BC7D-64F9ABA39CE5}"/>
                </a:ext>
              </a:extLst>
            </p:cNvPr>
            <p:cNvSpPr/>
            <p:nvPr/>
          </p:nvSpPr>
          <p:spPr>
            <a:xfrm>
              <a:off x="6362700" y="5652135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172286" name="Straight Arrow Connector 172285">
              <a:extLst>
                <a:ext uri="{FF2B5EF4-FFF2-40B4-BE49-F238E27FC236}">
                  <a16:creationId xmlns:a16="http://schemas.microsoft.com/office/drawing/2014/main" id="{7CA47252-3387-71A7-BC95-8C3AFD173B78}"/>
                </a:ext>
              </a:extLst>
            </p:cNvPr>
            <p:cNvCxnSpPr/>
            <p:nvPr/>
          </p:nvCxnSpPr>
          <p:spPr>
            <a:xfrm>
              <a:off x="6781800" y="4428646"/>
              <a:ext cx="0" cy="569341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87" name="Straight Arrow Connector 172286">
              <a:extLst>
                <a:ext uri="{FF2B5EF4-FFF2-40B4-BE49-F238E27FC236}">
                  <a16:creationId xmlns:a16="http://schemas.microsoft.com/office/drawing/2014/main" id="{7FCFAB3B-8208-3BC5-C864-4F37F95942FD}"/>
                </a:ext>
              </a:extLst>
            </p:cNvPr>
            <p:cNvCxnSpPr/>
            <p:nvPr/>
          </p:nvCxnSpPr>
          <p:spPr>
            <a:xfrm>
              <a:off x="6791325" y="5089250"/>
              <a:ext cx="0" cy="569341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88" name="Straight Arrow Connector 172287">
              <a:extLst>
                <a:ext uri="{FF2B5EF4-FFF2-40B4-BE49-F238E27FC236}">
                  <a16:creationId xmlns:a16="http://schemas.microsoft.com/office/drawing/2014/main" id="{31FDCB9D-5BF1-4ACE-9E05-3245A5A0712C}"/>
                </a:ext>
              </a:extLst>
            </p:cNvPr>
            <p:cNvCxnSpPr>
              <a:cxnSpLocks/>
            </p:cNvCxnSpPr>
            <p:nvPr/>
          </p:nvCxnSpPr>
          <p:spPr>
            <a:xfrm>
              <a:off x="7345182" y="4458498"/>
              <a:ext cx="0" cy="1193637"/>
            </a:xfrm>
            <a:prstGeom prst="straightConnector1">
              <a:avLst/>
            </a:prstGeom>
            <a:ln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295" name="Rectangle 18">
              <a:extLst>
                <a:ext uri="{FF2B5EF4-FFF2-40B4-BE49-F238E27FC236}">
                  <a16:creationId xmlns:a16="http://schemas.microsoft.com/office/drawing/2014/main" id="{C94DEA50-3921-DD63-7762-3486B0A51F4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29423" y="4572001"/>
              <a:ext cx="454233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172296" name="Rectangle 18">
              <a:extLst>
                <a:ext uri="{FF2B5EF4-FFF2-40B4-BE49-F238E27FC236}">
                  <a16:creationId xmlns:a16="http://schemas.microsoft.com/office/drawing/2014/main" id="{D8004AB1-B460-187E-4144-F7C661B554B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38950" y="5181600"/>
              <a:ext cx="454233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</a:p>
          </p:txBody>
        </p:sp>
        <p:sp>
          <p:nvSpPr>
            <p:cNvPr id="172297" name="Rectangle 18">
              <a:extLst>
                <a:ext uri="{FF2B5EF4-FFF2-40B4-BE49-F238E27FC236}">
                  <a16:creationId xmlns:a16="http://schemas.microsoft.com/office/drawing/2014/main" id="{92F0D61A-55E9-054D-8FB8-277B16EBD0A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91400" y="4886326"/>
              <a:ext cx="454233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CA</a:t>
              </a:r>
            </a:p>
          </p:txBody>
        </p:sp>
        <p:sp>
          <p:nvSpPr>
            <p:cNvPr id="172298" name="Rectangle 18">
              <a:extLst>
                <a:ext uri="{FF2B5EF4-FFF2-40B4-BE49-F238E27FC236}">
                  <a16:creationId xmlns:a16="http://schemas.microsoft.com/office/drawing/2014/main" id="{6EE886DF-4C88-0DD3-5778-123BFD1285A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343650" y="4057650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299" name="Rectangle 18">
              <a:extLst>
                <a:ext uri="{FF2B5EF4-FFF2-40B4-BE49-F238E27FC236}">
                  <a16:creationId xmlns:a16="http://schemas.microsoft.com/office/drawing/2014/main" id="{FE52E4E4-A007-4099-69ED-019730B6977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343650" y="4723626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300" name="Rectangle 18">
              <a:extLst>
                <a:ext uri="{FF2B5EF4-FFF2-40B4-BE49-F238E27FC236}">
                  <a16:creationId xmlns:a16="http://schemas.microsoft.com/office/drawing/2014/main" id="{0BE5F52A-D9EC-FDF7-7678-318896895DA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334125" y="5389602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304" name="Rectangle 18">
              <a:extLst>
                <a:ext uri="{FF2B5EF4-FFF2-40B4-BE49-F238E27FC236}">
                  <a16:creationId xmlns:a16="http://schemas.microsoft.com/office/drawing/2014/main" id="{E741DEE4-9A64-0D10-6DA5-7DACFB12BF2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63788" y="4870002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2302" name="Equals 172301">
            <a:extLst>
              <a:ext uri="{FF2B5EF4-FFF2-40B4-BE49-F238E27FC236}">
                <a16:creationId xmlns:a16="http://schemas.microsoft.com/office/drawing/2014/main" id="{DB8403E7-D567-FDCD-027E-CE8616050CB6}"/>
              </a:ext>
            </a:extLst>
          </p:cNvPr>
          <p:cNvSpPr/>
          <p:nvPr/>
        </p:nvSpPr>
        <p:spPr>
          <a:xfrm>
            <a:off x="3905475" y="4301364"/>
            <a:ext cx="479859" cy="325090"/>
          </a:xfrm>
          <a:prstGeom prst="mathEqual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2305" name="Rectangle 18">
            <a:extLst>
              <a:ext uri="{FF2B5EF4-FFF2-40B4-BE49-F238E27FC236}">
                <a16:creationId xmlns:a16="http://schemas.microsoft.com/office/drawing/2014/main" id="{546CD6A3-D7BA-7246-350B-9C8783A3501B}"/>
              </a:ext>
            </a:extLst>
          </p:cNvPr>
          <p:cNvSpPr txBox="1">
            <a:spLocks noChangeArrowheads="1"/>
          </p:cNvSpPr>
          <p:nvPr/>
        </p:nvSpPr>
        <p:spPr>
          <a:xfrm>
            <a:off x="1139668" y="5562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spcBef>
                <a:spcPts val="0"/>
              </a:spcBef>
              <a:buFontTx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,U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,U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- Điện áp dây</a:t>
            </a:r>
          </a:p>
        </p:txBody>
      </p:sp>
    </p:spTree>
    <p:extLst>
      <p:ext uri="{BB962C8B-B14F-4D97-AF65-F5344CB8AC3E}">
        <p14:creationId xmlns:p14="http://schemas.microsoft.com/office/powerpoint/2010/main" val="1372750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0" y="390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72126" name="Rectangle 18">
            <a:extLst>
              <a:ext uri="{FF2B5EF4-FFF2-40B4-BE49-F238E27FC236}">
                <a16:creationId xmlns:a16="http://schemas.microsoft.com/office/drawing/2014/main" id="{09F89030-174E-FC8E-E040-307801FEFFE9}"/>
              </a:ext>
            </a:extLst>
          </p:cNvPr>
          <p:cNvSpPr txBox="1">
            <a:spLocks noChangeArrowheads="1"/>
          </p:cNvSpPr>
          <p:nvPr/>
        </p:nvSpPr>
        <p:spPr>
          <a:xfrm>
            <a:off x="280664" y="392668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Nối hình sao 4 dây:</a:t>
            </a:r>
          </a:p>
        </p:txBody>
      </p:sp>
      <p:sp>
        <p:nvSpPr>
          <p:cNvPr id="172302" name="Equals 172301">
            <a:extLst>
              <a:ext uri="{FF2B5EF4-FFF2-40B4-BE49-F238E27FC236}">
                <a16:creationId xmlns:a16="http://schemas.microsoft.com/office/drawing/2014/main" id="{DB8403E7-D567-FDCD-027E-CE8616050CB6}"/>
              </a:ext>
            </a:extLst>
          </p:cNvPr>
          <p:cNvSpPr/>
          <p:nvPr/>
        </p:nvSpPr>
        <p:spPr>
          <a:xfrm>
            <a:off x="3939741" y="1442288"/>
            <a:ext cx="479859" cy="325090"/>
          </a:xfrm>
          <a:prstGeom prst="mathEqual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3710840-6A62-5197-7239-83293210A2C5}"/>
              </a:ext>
            </a:extLst>
          </p:cNvPr>
          <p:cNvGrpSpPr/>
          <p:nvPr/>
        </p:nvGrpSpPr>
        <p:grpSpPr>
          <a:xfrm>
            <a:off x="896259" y="950924"/>
            <a:ext cx="2227941" cy="1348833"/>
            <a:chOff x="1143000" y="950924"/>
            <a:chExt cx="2227941" cy="1348833"/>
          </a:xfrm>
        </p:grpSpPr>
        <p:grpSp>
          <p:nvGrpSpPr>
            <p:cNvPr id="172159" name="Group 29">
              <a:extLst>
                <a:ext uri="{FF2B5EF4-FFF2-40B4-BE49-F238E27FC236}">
                  <a16:creationId xmlns:a16="http://schemas.microsoft.com/office/drawing/2014/main" id="{EC1AD267-E481-1C51-1E98-838F2965756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616208" y="1191223"/>
              <a:ext cx="530432" cy="162640"/>
              <a:chOff x="2448" y="1728"/>
              <a:chExt cx="571" cy="143"/>
            </a:xfrm>
          </p:grpSpPr>
          <p:sp>
            <p:nvSpPr>
              <p:cNvPr id="172162" name="Freeform 30">
                <a:extLst>
                  <a:ext uri="{FF2B5EF4-FFF2-40B4-BE49-F238E27FC236}">
                    <a16:creationId xmlns:a16="http://schemas.microsoft.com/office/drawing/2014/main" id="{92D13012-7584-50F1-7197-EC2C03DFF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3" name="Freeform 31">
                <a:extLst>
                  <a:ext uri="{FF2B5EF4-FFF2-40B4-BE49-F238E27FC236}">
                    <a16:creationId xmlns:a16="http://schemas.microsoft.com/office/drawing/2014/main" id="{C109EB4D-19EE-FBA9-5DC6-436F2D3DB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4" name="Freeform 32">
                <a:extLst>
                  <a:ext uri="{FF2B5EF4-FFF2-40B4-BE49-F238E27FC236}">
                    <a16:creationId xmlns:a16="http://schemas.microsoft.com/office/drawing/2014/main" id="{8DB7F12C-1C54-4748-4654-F100007EEB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5" name="Freeform 33">
                <a:extLst>
                  <a:ext uri="{FF2B5EF4-FFF2-40B4-BE49-F238E27FC236}">
                    <a16:creationId xmlns:a16="http://schemas.microsoft.com/office/drawing/2014/main" id="{F8E2007F-4785-8BDA-2C11-3A3A7F24B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6" name="Line 34">
                <a:extLst>
                  <a:ext uri="{FF2B5EF4-FFF2-40B4-BE49-F238E27FC236}">
                    <a16:creationId xmlns:a16="http://schemas.microsoft.com/office/drawing/2014/main" id="{BAC799F5-D5A9-B8F7-21E8-2FFD5A0A0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7" name="Line 35">
                <a:extLst>
                  <a:ext uri="{FF2B5EF4-FFF2-40B4-BE49-F238E27FC236}">
                    <a16:creationId xmlns:a16="http://schemas.microsoft.com/office/drawing/2014/main" id="{0E2FD0C7-DCE7-1248-1CD0-941705AAA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130" name="Rectangle 18">
              <a:extLst>
                <a:ext uri="{FF2B5EF4-FFF2-40B4-BE49-F238E27FC236}">
                  <a16:creationId xmlns:a16="http://schemas.microsoft.com/office/drawing/2014/main" id="{79D47FD4-906C-19E4-E7C5-9EBB4566F35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19595" y="1077123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172131" name="Group 29">
              <a:extLst>
                <a:ext uri="{FF2B5EF4-FFF2-40B4-BE49-F238E27FC236}">
                  <a16:creationId xmlns:a16="http://schemas.microsoft.com/office/drawing/2014/main" id="{66191B1B-3C0A-B8BF-EC41-97F2E230B2B9}"/>
                </a:ext>
              </a:extLst>
            </p:cNvPr>
            <p:cNvGrpSpPr>
              <a:grpSpLocks/>
            </p:cNvGrpSpPr>
            <p:nvPr/>
          </p:nvGrpSpPr>
          <p:grpSpPr bwMode="auto">
            <a:xfrm rot="2825581">
              <a:off x="1847331" y="1799738"/>
              <a:ext cx="509270" cy="162640"/>
              <a:chOff x="2448" y="1728"/>
              <a:chExt cx="571" cy="143"/>
            </a:xfrm>
          </p:grpSpPr>
          <p:sp>
            <p:nvSpPr>
              <p:cNvPr id="172153" name="Freeform 30">
                <a:extLst>
                  <a:ext uri="{FF2B5EF4-FFF2-40B4-BE49-F238E27FC236}">
                    <a16:creationId xmlns:a16="http://schemas.microsoft.com/office/drawing/2014/main" id="{9CD1B9AE-DE5D-22AE-D5D5-EC45BAFE2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4" name="Freeform 31">
                <a:extLst>
                  <a:ext uri="{FF2B5EF4-FFF2-40B4-BE49-F238E27FC236}">
                    <a16:creationId xmlns:a16="http://schemas.microsoft.com/office/drawing/2014/main" id="{D36F5BDC-4A4F-7B34-4FE5-52042936F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5" name="Freeform 32">
                <a:extLst>
                  <a:ext uri="{FF2B5EF4-FFF2-40B4-BE49-F238E27FC236}">
                    <a16:creationId xmlns:a16="http://schemas.microsoft.com/office/drawing/2014/main" id="{548E101B-B75A-F21A-D0A3-E8D808855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6" name="Freeform 33">
                <a:extLst>
                  <a:ext uri="{FF2B5EF4-FFF2-40B4-BE49-F238E27FC236}">
                    <a16:creationId xmlns:a16="http://schemas.microsoft.com/office/drawing/2014/main" id="{A6BC2735-9FA5-E15F-550B-49365F3D8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7" name="Line 34">
                <a:extLst>
                  <a:ext uri="{FF2B5EF4-FFF2-40B4-BE49-F238E27FC236}">
                    <a16:creationId xmlns:a16="http://schemas.microsoft.com/office/drawing/2014/main" id="{1B56353D-18C5-8843-CCBB-6206A5285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8" name="Line 35">
                <a:extLst>
                  <a:ext uri="{FF2B5EF4-FFF2-40B4-BE49-F238E27FC236}">
                    <a16:creationId xmlns:a16="http://schemas.microsoft.com/office/drawing/2014/main" id="{2E730684-8657-3D44-0068-2871E180C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grpSp>
          <p:nvGrpSpPr>
            <p:cNvPr id="172134" name="Group 29">
              <a:extLst>
                <a:ext uri="{FF2B5EF4-FFF2-40B4-BE49-F238E27FC236}">
                  <a16:creationId xmlns:a16="http://schemas.microsoft.com/office/drawing/2014/main" id="{7B1100EE-A005-0E6B-94ED-14EF0C2E1696}"/>
                </a:ext>
              </a:extLst>
            </p:cNvPr>
            <p:cNvGrpSpPr>
              <a:grpSpLocks/>
            </p:cNvGrpSpPr>
            <p:nvPr/>
          </p:nvGrpSpPr>
          <p:grpSpPr bwMode="auto">
            <a:xfrm rot="8811674">
              <a:off x="1254607" y="1737170"/>
              <a:ext cx="509270" cy="162640"/>
              <a:chOff x="2448" y="1728"/>
              <a:chExt cx="571" cy="143"/>
            </a:xfrm>
          </p:grpSpPr>
          <p:sp>
            <p:nvSpPr>
              <p:cNvPr id="172147" name="Freeform 30">
                <a:extLst>
                  <a:ext uri="{FF2B5EF4-FFF2-40B4-BE49-F238E27FC236}">
                    <a16:creationId xmlns:a16="http://schemas.microsoft.com/office/drawing/2014/main" id="{F5025682-9F3D-7CDB-D6AC-1716CB173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48" name="Freeform 31">
                <a:extLst>
                  <a:ext uri="{FF2B5EF4-FFF2-40B4-BE49-F238E27FC236}">
                    <a16:creationId xmlns:a16="http://schemas.microsoft.com/office/drawing/2014/main" id="{5451B16E-F70E-E828-B1E0-952CF2A60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49" name="Freeform 32">
                <a:extLst>
                  <a:ext uri="{FF2B5EF4-FFF2-40B4-BE49-F238E27FC236}">
                    <a16:creationId xmlns:a16="http://schemas.microsoft.com/office/drawing/2014/main" id="{0FE7BCAC-52FC-929B-0D3B-8494614BD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0" name="Freeform 33">
                <a:extLst>
                  <a:ext uri="{FF2B5EF4-FFF2-40B4-BE49-F238E27FC236}">
                    <a16:creationId xmlns:a16="http://schemas.microsoft.com/office/drawing/2014/main" id="{C5FDDB97-3BE8-074E-2EAF-4645FF656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1" name="Line 34">
                <a:extLst>
                  <a:ext uri="{FF2B5EF4-FFF2-40B4-BE49-F238E27FC236}">
                    <a16:creationId xmlns:a16="http://schemas.microsoft.com/office/drawing/2014/main" id="{265661E2-3618-B479-4DBC-A55D61DD69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2" name="Line 35">
                <a:extLst>
                  <a:ext uri="{FF2B5EF4-FFF2-40B4-BE49-F238E27FC236}">
                    <a16:creationId xmlns:a16="http://schemas.microsoft.com/office/drawing/2014/main" id="{C81F86E9-1EAE-5005-E8F1-88C034B01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137" name="Rectangle 18">
              <a:extLst>
                <a:ext uri="{FF2B5EF4-FFF2-40B4-BE49-F238E27FC236}">
                  <a16:creationId xmlns:a16="http://schemas.microsoft.com/office/drawing/2014/main" id="{A26B5F80-A53B-B2A4-D03E-6478BE5C5AC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227159" y="1616213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72138" name="Rectangle 18">
              <a:extLst>
                <a:ext uri="{FF2B5EF4-FFF2-40B4-BE49-F238E27FC236}">
                  <a16:creationId xmlns:a16="http://schemas.microsoft.com/office/drawing/2014/main" id="{24692409-573E-8304-6F26-6572A0E3E7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143000" y="1490379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172169" name="Straight Connector 172168">
              <a:extLst>
                <a:ext uri="{FF2B5EF4-FFF2-40B4-BE49-F238E27FC236}">
                  <a16:creationId xmlns:a16="http://schemas.microsoft.com/office/drawing/2014/main" id="{BDB51CA6-D9DC-E8DC-7424-424F0E9001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3411" y="1589198"/>
              <a:ext cx="183311" cy="1017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70" name="Straight Connector 172169">
              <a:extLst>
                <a:ext uri="{FF2B5EF4-FFF2-40B4-BE49-F238E27FC236}">
                  <a16:creationId xmlns:a16="http://schemas.microsoft.com/office/drawing/2014/main" id="{F6FAD4C0-7BE0-DAE5-F5FD-343AC6AAC9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8897" y="1590416"/>
              <a:ext cx="100697" cy="1404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75" name="Straight Connector 172174">
              <a:extLst>
                <a:ext uri="{FF2B5EF4-FFF2-40B4-BE49-F238E27FC236}">
                  <a16:creationId xmlns:a16="http://schemas.microsoft.com/office/drawing/2014/main" id="{CB6FD0CA-3C3A-42B8-DBA7-F63C7CBE89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6722" y="1489270"/>
              <a:ext cx="10250" cy="1127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179" name="Freeform: Shape 172178">
              <a:extLst>
                <a:ext uri="{FF2B5EF4-FFF2-40B4-BE49-F238E27FC236}">
                  <a16:creationId xmlns:a16="http://schemas.microsoft.com/office/drawing/2014/main" id="{D71EA643-9DD2-D4D8-1301-F02932E4E239}"/>
                </a:ext>
              </a:extLst>
            </p:cNvPr>
            <p:cNvSpPr/>
            <p:nvPr/>
          </p:nvSpPr>
          <p:spPr>
            <a:xfrm>
              <a:off x="1860795" y="950924"/>
              <a:ext cx="1510146" cy="102586"/>
            </a:xfrm>
            <a:custGeom>
              <a:avLst/>
              <a:gdLst>
                <a:gd name="connsiteX0" fmla="*/ 0 w 1544782"/>
                <a:gd name="connsiteY0" fmla="*/ 124691 h 124691"/>
                <a:gd name="connsiteX1" fmla="*/ 0 w 1544782"/>
                <a:gd name="connsiteY1" fmla="*/ 0 h 124691"/>
                <a:gd name="connsiteX2" fmla="*/ 1544782 w 1544782"/>
                <a:gd name="connsiteY2" fmla="*/ 0 h 124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4782" h="124691">
                  <a:moveTo>
                    <a:pt x="0" y="124691"/>
                  </a:moveTo>
                  <a:lnTo>
                    <a:pt x="0" y="0"/>
                  </a:lnTo>
                  <a:lnTo>
                    <a:pt x="1544782" y="0"/>
                  </a:lnTo>
                </a:path>
              </a:pathLst>
            </a:cu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180" name="Freeform: Shape 172179">
              <a:extLst>
                <a:ext uri="{FF2B5EF4-FFF2-40B4-BE49-F238E27FC236}">
                  <a16:creationId xmlns:a16="http://schemas.microsoft.com/office/drawing/2014/main" id="{A29D89B1-6542-C6D2-BFDE-B87F9A2AB1D9}"/>
                </a:ext>
              </a:extLst>
            </p:cNvPr>
            <p:cNvSpPr/>
            <p:nvPr/>
          </p:nvSpPr>
          <p:spPr>
            <a:xfrm>
              <a:off x="2255650" y="2078084"/>
              <a:ext cx="1108364" cy="90055"/>
            </a:xfrm>
            <a:custGeom>
              <a:avLst/>
              <a:gdLst>
                <a:gd name="connsiteX0" fmla="*/ 0 w 1108364"/>
                <a:gd name="connsiteY0" fmla="*/ 0 h 90055"/>
                <a:gd name="connsiteX1" fmla="*/ 90055 w 1108364"/>
                <a:gd name="connsiteY1" fmla="*/ 90055 h 90055"/>
                <a:gd name="connsiteX2" fmla="*/ 1108364 w 1108364"/>
                <a:gd name="connsiteY2" fmla="*/ 90055 h 90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8364" h="90055">
                  <a:moveTo>
                    <a:pt x="0" y="0"/>
                  </a:moveTo>
                  <a:lnTo>
                    <a:pt x="90055" y="90055"/>
                  </a:lnTo>
                  <a:lnTo>
                    <a:pt x="1108364" y="9005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183" name="Freeform: Shape 172182">
              <a:extLst>
                <a:ext uri="{FF2B5EF4-FFF2-40B4-BE49-F238E27FC236}">
                  <a16:creationId xmlns:a16="http://schemas.microsoft.com/office/drawing/2014/main" id="{D3A61B29-89DC-E7A5-0D70-0F1F0B99541D}"/>
                </a:ext>
              </a:extLst>
            </p:cNvPr>
            <p:cNvSpPr/>
            <p:nvPr/>
          </p:nvSpPr>
          <p:spPr>
            <a:xfrm>
              <a:off x="1154214" y="1918757"/>
              <a:ext cx="2209800" cy="381000"/>
            </a:xfrm>
            <a:custGeom>
              <a:avLst/>
              <a:gdLst>
                <a:gd name="connsiteX0" fmla="*/ 145473 w 2209800"/>
                <a:gd name="connsiteY0" fmla="*/ 0 h 381000"/>
                <a:gd name="connsiteX1" fmla="*/ 0 w 2209800"/>
                <a:gd name="connsiteY1" fmla="*/ 90055 h 381000"/>
                <a:gd name="connsiteX2" fmla="*/ 0 w 2209800"/>
                <a:gd name="connsiteY2" fmla="*/ 381000 h 381000"/>
                <a:gd name="connsiteX3" fmla="*/ 2209800 w 2209800"/>
                <a:gd name="connsiteY3" fmla="*/ 38100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9800" h="381000">
                  <a:moveTo>
                    <a:pt x="145473" y="0"/>
                  </a:moveTo>
                  <a:lnTo>
                    <a:pt x="0" y="90055"/>
                  </a:lnTo>
                  <a:lnTo>
                    <a:pt x="0" y="381000"/>
                  </a:lnTo>
                  <a:lnTo>
                    <a:pt x="2209800" y="381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A634E65-1320-F86A-24CA-D0F692BE9993}"/>
                </a:ext>
              </a:extLst>
            </p:cNvPr>
            <p:cNvCxnSpPr/>
            <p:nvPr/>
          </p:nvCxnSpPr>
          <p:spPr>
            <a:xfrm>
              <a:off x="1841731" y="1586778"/>
              <a:ext cx="151397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18">
              <a:extLst>
                <a:ext uri="{FF2B5EF4-FFF2-40B4-BE49-F238E27FC236}">
                  <a16:creationId xmlns:a16="http://schemas.microsoft.com/office/drawing/2014/main" id="{912D1741-88BA-9099-240B-7312B516D72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03436" y="1414424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56D4D4-69EC-04D3-659B-86A57963323D}"/>
              </a:ext>
            </a:extLst>
          </p:cNvPr>
          <p:cNvGrpSpPr/>
          <p:nvPr/>
        </p:nvGrpSpPr>
        <p:grpSpPr>
          <a:xfrm>
            <a:off x="5105400" y="533400"/>
            <a:ext cx="3276600" cy="2525751"/>
            <a:chOff x="4648200" y="971550"/>
            <a:chExt cx="3276600" cy="2525751"/>
          </a:xfrm>
        </p:grpSpPr>
        <p:grpSp>
          <p:nvGrpSpPr>
            <p:cNvPr id="172187" name="Group 29">
              <a:extLst>
                <a:ext uri="{FF2B5EF4-FFF2-40B4-BE49-F238E27FC236}">
                  <a16:creationId xmlns:a16="http://schemas.microsoft.com/office/drawing/2014/main" id="{2207FEA8-71BE-A26D-A3BD-A2A1BCDFBB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6600" y="1316217"/>
              <a:ext cx="530432" cy="162640"/>
              <a:chOff x="2448" y="1728"/>
              <a:chExt cx="571" cy="143"/>
            </a:xfrm>
          </p:grpSpPr>
          <p:sp>
            <p:nvSpPr>
              <p:cNvPr id="172211" name="Freeform 30">
                <a:extLst>
                  <a:ext uri="{FF2B5EF4-FFF2-40B4-BE49-F238E27FC236}">
                    <a16:creationId xmlns:a16="http://schemas.microsoft.com/office/drawing/2014/main" id="{DB6FBE0D-78B4-EEBB-5457-9EDCF3242D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2" name="Freeform 31">
                <a:extLst>
                  <a:ext uri="{FF2B5EF4-FFF2-40B4-BE49-F238E27FC236}">
                    <a16:creationId xmlns:a16="http://schemas.microsoft.com/office/drawing/2014/main" id="{1FAD5FE9-5B86-6A19-4774-148ADCE212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3" name="Freeform 32">
                <a:extLst>
                  <a:ext uri="{FF2B5EF4-FFF2-40B4-BE49-F238E27FC236}">
                    <a16:creationId xmlns:a16="http://schemas.microsoft.com/office/drawing/2014/main" id="{75CFC801-131B-E5B4-B99F-9178E2B705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4" name="Freeform 33">
                <a:extLst>
                  <a:ext uri="{FF2B5EF4-FFF2-40B4-BE49-F238E27FC236}">
                    <a16:creationId xmlns:a16="http://schemas.microsoft.com/office/drawing/2014/main" id="{455989F4-E654-9B5F-DCF1-068DDE4CF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5" name="Line 34">
                <a:extLst>
                  <a:ext uri="{FF2B5EF4-FFF2-40B4-BE49-F238E27FC236}">
                    <a16:creationId xmlns:a16="http://schemas.microsoft.com/office/drawing/2014/main" id="{372F8EB1-0B52-910D-82DB-885EE8BF5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6" name="Line 35">
                <a:extLst>
                  <a:ext uri="{FF2B5EF4-FFF2-40B4-BE49-F238E27FC236}">
                    <a16:creationId xmlns:a16="http://schemas.microsoft.com/office/drawing/2014/main" id="{37B3C420-49CE-E231-775D-A97E2D46C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188" name="Rectangle 18">
              <a:extLst>
                <a:ext uri="{FF2B5EF4-FFF2-40B4-BE49-F238E27FC236}">
                  <a16:creationId xmlns:a16="http://schemas.microsoft.com/office/drawing/2014/main" id="{52866F54-0697-A544-4E92-D6AF173764E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674137" y="971550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172217" name="Group 29">
              <a:extLst>
                <a:ext uri="{FF2B5EF4-FFF2-40B4-BE49-F238E27FC236}">
                  <a16:creationId xmlns:a16="http://schemas.microsoft.com/office/drawing/2014/main" id="{B1C7DB1D-032C-1074-259C-9A4D0E8B2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6400" y="2656760"/>
              <a:ext cx="530432" cy="162640"/>
              <a:chOff x="2448" y="1728"/>
              <a:chExt cx="571" cy="143"/>
            </a:xfrm>
          </p:grpSpPr>
          <p:sp>
            <p:nvSpPr>
              <p:cNvPr id="172218" name="Freeform 30">
                <a:extLst>
                  <a:ext uri="{FF2B5EF4-FFF2-40B4-BE49-F238E27FC236}">
                    <a16:creationId xmlns:a16="http://schemas.microsoft.com/office/drawing/2014/main" id="{99E9DDC2-CA13-66D5-8244-0FB25C23C1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19" name="Freeform 31">
                <a:extLst>
                  <a:ext uri="{FF2B5EF4-FFF2-40B4-BE49-F238E27FC236}">
                    <a16:creationId xmlns:a16="http://schemas.microsoft.com/office/drawing/2014/main" id="{32EB74AB-522C-DB01-81F6-74585438D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0" name="Freeform 32">
                <a:extLst>
                  <a:ext uri="{FF2B5EF4-FFF2-40B4-BE49-F238E27FC236}">
                    <a16:creationId xmlns:a16="http://schemas.microsoft.com/office/drawing/2014/main" id="{C612AB03-15CB-97A3-6E59-105F6EF42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1" name="Freeform 33">
                <a:extLst>
                  <a:ext uri="{FF2B5EF4-FFF2-40B4-BE49-F238E27FC236}">
                    <a16:creationId xmlns:a16="http://schemas.microsoft.com/office/drawing/2014/main" id="{604298D3-46D9-8387-763A-DE55B0DC2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2" name="Line 34">
                <a:extLst>
                  <a:ext uri="{FF2B5EF4-FFF2-40B4-BE49-F238E27FC236}">
                    <a16:creationId xmlns:a16="http://schemas.microsoft.com/office/drawing/2014/main" id="{4D529FB9-4FC2-DCDC-D9A0-929A8429D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3" name="Line 35">
                <a:extLst>
                  <a:ext uri="{FF2B5EF4-FFF2-40B4-BE49-F238E27FC236}">
                    <a16:creationId xmlns:a16="http://schemas.microsoft.com/office/drawing/2014/main" id="{14041DE5-AB0F-FEF9-1E4C-FBA81DDCD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224" name="Rectangle 18">
              <a:extLst>
                <a:ext uri="{FF2B5EF4-FFF2-40B4-BE49-F238E27FC236}">
                  <a16:creationId xmlns:a16="http://schemas.microsoft.com/office/drawing/2014/main" id="{EA7D3244-390F-E79F-0B3A-DA289C1A1A5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663937" y="2302568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72225" name="Freeform: Shape 172224">
              <a:extLst>
                <a:ext uri="{FF2B5EF4-FFF2-40B4-BE49-F238E27FC236}">
                  <a16:creationId xmlns:a16="http://schemas.microsoft.com/office/drawing/2014/main" id="{C62F72A6-A9D6-265C-C32D-2D3785D299C0}"/>
                </a:ext>
              </a:extLst>
            </p:cNvPr>
            <p:cNvSpPr/>
            <p:nvPr/>
          </p:nvSpPr>
          <p:spPr>
            <a:xfrm>
              <a:off x="5010150" y="1409700"/>
              <a:ext cx="504825" cy="1352550"/>
            </a:xfrm>
            <a:custGeom>
              <a:avLst/>
              <a:gdLst>
                <a:gd name="connsiteX0" fmla="*/ 485775 w 504825"/>
                <a:gd name="connsiteY0" fmla="*/ 0 h 1352550"/>
                <a:gd name="connsiteX1" fmla="*/ 0 w 504825"/>
                <a:gd name="connsiteY1" fmla="*/ 0 h 1352550"/>
                <a:gd name="connsiteX2" fmla="*/ 0 w 504825"/>
                <a:gd name="connsiteY2" fmla="*/ 1352550 h 1352550"/>
                <a:gd name="connsiteX3" fmla="*/ 504825 w 504825"/>
                <a:gd name="connsiteY3" fmla="*/ 1352550 h 135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825" h="1352550">
                  <a:moveTo>
                    <a:pt x="485775" y="0"/>
                  </a:moveTo>
                  <a:lnTo>
                    <a:pt x="0" y="0"/>
                  </a:lnTo>
                  <a:lnTo>
                    <a:pt x="0" y="1352550"/>
                  </a:lnTo>
                  <a:lnTo>
                    <a:pt x="504825" y="135255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172226" name="Group 29">
              <a:extLst>
                <a:ext uri="{FF2B5EF4-FFF2-40B4-BE49-F238E27FC236}">
                  <a16:creationId xmlns:a16="http://schemas.microsoft.com/office/drawing/2014/main" id="{D328B892-7CB9-3AA8-97E5-53C59F5108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6400" y="1973442"/>
              <a:ext cx="530432" cy="162640"/>
              <a:chOff x="2448" y="1728"/>
              <a:chExt cx="571" cy="143"/>
            </a:xfrm>
          </p:grpSpPr>
          <p:sp>
            <p:nvSpPr>
              <p:cNvPr id="172227" name="Freeform 30">
                <a:extLst>
                  <a:ext uri="{FF2B5EF4-FFF2-40B4-BE49-F238E27FC236}">
                    <a16:creationId xmlns:a16="http://schemas.microsoft.com/office/drawing/2014/main" id="{5D0D29BE-4206-367F-7C39-07CFE773D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8" name="Freeform 31">
                <a:extLst>
                  <a:ext uri="{FF2B5EF4-FFF2-40B4-BE49-F238E27FC236}">
                    <a16:creationId xmlns:a16="http://schemas.microsoft.com/office/drawing/2014/main" id="{E0AB15A5-072C-C45D-0E16-375C38AD1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29" name="Freeform 32">
                <a:extLst>
                  <a:ext uri="{FF2B5EF4-FFF2-40B4-BE49-F238E27FC236}">
                    <a16:creationId xmlns:a16="http://schemas.microsoft.com/office/drawing/2014/main" id="{EA61C849-9C47-5FB4-135D-E7618ED741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30" name="Freeform 33">
                <a:extLst>
                  <a:ext uri="{FF2B5EF4-FFF2-40B4-BE49-F238E27FC236}">
                    <a16:creationId xmlns:a16="http://schemas.microsoft.com/office/drawing/2014/main" id="{88CD15FE-E56A-F524-4D6D-00774EBF30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31" name="Line 34">
                <a:extLst>
                  <a:ext uri="{FF2B5EF4-FFF2-40B4-BE49-F238E27FC236}">
                    <a16:creationId xmlns:a16="http://schemas.microsoft.com/office/drawing/2014/main" id="{DE72AA9C-275D-5D95-C3D1-59B3BE4BC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32" name="Line 35">
                <a:extLst>
                  <a:ext uri="{FF2B5EF4-FFF2-40B4-BE49-F238E27FC236}">
                    <a16:creationId xmlns:a16="http://schemas.microsoft.com/office/drawing/2014/main" id="{36449169-2F17-617C-B293-07558ADB6C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233" name="Rectangle 18">
              <a:extLst>
                <a:ext uri="{FF2B5EF4-FFF2-40B4-BE49-F238E27FC236}">
                  <a16:creationId xmlns:a16="http://schemas.microsoft.com/office/drawing/2014/main" id="{D387767C-8C3C-8161-B697-1E13767C9C0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663937" y="1628775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172235" name="Straight Connector 172234">
              <a:extLst>
                <a:ext uri="{FF2B5EF4-FFF2-40B4-BE49-F238E27FC236}">
                  <a16:creationId xmlns:a16="http://schemas.microsoft.com/office/drawing/2014/main" id="{7EDDBB9D-F7D5-650D-CE66-3DB2DDB3EA86}"/>
                </a:ext>
              </a:extLst>
            </p:cNvPr>
            <p:cNvCxnSpPr>
              <a:cxnSpLocks/>
              <a:stCxn id="172232" idx="0"/>
            </p:cNvCxnSpPr>
            <p:nvPr/>
          </p:nvCxnSpPr>
          <p:spPr>
            <a:xfrm flipH="1">
              <a:off x="5010150" y="2078078"/>
              <a:ext cx="4762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38" name="Straight Connector 172237">
              <a:extLst>
                <a:ext uri="{FF2B5EF4-FFF2-40B4-BE49-F238E27FC236}">
                  <a16:creationId xmlns:a16="http://schemas.microsoft.com/office/drawing/2014/main" id="{B2A2674F-0B55-FF90-4160-C43D6F1420F1}"/>
                </a:ext>
              </a:extLst>
            </p:cNvPr>
            <p:cNvCxnSpPr>
              <a:cxnSpLocks/>
            </p:cNvCxnSpPr>
            <p:nvPr/>
          </p:nvCxnSpPr>
          <p:spPr>
            <a:xfrm>
              <a:off x="6025625" y="1420853"/>
              <a:ext cx="118667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39" name="Straight Connector 172238">
              <a:extLst>
                <a:ext uri="{FF2B5EF4-FFF2-40B4-BE49-F238E27FC236}">
                  <a16:creationId xmlns:a16="http://schemas.microsoft.com/office/drawing/2014/main" id="{62C030D2-BBED-DB7A-62E1-1BEE5C617823}"/>
                </a:ext>
              </a:extLst>
            </p:cNvPr>
            <p:cNvCxnSpPr>
              <a:cxnSpLocks/>
            </p:cNvCxnSpPr>
            <p:nvPr/>
          </p:nvCxnSpPr>
          <p:spPr>
            <a:xfrm>
              <a:off x="5991225" y="2085975"/>
              <a:ext cx="122107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40" name="Straight Connector 172239">
              <a:extLst>
                <a:ext uri="{FF2B5EF4-FFF2-40B4-BE49-F238E27FC236}">
                  <a16:creationId xmlns:a16="http://schemas.microsoft.com/office/drawing/2014/main" id="{11F0B007-710C-9B5A-881D-5EC141DED563}"/>
                </a:ext>
              </a:extLst>
            </p:cNvPr>
            <p:cNvCxnSpPr>
              <a:cxnSpLocks/>
            </p:cNvCxnSpPr>
            <p:nvPr/>
          </p:nvCxnSpPr>
          <p:spPr>
            <a:xfrm>
              <a:off x="6009721" y="2751097"/>
              <a:ext cx="12025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282" name="Oval 172281">
              <a:extLst>
                <a:ext uri="{FF2B5EF4-FFF2-40B4-BE49-F238E27FC236}">
                  <a16:creationId xmlns:a16="http://schemas.microsoft.com/office/drawing/2014/main" id="{030AE01A-9C0E-A3D1-8248-EF50DC4590E6}"/>
                </a:ext>
              </a:extLst>
            </p:cNvPr>
            <p:cNvSpPr/>
            <p:nvPr/>
          </p:nvSpPr>
          <p:spPr>
            <a:xfrm>
              <a:off x="6372225" y="137541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283" name="Oval 172282">
              <a:extLst>
                <a:ext uri="{FF2B5EF4-FFF2-40B4-BE49-F238E27FC236}">
                  <a16:creationId xmlns:a16="http://schemas.microsoft.com/office/drawing/2014/main" id="{BDF9FD41-CD84-34AF-2222-CC9D0FE8A298}"/>
                </a:ext>
              </a:extLst>
            </p:cNvPr>
            <p:cNvSpPr/>
            <p:nvPr/>
          </p:nvSpPr>
          <p:spPr>
            <a:xfrm>
              <a:off x="6359554" y="2032358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284" name="Oval 172283">
              <a:extLst>
                <a:ext uri="{FF2B5EF4-FFF2-40B4-BE49-F238E27FC236}">
                  <a16:creationId xmlns:a16="http://schemas.microsoft.com/office/drawing/2014/main" id="{65DE2893-0AAE-53F2-BC7D-64F9ABA39CE5}"/>
                </a:ext>
              </a:extLst>
            </p:cNvPr>
            <p:cNvSpPr/>
            <p:nvPr/>
          </p:nvSpPr>
          <p:spPr>
            <a:xfrm>
              <a:off x="6362700" y="270891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172286" name="Straight Arrow Connector 172285">
              <a:extLst>
                <a:ext uri="{FF2B5EF4-FFF2-40B4-BE49-F238E27FC236}">
                  <a16:creationId xmlns:a16="http://schemas.microsoft.com/office/drawing/2014/main" id="{7CA47252-3387-71A7-BC95-8C3AFD173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58019" y="2108164"/>
              <a:ext cx="0" cy="977221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87" name="Straight Arrow Connector 172286">
              <a:extLst>
                <a:ext uri="{FF2B5EF4-FFF2-40B4-BE49-F238E27FC236}">
                  <a16:creationId xmlns:a16="http://schemas.microsoft.com/office/drawing/2014/main" id="{7FCFAB3B-8208-3BC5-C864-4F37F95942FD}"/>
                </a:ext>
              </a:extLst>
            </p:cNvPr>
            <p:cNvCxnSpPr>
              <a:cxnSpLocks/>
            </p:cNvCxnSpPr>
            <p:nvPr/>
          </p:nvCxnSpPr>
          <p:spPr>
            <a:xfrm>
              <a:off x="7010400" y="2761396"/>
              <a:ext cx="0" cy="362804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88" name="Straight Arrow Connector 172287">
              <a:extLst>
                <a:ext uri="{FF2B5EF4-FFF2-40B4-BE49-F238E27FC236}">
                  <a16:creationId xmlns:a16="http://schemas.microsoft.com/office/drawing/2014/main" id="{31FDCB9D-5BF1-4ACE-9E05-3245A5A0712C}"/>
                </a:ext>
              </a:extLst>
            </p:cNvPr>
            <p:cNvCxnSpPr>
              <a:cxnSpLocks/>
            </p:cNvCxnSpPr>
            <p:nvPr/>
          </p:nvCxnSpPr>
          <p:spPr>
            <a:xfrm>
              <a:off x="7391400" y="1440367"/>
              <a:ext cx="0" cy="1655258"/>
            </a:xfrm>
            <a:prstGeom prst="straightConnector1">
              <a:avLst/>
            </a:prstGeom>
            <a:ln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295" name="Rectangle 18">
              <a:extLst>
                <a:ext uri="{FF2B5EF4-FFF2-40B4-BE49-F238E27FC236}">
                  <a16:creationId xmlns:a16="http://schemas.microsoft.com/office/drawing/2014/main" id="{C94DEA50-3921-DD63-7762-3486B0A51F4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591300" y="2740923"/>
              <a:ext cx="392703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CN</a:t>
              </a:r>
            </a:p>
          </p:txBody>
        </p:sp>
        <p:sp>
          <p:nvSpPr>
            <p:cNvPr id="172296" name="Rectangle 18">
              <a:extLst>
                <a:ext uri="{FF2B5EF4-FFF2-40B4-BE49-F238E27FC236}">
                  <a16:creationId xmlns:a16="http://schemas.microsoft.com/office/drawing/2014/main" id="{D8004AB1-B460-187E-4144-F7C661B554B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38950" y="2238375"/>
              <a:ext cx="454233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BN</a:t>
              </a:r>
            </a:p>
          </p:txBody>
        </p:sp>
        <p:sp>
          <p:nvSpPr>
            <p:cNvPr id="172297" name="Rectangle 18">
              <a:extLst>
                <a:ext uri="{FF2B5EF4-FFF2-40B4-BE49-F238E27FC236}">
                  <a16:creationId xmlns:a16="http://schemas.microsoft.com/office/drawing/2014/main" id="{92F0D61A-55E9-054D-8FB8-277B16EBD0A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91400" y="1943101"/>
              <a:ext cx="454233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AN</a:t>
              </a:r>
            </a:p>
          </p:txBody>
        </p:sp>
        <p:sp>
          <p:nvSpPr>
            <p:cNvPr id="172298" name="Rectangle 18">
              <a:extLst>
                <a:ext uri="{FF2B5EF4-FFF2-40B4-BE49-F238E27FC236}">
                  <a16:creationId xmlns:a16="http://schemas.microsoft.com/office/drawing/2014/main" id="{6EE886DF-4C88-0DD3-5778-123BFD1285A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343650" y="1114425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299" name="Rectangle 18">
              <a:extLst>
                <a:ext uri="{FF2B5EF4-FFF2-40B4-BE49-F238E27FC236}">
                  <a16:creationId xmlns:a16="http://schemas.microsoft.com/office/drawing/2014/main" id="{FE52E4E4-A007-4099-69ED-019730B6977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343650" y="1780401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300" name="Rectangle 18">
              <a:extLst>
                <a:ext uri="{FF2B5EF4-FFF2-40B4-BE49-F238E27FC236}">
                  <a16:creationId xmlns:a16="http://schemas.microsoft.com/office/drawing/2014/main" id="{0BE5F52A-D9EC-FDF7-7678-318896895DA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334125" y="2446377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36D8BDEF-E183-AEF4-DB4A-DF6D0CD661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48200" y="1932801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375CA52-9459-B509-21C1-6BD7B24CBBAC}"/>
                </a:ext>
              </a:extLst>
            </p:cNvPr>
            <p:cNvCxnSpPr>
              <a:cxnSpLocks/>
              <a:stCxn id="172225" idx="2"/>
            </p:cNvCxnSpPr>
            <p:nvPr/>
          </p:nvCxnSpPr>
          <p:spPr>
            <a:xfrm>
              <a:off x="5010150" y="2762250"/>
              <a:ext cx="0" cy="6667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825BC98-1593-31C7-F6E1-14DEE0BFE88D}"/>
                </a:ext>
              </a:extLst>
            </p:cNvPr>
            <p:cNvCxnSpPr/>
            <p:nvPr/>
          </p:nvCxnSpPr>
          <p:spPr>
            <a:xfrm>
              <a:off x="5010150" y="3124200"/>
              <a:ext cx="29146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967AE94-84C3-8724-2E27-9933D0B61485}"/>
                </a:ext>
              </a:extLst>
            </p:cNvPr>
            <p:cNvSpPr/>
            <p:nvPr/>
          </p:nvSpPr>
          <p:spPr>
            <a:xfrm>
              <a:off x="4876799" y="3429000"/>
              <a:ext cx="304799" cy="68301"/>
            </a:xfrm>
            <a:prstGeom prst="rect">
              <a:avLst/>
            </a:prstGeom>
            <a:pattFill prst="pct20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18">
            <a:extLst>
              <a:ext uri="{FF2B5EF4-FFF2-40B4-BE49-F238E27FC236}">
                <a16:creationId xmlns:a16="http://schemas.microsoft.com/office/drawing/2014/main" id="{B5BBA237-2A4F-19D1-A2AC-8809D4F7C1A5}"/>
              </a:ext>
            </a:extLst>
          </p:cNvPr>
          <p:cNvSpPr txBox="1">
            <a:spLocks noChangeArrowheads="1"/>
          </p:cNvSpPr>
          <p:nvPr/>
        </p:nvSpPr>
        <p:spPr>
          <a:xfrm>
            <a:off x="882481" y="2526268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spcBef>
                <a:spcPts val="0"/>
              </a:spcBef>
              <a:buFontTx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,U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BN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,U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- Điện áp pha</a:t>
            </a: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3C0B81E2-AB9C-C18B-B8B8-0C278614EE1D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3288268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Điện áp giữa các pha:</a:t>
            </a: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B3CA92AC-B4EE-C50E-C24F-E30011C5A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788496"/>
              </p:ext>
            </p:extLst>
          </p:nvPr>
        </p:nvGraphicFramePr>
        <p:xfrm>
          <a:off x="560637" y="3886474"/>
          <a:ext cx="3173163" cy="1568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080" imgH="952200" progId="Equation.DSMT4">
                  <p:embed/>
                </p:oleObj>
              </mc:Choice>
              <mc:Fallback>
                <p:oleObj name="Equation" r:id="rId3" imgW="1981080" imgH="952200" progId="Equation.DSMT4">
                  <p:embed/>
                  <p:pic>
                    <p:nvPicPr>
                      <p:cNvPr id="172103" name="Object 172102">
                        <a:extLst>
                          <a:ext uri="{FF2B5EF4-FFF2-40B4-BE49-F238E27FC236}">
                            <a16:creationId xmlns:a16="http://schemas.microsoft.com/office/drawing/2014/main" id="{053A00A9-6FD4-78BD-5B48-9320F1CEB6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0637" y="3886474"/>
                        <a:ext cx="3173163" cy="1568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AA908EEE-0C49-E5E2-D8E4-CEC7F558B3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383031"/>
              </p:ext>
            </p:extLst>
          </p:nvPr>
        </p:nvGraphicFramePr>
        <p:xfrm>
          <a:off x="4317863" y="3810000"/>
          <a:ext cx="4597537" cy="165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71800" imgH="1002960" progId="Equation.DSMT4">
                  <p:embed/>
                </p:oleObj>
              </mc:Choice>
              <mc:Fallback>
                <p:oleObj name="Equation" r:id="rId5" imgW="2971800" imgH="100296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B3CA92AC-B4EE-C50E-C24F-E30011C5A5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17863" y="3810000"/>
                        <a:ext cx="4597537" cy="1652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Arrow: Right 28">
            <a:extLst>
              <a:ext uri="{FF2B5EF4-FFF2-40B4-BE49-F238E27FC236}">
                <a16:creationId xmlns:a16="http://schemas.microsoft.com/office/drawing/2014/main" id="{C74FF5AF-D88D-4B21-0F3D-5AD3B5220EED}"/>
              </a:ext>
            </a:extLst>
          </p:cNvPr>
          <p:cNvSpPr/>
          <p:nvPr/>
        </p:nvSpPr>
        <p:spPr>
          <a:xfrm>
            <a:off x="3886200" y="4310302"/>
            <a:ext cx="228600" cy="46886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2B1A481F-EE8F-A58A-BCFB-92B4BDA31CB3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5638800"/>
            <a:ext cx="5319999" cy="3693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Với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pm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220 V, điện áp dây/điện áp pha:</a:t>
            </a: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91C8E4B0-2149-E7D4-C129-B79D212000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883477"/>
              </p:ext>
            </p:extLst>
          </p:nvPr>
        </p:nvGraphicFramePr>
        <p:xfrm>
          <a:off x="5715000" y="5603370"/>
          <a:ext cx="3073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17360" imgH="291960" progId="Equation.DSMT4">
                  <p:embed/>
                </p:oleObj>
              </mc:Choice>
              <mc:Fallback>
                <p:oleObj name="Equation" r:id="rId7" imgW="1917360" imgH="29196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B3CA92AC-B4EE-C50E-C24F-E30011C5A5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15000" y="5603370"/>
                        <a:ext cx="3073400" cy="481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098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42" grpId="0"/>
      <p:bldP spid="172126" grpId="0"/>
      <p:bldP spid="172302" grpId="0" animBg="1"/>
      <p:bldP spid="24" grpId="0"/>
      <p:bldP spid="26" grpId="0"/>
      <p:bldP spid="29" grpId="0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0" y="390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72126" name="Rectangle 18">
            <a:extLst>
              <a:ext uri="{FF2B5EF4-FFF2-40B4-BE49-F238E27FC236}">
                <a16:creationId xmlns:a16="http://schemas.microsoft.com/office/drawing/2014/main" id="{09F89030-174E-FC8E-E040-307801FEFFE9}"/>
              </a:ext>
            </a:extLst>
          </p:cNvPr>
          <p:cNvSpPr txBox="1">
            <a:spLocks noChangeArrowheads="1"/>
          </p:cNvSpPr>
          <p:nvPr/>
        </p:nvSpPr>
        <p:spPr>
          <a:xfrm>
            <a:off x="280664" y="392668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Nối hình tam giác:</a:t>
            </a: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3C0B81E2-AB9C-C18B-B8B8-0C278614EE1D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881583"/>
            <a:ext cx="4958898" cy="118494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Char char="-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Cuối cuộn dây pha này - nối với đầu cuộn dây pha kia.</a:t>
            </a:r>
          </a:p>
          <a:p>
            <a:pPr>
              <a:spcBef>
                <a:spcPts val="600"/>
              </a:spcBef>
              <a:buFontTx/>
              <a:buChar char="-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Điện áp pha = điện áp dây</a:t>
            </a: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B3CA92AC-B4EE-C50E-C24F-E30011C5A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291185"/>
              </p:ext>
            </p:extLst>
          </p:nvPr>
        </p:nvGraphicFramePr>
        <p:xfrm>
          <a:off x="603503" y="2109161"/>
          <a:ext cx="2578991" cy="478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9400" imgH="253800" progId="Equation.DSMT4">
                  <p:embed/>
                </p:oleObj>
              </mc:Choice>
              <mc:Fallback>
                <p:oleObj name="Equation" r:id="rId3" imgW="1409400" imgH="25380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B3CA92AC-B4EE-C50E-C24F-E30011C5A5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503" y="2109161"/>
                        <a:ext cx="2578991" cy="478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2270" name="Group 172269">
            <a:extLst>
              <a:ext uri="{FF2B5EF4-FFF2-40B4-BE49-F238E27FC236}">
                <a16:creationId xmlns:a16="http://schemas.microsoft.com/office/drawing/2014/main" id="{3A186C0E-81F4-E5D2-F712-0FACF7618CA2}"/>
              </a:ext>
            </a:extLst>
          </p:cNvPr>
          <p:cNvGrpSpPr/>
          <p:nvPr/>
        </p:nvGrpSpPr>
        <p:grpSpPr>
          <a:xfrm>
            <a:off x="5860655" y="573960"/>
            <a:ext cx="2978545" cy="1761634"/>
            <a:chOff x="1973263" y="845554"/>
            <a:chExt cx="2978545" cy="1761634"/>
          </a:xfrm>
        </p:grpSpPr>
        <p:grpSp>
          <p:nvGrpSpPr>
            <p:cNvPr id="172159" name="Group 29">
              <a:extLst>
                <a:ext uri="{FF2B5EF4-FFF2-40B4-BE49-F238E27FC236}">
                  <a16:creationId xmlns:a16="http://schemas.microsoft.com/office/drawing/2014/main" id="{EC1AD267-E481-1C51-1E98-838F2965756A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512995" y="2047159"/>
              <a:ext cx="530432" cy="162640"/>
              <a:chOff x="2448" y="1728"/>
              <a:chExt cx="571" cy="143"/>
            </a:xfrm>
          </p:grpSpPr>
          <p:sp>
            <p:nvSpPr>
              <p:cNvPr id="172162" name="Freeform 30">
                <a:extLst>
                  <a:ext uri="{FF2B5EF4-FFF2-40B4-BE49-F238E27FC236}">
                    <a16:creationId xmlns:a16="http://schemas.microsoft.com/office/drawing/2014/main" id="{92D13012-7584-50F1-7197-EC2C03DFF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3" name="Freeform 31">
                <a:extLst>
                  <a:ext uri="{FF2B5EF4-FFF2-40B4-BE49-F238E27FC236}">
                    <a16:creationId xmlns:a16="http://schemas.microsoft.com/office/drawing/2014/main" id="{C109EB4D-19EE-FBA9-5DC6-436F2D3DB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4" name="Freeform 32">
                <a:extLst>
                  <a:ext uri="{FF2B5EF4-FFF2-40B4-BE49-F238E27FC236}">
                    <a16:creationId xmlns:a16="http://schemas.microsoft.com/office/drawing/2014/main" id="{8DB7F12C-1C54-4748-4654-F100007EEB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5" name="Freeform 33">
                <a:extLst>
                  <a:ext uri="{FF2B5EF4-FFF2-40B4-BE49-F238E27FC236}">
                    <a16:creationId xmlns:a16="http://schemas.microsoft.com/office/drawing/2014/main" id="{F8E2007F-4785-8BDA-2C11-3A3A7F24B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6" name="Line 34">
                <a:extLst>
                  <a:ext uri="{FF2B5EF4-FFF2-40B4-BE49-F238E27FC236}">
                    <a16:creationId xmlns:a16="http://schemas.microsoft.com/office/drawing/2014/main" id="{BAC799F5-D5A9-B8F7-21E8-2FFD5A0A0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67" name="Line 35">
                <a:extLst>
                  <a:ext uri="{FF2B5EF4-FFF2-40B4-BE49-F238E27FC236}">
                    <a16:creationId xmlns:a16="http://schemas.microsoft.com/office/drawing/2014/main" id="{0E2FD0C7-DCE7-1248-1CD0-941705AAA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grpSp>
          <p:nvGrpSpPr>
            <p:cNvPr id="172131" name="Group 29">
              <a:extLst>
                <a:ext uri="{FF2B5EF4-FFF2-40B4-BE49-F238E27FC236}">
                  <a16:creationId xmlns:a16="http://schemas.microsoft.com/office/drawing/2014/main" id="{66191B1B-3C0A-B8BF-EC41-97F2E230B2B9}"/>
                </a:ext>
              </a:extLst>
            </p:cNvPr>
            <p:cNvGrpSpPr>
              <a:grpSpLocks/>
            </p:cNvGrpSpPr>
            <p:nvPr/>
          </p:nvGrpSpPr>
          <p:grpSpPr bwMode="auto">
            <a:xfrm rot="3880543">
              <a:off x="2954600" y="1485244"/>
              <a:ext cx="509270" cy="162640"/>
              <a:chOff x="2448" y="1728"/>
              <a:chExt cx="571" cy="143"/>
            </a:xfrm>
          </p:grpSpPr>
          <p:sp>
            <p:nvSpPr>
              <p:cNvPr id="172153" name="Freeform 30">
                <a:extLst>
                  <a:ext uri="{FF2B5EF4-FFF2-40B4-BE49-F238E27FC236}">
                    <a16:creationId xmlns:a16="http://schemas.microsoft.com/office/drawing/2014/main" id="{9CD1B9AE-DE5D-22AE-D5D5-EC45BAFE2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4" name="Freeform 31">
                <a:extLst>
                  <a:ext uri="{FF2B5EF4-FFF2-40B4-BE49-F238E27FC236}">
                    <a16:creationId xmlns:a16="http://schemas.microsoft.com/office/drawing/2014/main" id="{D36F5BDC-4A4F-7B34-4FE5-52042936F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5" name="Freeform 32">
                <a:extLst>
                  <a:ext uri="{FF2B5EF4-FFF2-40B4-BE49-F238E27FC236}">
                    <a16:creationId xmlns:a16="http://schemas.microsoft.com/office/drawing/2014/main" id="{548E101B-B75A-F21A-D0A3-E8D808855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6" name="Freeform 33">
                <a:extLst>
                  <a:ext uri="{FF2B5EF4-FFF2-40B4-BE49-F238E27FC236}">
                    <a16:creationId xmlns:a16="http://schemas.microsoft.com/office/drawing/2014/main" id="{A6BC2735-9FA5-E15F-550B-49365F3D8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7" name="Line 34">
                <a:extLst>
                  <a:ext uri="{FF2B5EF4-FFF2-40B4-BE49-F238E27FC236}">
                    <a16:creationId xmlns:a16="http://schemas.microsoft.com/office/drawing/2014/main" id="{1B56353D-18C5-8843-CCBB-6206A5285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8" name="Line 35">
                <a:extLst>
                  <a:ext uri="{FF2B5EF4-FFF2-40B4-BE49-F238E27FC236}">
                    <a16:creationId xmlns:a16="http://schemas.microsoft.com/office/drawing/2014/main" id="{2E730684-8657-3D44-0068-2871E180C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grpSp>
          <p:nvGrpSpPr>
            <p:cNvPr id="172134" name="Group 29">
              <a:extLst>
                <a:ext uri="{FF2B5EF4-FFF2-40B4-BE49-F238E27FC236}">
                  <a16:creationId xmlns:a16="http://schemas.microsoft.com/office/drawing/2014/main" id="{7B1100EE-A005-0E6B-94ED-14EF0C2E1696}"/>
                </a:ext>
              </a:extLst>
            </p:cNvPr>
            <p:cNvGrpSpPr>
              <a:grpSpLocks/>
            </p:cNvGrpSpPr>
            <p:nvPr/>
          </p:nvGrpSpPr>
          <p:grpSpPr bwMode="auto">
            <a:xfrm rot="7453507">
              <a:off x="2191658" y="1510263"/>
              <a:ext cx="509270" cy="162640"/>
              <a:chOff x="2448" y="1728"/>
              <a:chExt cx="571" cy="143"/>
            </a:xfrm>
          </p:grpSpPr>
          <p:sp>
            <p:nvSpPr>
              <p:cNvPr id="172147" name="Freeform 30">
                <a:extLst>
                  <a:ext uri="{FF2B5EF4-FFF2-40B4-BE49-F238E27FC236}">
                    <a16:creationId xmlns:a16="http://schemas.microsoft.com/office/drawing/2014/main" id="{F5025682-9F3D-7CDB-D6AC-1716CB173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48" name="Freeform 31">
                <a:extLst>
                  <a:ext uri="{FF2B5EF4-FFF2-40B4-BE49-F238E27FC236}">
                    <a16:creationId xmlns:a16="http://schemas.microsoft.com/office/drawing/2014/main" id="{5451B16E-F70E-E828-B1E0-952CF2A60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49" name="Freeform 32">
                <a:extLst>
                  <a:ext uri="{FF2B5EF4-FFF2-40B4-BE49-F238E27FC236}">
                    <a16:creationId xmlns:a16="http://schemas.microsoft.com/office/drawing/2014/main" id="{0FE7BCAC-52FC-929B-0D3B-8494614BD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0" name="Freeform 33">
                <a:extLst>
                  <a:ext uri="{FF2B5EF4-FFF2-40B4-BE49-F238E27FC236}">
                    <a16:creationId xmlns:a16="http://schemas.microsoft.com/office/drawing/2014/main" id="{C5FDDB97-3BE8-074E-2EAF-4645FF656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1" name="Line 34">
                <a:extLst>
                  <a:ext uri="{FF2B5EF4-FFF2-40B4-BE49-F238E27FC236}">
                    <a16:creationId xmlns:a16="http://schemas.microsoft.com/office/drawing/2014/main" id="{265661E2-3618-B479-4DBC-A55D61DD69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52" name="Line 35">
                <a:extLst>
                  <a:ext uri="{FF2B5EF4-FFF2-40B4-BE49-F238E27FC236}">
                    <a16:creationId xmlns:a16="http://schemas.microsoft.com/office/drawing/2014/main" id="{C81F86E9-1EAE-5005-E8F1-88C034B01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A634E65-1320-F86A-24CA-D0F692BE9993}"/>
                </a:ext>
              </a:extLst>
            </p:cNvPr>
            <p:cNvCxnSpPr>
              <a:cxnSpLocks/>
            </p:cNvCxnSpPr>
            <p:nvPr/>
          </p:nvCxnSpPr>
          <p:spPr>
            <a:xfrm>
              <a:off x="3003481" y="2111830"/>
              <a:ext cx="47372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B5CE4FF-844A-F974-5E25-9A1797A821FB}"/>
                </a:ext>
              </a:extLst>
            </p:cNvPr>
            <p:cNvCxnSpPr>
              <a:cxnSpLocks/>
            </p:cNvCxnSpPr>
            <p:nvPr/>
          </p:nvCxnSpPr>
          <p:spPr>
            <a:xfrm>
              <a:off x="2831840" y="962607"/>
              <a:ext cx="174016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DD75050-8E74-C369-ECA9-7448A353E9A8}"/>
                </a:ext>
              </a:extLst>
            </p:cNvPr>
            <p:cNvCxnSpPr>
              <a:cxnSpLocks/>
            </p:cNvCxnSpPr>
            <p:nvPr/>
          </p:nvCxnSpPr>
          <p:spPr>
            <a:xfrm>
              <a:off x="2086833" y="2099362"/>
              <a:ext cx="4951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54A412-0BE1-266F-8770-9A1F927906F6}"/>
                </a:ext>
              </a:extLst>
            </p:cNvPr>
            <p:cNvCxnSpPr>
              <a:cxnSpLocks/>
              <a:endCxn id="172157" idx="1"/>
            </p:cNvCxnSpPr>
            <p:nvPr/>
          </p:nvCxnSpPr>
          <p:spPr>
            <a:xfrm flipH="1" flipV="1">
              <a:off x="3296050" y="1807189"/>
              <a:ext cx="194478" cy="2984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B41B0EE-1E0D-C025-6D99-86F77E598B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6833" y="1707924"/>
              <a:ext cx="245942" cy="3776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38D7DF8-3FA3-FB01-46F6-A9F2F510E36A}"/>
                </a:ext>
              </a:extLst>
            </p:cNvPr>
            <p:cNvSpPr/>
            <p:nvPr/>
          </p:nvSpPr>
          <p:spPr>
            <a:xfrm>
              <a:off x="2556587" y="962607"/>
              <a:ext cx="550506" cy="419877"/>
            </a:xfrm>
            <a:custGeom>
              <a:avLst/>
              <a:gdLst>
                <a:gd name="connsiteX0" fmla="*/ 0 w 550506"/>
                <a:gd name="connsiteY0" fmla="*/ 401216 h 419877"/>
                <a:gd name="connsiteX1" fmla="*/ 279918 w 550506"/>
                <a:gd name="connsiteY1" fmla="*/ 0 h 419877"/>
                <a:gd name="connsiteX2" fmla="*/ 550506 w 550506"/>
                <a:gd name="connsiteY2" fmla="*/ 419877 h 41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0506" h="419877">
                  <a:moveTo>
                    <a:pt x="0" y="401216"/>
                  </a:moveTo>
                  <a:lnTo>
                    <a:pt x="279918" y="0"/>
                  </a:lnTo>
                  <a:lnTo>
                    <a:pt x="550506" y="41987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2259" name="Straight Connector 172258">
              <a:extLst>
                <a:ext uri="{FF2B5EF4-FFF2-40B4-BE49-F238E27FC236}">
                  <a16:creationId xmlns:a16="http://schemas.microsoft.com/office/drawing/2014/main" id="{EEE00727-E22F-76E5-8B58-19653C7B3BE0}"/>
                </a:ext>
              </a:extLst>
            </p:cNvPr>
            <p:cNvCxnSpPr>
              <a:cxnSpLocks/>
            </p:cNvCxnSpPr>
            <p:nvPr/>
          </p:nvCxnSpPr>
          <p:spPr>
            <a:xfrm>
              <a:off x="3477207" y="2106974"/>
              <a:ext cx="109479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262" name="Freeform: Shape 172261">
              <a:extLst>
                <a:ext uri="{FF2B5EF4-FFF2-40B4-BE49-F238E27FC236}">
                  <a16:creationId xmlns:a16="http://schemas.microsoft.com/office/drawing/2014/main" id="{C73FCCDC-8646-FAFF-28E2-D941E193C2F6}"/>
                </a:ext>
              </a:extLst>
            </p:cNvPr>
            <p:cNvSpPr/>
            <p:nvPr/>
          </p:nvSpPr>
          <p:spPr>
            <a:xfrm>
              <a:off x="2086833" y="2118049"/>
              <a:ext cx="2522489" cy="391886"/>
            </a:xfrm>
            <a:custGeom>
              <a:avLst/>
              <a:gdLst>
                <a:gd name="connsiteX0" fmla="*/ 0 w 2491273"/>
                <a:gd name="connsiteY0" fmla="*/ 0 h 391886"/>
                <a:gd name="connsiteX1" fmla="*/ 0 w 2491273"/>
                <a:gd name="connsiteY1" fmla="*/ 391886 h 391886"/>
                <a:gd name="connsiteX2" fmla="*/ 2491273 w 2491273"/>
                <a:gd name="connsiteY2" fmla="*/ 391886 h 391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91273" h="391886">
                  <a:moveTo>
                    <a:pt x="0" y="0"/>
                  </a:moveTo>
                  <a:lnTo>
                    <a:pt x="0" y="391886"/>
                  </a:lnTo>
                  <a:lnTo>
                    <a:pt x="2491273" y="39188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72263" name="Object 172262">
              <a:extLst>
                <a:ext uri="{FF2B5EF4-FFF2-40B4-BE49-F238E27FC236}">
                  <a16:creationId xmlns:a16="http://schemas.microsoft.com/office/drawing/2014/main" id="{03A1B41F-14D2-CA69-E191-1446352B59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9262423"/>
                </p:ext>
              </p:extLst>
            </p:nvPr>
          </p:nvGraphicFramePr>
          <p:xfrm>
            <a:off x="3363560" y="1363037"/>
            <a:ext cx="403812" cy="336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04560" imgH="253800" progId="Equation.DSMT4">
                    <p:embed/>
                  </p:oleObj>
                </mc:Choice>
                <mc:Fallback>
                  <p:oleObj name="Equation" r:id="rId5" imgW="3045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63560" y="1363037"/>
                          <a:ext cx="403812" cy="3365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264" name="Object 172263">
              <a:extLst>
                <a:ext uri="{FF2B5EF4-FFF2-40B4-BE49-F238E27FC236}">
                  <a16:creationId xmlns:a16="http://schemas.microsoft.com/office/drawing/2014/main" id="{DD9512DB-228E-9D0F-D160-AC1D4D76BF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8607934"/>
                </p:ext>
              </p:extLst>
            </p:nvPr>
          </p:nvGraphicFramePr>
          <p:xfrm>
            <a:off x="2571750" y="1738313"/>
            <a:ext cx="4191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17160" imgH="253800" progId="Equation.DSMT4">
                    <p:embed/>
                  </p:oleObj>
                </mc:Choice>
                <mc:Fallback>
                  <p:oleObj name="Equation" r:id="rId7" imgW="317160" imgH="253800" progId="Equation.DSMT4">
                    <p:embed/>
                    <p:pic>
                      <p:nvPicPr>
                        <p:cNvPr id="172263" name="Object 172262">
                          <a:extLst>
                            <a:ext uri="{FF2B5EF4-FFF2-40B4-BE49-F238E27FC236}">
                              <a16:creationId xmlns:a16="http://schemas.microsoft.com/office/drawing/2014/main" id="{03A1B41F-14D2-CA69-E191-1446352B59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71750" y="1738313"/>
                          <a:ext cx="419100" cy="3365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265" name="Object 172264">
              <a:extLst>
                <a:ext uri="{FF2B5EF4-FFF2-40B4-BE49-F238E27FC236}">
                  <a16:creationId xmlns:a16="http://schemas.microsoft.com/office/drawing/2014/main" id="{A4FDA1CE-2523-6751-E187-68B7038781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9615602"/>
                </p:ext>
              </p:extLst>
            </p:nvPr>
          </p:nvGraphicFramePr>
          <p:xfrm>
            <a:off x="1973263" y="1295400"/>
            <a:ext cx="38576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91960" imgH="253800" progId="Equation.DSMT4">
                    <p:embed/>
                  </p:oleObj>
                </mc:Choice>
                <mc:Fallback>
                  <p:oleObj name="Equation" r:id="rId9" imgW="291960" imgH="253800" progId="Equation.DSMT4">
                    <p:embed/>
                    <p:pic>
                      <p:nvPicPr>
                        <p:cNvPr id="172264" name="Object 172263">
                          <a:extLst>
                            <a:ext uri="{FF2B5EF4-FFF2-40B4-BE49-F238E27FC236}">
                              <a16:creationId xmlns:a16="http://schemas.microsoft.com/office/drawing/2014/main" id="{DD9512DB-228E-9D0F-D160-AC1D4D76BF6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73263" y="1295400"/>
                          <a:ext cx="385762" cy="3365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2267" name="Rectangle 18">
              <a:extLst>
                <a:ext uri="{FF2B5EF4-FFF2-40B4-BE49-F238E27FC236}">
                  <a16:creationId xmlns:a16="http://schemas.microsoft.com/office/drawing/2014/main" id="{24FBC04B-60F7-3C90-230C-BD1E095FF2D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29631" y="845554"/>
              <a:ext cx="285039" cy="215443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2268" name="Rectangle 18">
              <a:extLst>
                <a:ext uri="{FF2B5EF4-FFF2-40B4-BE49-F238E27FC236}">
                  <a16:creationId xmlns:a16="http://schemas.microsoft.com/office/drawing/2014/main" id="{8D0B0C40-3662-8E10-B883-9A72498C569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48200" y="1975695"/>
              <a:ext cx="285039" cy="215443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72269" name="Rectangle 18">
              <a:extLst>
                <a:ext uri="{FF2B5EF4-FFF2-40B4-BE49-F238E27FC236}">
                  <a16:creationId xmlns:a16="http://schemas.microsoft.com/office/drawing/2014/main" id="{41E80162-089A-9627-6CB5-C352CE1FF3F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66769" y="2391745"/>
              <a:ext cx="285039" cy="215443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</p:grpSp>
      <p:sp>
        <p:nvSpPr>
          <p:cNvPr id="172271" name="Rectangle 172270">
            <a:extLst>
              <a:ext uri="{FF2B5EF4-FFF2-40B4-BE49-F238E27FC236}">
                <a16:creationId xmlns:a16="http://schemas.microsoft.com/office/drawing/2014/main" id="{E131CA13-F613-858C-433E-FDEEB8FC435E}"/>
              </a:ext>
            </a:extLst>
          </p:cNvPr>
          <p:cNvSpPr/>
          <p:nvPr/>
        </p:nvSpPr>
        <p:spPr>
          <a:xfrm>
            <a:off x="337103" y="2890767"/>
            <a:ext cx="82734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latin typeface="Arial" pitchFamily="34" charset="0"/>
                <a:cs typeface="Arial" pitchFamily="34" charset="0"/>
              </a:rPr>
              <a:t>5.3 GHÉP NỐI NGUỒN – TẢI MẠCH BA PHA</a:t>
            </a:r>
            <a:endParaRPr lang="en-US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2272" name="Rectangle 172271">
            <a:extLst>
              <a:ext uri="{FF2B5EF4-FFF2-40B4-BE49-F238E27FC236}">
                <a16:creationId xmlns:a16="http://schemas.microsoft.com/office/drawing/2014/main" id="{AA2E3E3D-FD4F-C74B-CD7C-60D4BDB18E64}"/>
              </a:ext>
            </a:extLst>
          </p:cNvPr>
          <p:cNvSpPr/>
          <p:nvPr/>
        </p:nvSpPr>
        <p:spPr>
          <a:xfrm>
            <a:off x="322031" y="3419702"/>
            <a:ext cx="82681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latin typeface="Arial" pitchFamily="34" charset="0"/>
                <a:cs typeface="Arial" pitchFamily="34" charset="0"/>
              </a:rPr>
              <a:t>5.3.1 MẠCH BA PHA NỐI SAO 4 DÂY CÓ TẢI ĐỐI XỨNG</a:t>
            </a: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2294" name="Group 172293">
            <a:extLst>
              <a:ext uri="{FF2B5EF4-FFF2-40B4-BE49-F238E27FC236}">
                <a16:creationId xmlns:a16="http://schemas.microsoft.com/office/drawing/2014/main" id="{CAE22F90-8B94-EA81-7A84-A549EAFFDBE3}"/>
              </a:ext>
            </a:extLst>
          </p:cNvPr>
          <p:cNvGrpSpPr/>
          <p:nvPr/>
        </p:nvGrpSpPr>
        <p:grpSpPr>
          <a:xfrm>
            <a:off x="4191000" y="4262367"/>
            <a:ext cx="4503640" cy="1596077"/>
            <a:chOff x="4605866" y="4114800"/>
            <a:chExt cx="3928534" cy="1392261"/>
          </a:xfrm>
        </p:grpSpPr>
        <p:grpSp>
          <p:nvGrpSpPr>
            <p:cNvPr id="172059" name="Group 172058">
              <a:extLst>
                <a:ext uri="{FF2B5EF4-FFF2-40B4-BE49-F238E27FC236}">
                  <a16:creationId xmlns:a16="http://schemas.microsoft.com/office/drawing/2014/main" id="{466BCB3F-1E7E-263F-BB32-CC0A2DA2F04F}"/>
                </a:ext>
              </a:extLst>
            </p:cNvPr>
            <p:cNvGrpSpPr/>
            <p:nvPr/>
          </p:nvGrpSpPr>
          <p:grpSpPr>
            <a:xfrm>
              <a:off x="4605866" y="4114800"/>
              <a:ext cx="3928534" cy="1392261"/>
              <a:chOff x="4309533" y="4497872"/>
              <a:chExt cx="3928534" cy="1392261"/>
            </a:xfrm>
          </p:grpSpPr>
          <p:sp>
            <p:nvSpPr>
              <p:cNvPr id="172285" name="Rectangle 172284">
                <a:extLst>
                  <a:ext uri="{FF2B5EF4-FFF2-40B4-BE49-F238E27FC236}">
                    <a16:creationId xmlns:a16="http://schemas.microsoft.com/office/drawing/2014/main" id="{92C4CE44-58B6-1A71-DDB3-192CB8A0FF1B}"/>
                  </a:ext>
                </a:extLst>
              </p:cNvPr>
              <p:cNvSpPr/>
              <p:nvPr/>
            </p:nvSpPr>
            <p:spPr>
              <a:xfrm>
                <a:off x="4954848" y="4497872"/>
                <a:ext cx="2423070" cy="6210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2281" name="Group 172280">
                <a:extLst>
                  <a:ext uri="{FF2B5EF4-FFF2-40B4-BE49-F238E27FC236}">
                    <a16:creationId xmlns:a16="http://schemas.microsoft.com/office/drawing/2014/main" id="{BE8D2CFD-36CD-10AF-C3CC-B33A76868992}"/>
                  </a:ext>
                </a:extLst>
              </p:cNvPr>
              <p:cNvGrpSpPr/>
              <p:nvPr/>
            </p:nvGrpSpPr>
            <p:grpSpPr>
              <a:xfrm>
                <a:off x="4800600" y="4634692"/>
                <a:ext cx="320040" cy="320040"/>
                <a:chOff x="5836304" y="4658315"/>
                <a:chExt cx="320040" cy="320040"/>
              </a:xfrm>
            </p:grpSpPr>
            <p:sp>
              <p:nvSpPr>
                <p:cNvPr id="172274" name="Oval 172273">
                  <a:extLst>
                    <a:ext uri="{FF2B5EF4-FFF2-40B4-BE49-F238E27FC236}">
                      <a16:creationId xmlns:a16="http://schemas.microsoft.com/office/drawing/2014/main" id="{DDA782EB-F55F-CEC2-A7D9-6F04E8A14E53}"/>
                    </a:ext>
                  </a:extLst>
                </p:cNvPr>
                <p:cNvSpPr/>
                <p:nvPr/>
              </p:nvSpPr>
              <p:spPr>
                <a:xfrm>
                  <a:off x="5836304" y="4658315"/>
                  <a:ext cx="320040" cy="32004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2276" name="Straight Connector 172275">
                  <a:extLst>
                    <a:ext uri="{FF2B5EF4-FFF2-40B4-BE49-F238E27FC236}">
                      <a16:creationId xmlns:a16="http://schemas.microsoft.com/office/drawing/2014/main" id="{BD17253F-098F-3DBB-DB6C-BA2D92ACD0B7}"/>
                    </a:ext>
                  </a:extLst>
                </p:cNvPr>
                <p:cNvCxnSpPr/>
                <p:nvPr/>
              </p:nvCxnSpPr>
              <p:spPr>
                <a:xfrm>
                  <a:off x="5936670" y="4772889"/>
                  <a:ext cx="1097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277" name="Straight Connector 172276">
                  <a:extLst>
                    <a:ext uri="{FF2B5EF4-FFF2-40B4-BE49-F238E27FC236}">
                      <a16:creationId xmlns:a16="http://schemas.microsoft.com/office/drawing/2014/main" id="{428441E9-8A05-4A18-B729-409BC15054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90552" y="4717470"/>
                  <a:ext cx="0" cy="10972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279" name="Straight Connector 172278">
                  <a:extLst>
                    <a:ext uri="{FF2B5EF4-FFF2-40B4-BE49-F238E27FC236}">
                      <a16:creationId xmlns:a16="http://schemas.microsoft.com/office/drawing/2014/main" id="{E2DB1599-D8ED-383D-512B-E2298CCA7A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43597" y="4886807"/>
                  <a:ext cx="1097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2032" name="Rectangle 172031">
                <a:extLst>
                  <a:ext uri="{FF2B5EF4-FFF2-40B4-BE49-F238E27FC236}">
                    <a16:creationId xmlns:a16="http://schemas.microsoft.com/office/drawing/2014/main" id="{630F3D45-23CB-0015-B538-48928AEF8CB9}"/>
                  </a:ext>
                </a:extLst>
              </p:cNvPr>
              <p:cNvSpPr/>
              <p:nvPr/>
            </p:nvSpPr>
            <p:spPr>
              <a:xfrm>
                <a:off x="7305509" y="4668560"/>
                <a:ext cx="118358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045" name="Freeform: Shape 172044">
                <a:extLst>
                  <a:ext uri="{FF2B5EF4-FFF2-40B4-BE49-F238E27FC236}">
                    <a16:creationId xmlns:a16="http://schemas.microsoft.com/office/drawing/2014/main" id="{3B11D3AE-DACF-F5BC-2D5D-62862808CD4B}"/>
                  </a:ext>
                </a:extLst>
              </p:cNvPr>
              <p:cNvSpPr/>
              <p:nvPr/>
            </p:nvSpPr>
            <p:spPr>
              <a:xfrm>
                <a:off x="4955725" y="5102517"/>
                <a:ext cx="3282342" cy="527816"/>
              </a:xfrm>
              <a:custGeom>
                <a:avLst/>
                <a:gdLst>
                  <a:gd name="connsiteX0" fmla="*/ 0 w 3276600"/>
                  <a:gd name="connsiteY0" fmla="*/ 33866 h 541866"/>
                  <a:gd name="connsiteX1" fmla="*/ 601133 w 3276600"/>
                  <a:gd name="connsiteY1" fmla="*/ 541866 h 541866"/>
                  <a:gd name="connsiteX2" fmla="*/ 3276600 w 3276600"/>
                  <a:gd name="connsiteY2" fmla="*/ 541866 h 541866"/>
                  <a:gd name="connsiteX3" fmla="*/ 3276600 w 3276600"/>
                  <a:gd name="connsiteY3" fmla="*/ 160866 h 541866"/>
                  <a:gd name="connsiteX4" fmla="*/ 2379133 w 3276600"/>
                  <a:gd name="connsiteY4" fmla="*/ 0 h 541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76600" h="541866">
                    <a:moveTo>
                      <a:pt x="0" y="33866"/>
                    </a:moveTo>
                    <a:lnTo>
                      <a:pt x="601133" y="541866"/>
                    </a:lnTo>
                    <a:lnTo>
                      <a:pt x="3276600" y="541866"/>
                    </a:lnTo>
                    <a:lnTo>
                      <a:pt x="3276600" y="160866"/>
                    </a:lnTo>
                    <a:lnTo>
                      <a:pt x="2379133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046" name="Rectangle 172045">
                <a:extLst>
                  <a:ext uri="{FF2B5EF4-FFF2-40B4-BE49-F238E27FC236}">
                    <a16:creationId xmlns:a16="http://schemas.microsoft.com/office/drawing/2014/main" id="{940CAED8-DE00-870A-11EB-F98A0ACF0772}"/>
                  </a:ext>
                </a:extLst>
              </p:cNvPr>
              <p:cNvSpPr/>
              <p:nvPr/>
            </p:nvSpPr>
            <p:spPr>
              <a:xfrm rot="5877565">
                <a:off x="7741903" y="5043915"/>
                <a:ext cx="118358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2038" name="Group 172037">
                <a:extLst>
                  <a:ext uri="{FF2B5EF4-FFF2-40B4-BE49-F238E27FC236}">
                    <a16:creationId xmlns:a16="http://schemas.microsoft.com/office/drawing/2014/main" id="{16163AF6-2A11-B05D-9F9D-A6720BB1B817}"/>
                  </a:ext>
                </a:extLst>
              </p:cNvPr>
              <p:cNvGrpSpPr/>
              <p:nvPr/>
            </p:nvGrpSpPr>
            <p:grpSpPr>
              <a:xfrm rot="7778029">
                <a:off x="5146041" y="5252318"/>
                <a:ext cx="320040" cy="320040"/>
                <a:chOff x="5836304" y="4658315"/>
                <a:chExt cx="320040" cy="320040"/>
              </a:xfrm>
            </p:grpSpPr>
            <p:sp>
              <p:nvSpPr>
                <p:cNvPr id="172040" name="Oval 172039">
                  <a:extLst>
                    <a:ext uri="{FF2B5EF4-FFF2-40B4-BE49-F238E27FC236}">
                      <a16:creationId xmlns:a16="http://schemas.microsoft.com/office/drawing/2014/main" id="{99B58EFF-F99A-0A6D-09DD-C570DCA00CEE}"/>
                    </a:ext>
                  </a:extLst>
                </p:cNvPr>
                <p:cNvSpPr/>
                <p:nvPr/>
              </p:nvSpPr>
              <p:spPr>
                <a:xfrm>
                  <a:off x="5836304" y="4658315"/>
                  <a:ext cx="320040" cy="32004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2041" name="Straight Connector 172040">
                  <a:extLst>
                    <a:ext uri="{FF2B5EF4-FFF2-40B4-BE49-F238E27FC236}">
                      <a16:creationId xmlns:a16="http://schemas.microsoft.com/office/drawing/2014/main" id="{2CCDDCF7-4EEC-3EE7-55E3-BE05AF2193E1}"/>
                    </a:ext>
                  </a:extLst>
                </p:cNvPr>
                <p:cNvCxnSpPr/>
                <p:nvPr/>
              </p:nvCxnSpPr>
              <p:spPr>
                <a:xfrm>
                  <a:off x="5936670" y="4772889"/>
                  <a:ext cx="1097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043" name="Straight Connector 172042">
                  <a:extLst>
                    <a:ext uri="{FF2B5EF4-FFF2-40B4-BE49-F238E27FC236}">
                      <a16:creationId xmlns:a16="http://schemas.microsoft.com/office/drawing/2014/main" id="{D2814844-105F-C3A5-9DA5-0B621C05F0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90552" y="4717470"/>
                  <a:ext cx="0" cy="10972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044" name="Straight Connector 172043">
                  <a:extLst>
                    <a:ext uri="{FF2B5EF4-FFF2-40B4-BE49-F238E27FC236}">
                      <a16:creationId xmlns:a16="http://schemas.microsoft.com/office/drawing/2014/main" id="{F77A78FD-F180-CE85-F880-D4DF4FE24E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43597" y="4886807"/>
                  <a:ext cx="1097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2047" name="Freeform: Shape 172046">
                <a:extLst>
                  <a:ext uri="{FF2B5EF4-FFF2-40B4-BE49-F238E27FC236}">
                    <a16:creationId xmlns:a16="http://schemas.microsoft.com/office/drawing/2014/main" id="{C626C5E0-B25B-2BC4-92BA-F1D2F029F3AF}"/>
                  </a:ext>
                </a:extLst>
              </p:cNvPr>
              <p:cNvSpPr/>
              <p:nvPr/>
            </p:nvSpPr>
            <p:spPr>
              <a:xfrm>
                <a:off x="4309533" y="5096933"/>
                <a:ext cx="3073400" cy="787400"/>
              </a:xfrm>
              <a:custGeom>
                <a:avLst/>
                <a:gdLst>
                  <a:gd name="connsiteX0" fmla="*/ 643467 w 3073400"/>
                  <a:gd name="connsiteY0" fmla="*/ 33867 h 787400"/>
                  <a:gd name="connsiteX1" fmla="*/ 0 w 3073400"/>
                  <a:gd name="connsiteY1" fmla="*/ 516467 h 787400"/>
                  <a:gd name="connsiteX2" fmla="*/ 0 w 3073400"/>
                  <a:gd name="connsiteY2" fmla="*/ 787400 h 787400"/>
                  <a:gd name="connsiteX3" fmla="*/ 2531534 w 3073400"/>
                  <a:gd name="connsiteY3" fmla="*/ 787400 h 787400"/>
                  <a:gd name="connsiteX4" fmla="*/ 2531534 w 3073400"/>
                  <a:gd name="connsiteY4" fmla="*/ 601134 h 787400"/>
                  <a:gd name="connsiteX5" fmla="*/ 2446867 w 3073400"/>
                  <a:gd name="connsiteY5" fmla="*/ 516467 h 787400"/>
                  <a:gd name="connsiteX6" fmla="*/ 2506134 w 3073400"/>
                  <a:gd name="connsiteY6" fmla="*/ 457200 h 787400"/>
                  <a:gd name="connsiteX7" fmla="*/ 3073400 w 3073400"/>
                  <a:gd name="connsiteY7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3400" h="787400">
                    <a:moveTo>
                      <a:pt x="643467" y="33867"/>
                    </a:moveTo>
                    <a:lnTo>
                      <a:pt x="0" y="516467"/>
                    </a:lnTo>
                    <a:lnTo>
                      <a:pt x="0" y="787400"/>
                    </a:lnTo>
                    <a:lnTo>
                      <a:pt x="2531534" y="787400"/>
                    </a:lnTo>
                    <a:lnTo>
                      <a:pt x="2531534" y="601134"/>
                    </a:lnTo>
                    <a:lnTo>
                      <a:pt x="2446867" y="516467"/>
                    </a:lnTo>
                    <a:lnTo>
                      <a:pt x="2506134" y="457200"/>
                    </a:lnTo>
                    <a:lnTo>
                      <a:pt x="3073400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048" name="Rectangle 172047">
                <a:extLst>
                  <a:ext uri="{FF2B5EF4-FFF2-40B4-BE49-F238E27FC236}">
                    <a16:creationId xmlns:a16="http://schemas.microsoft.com/office/drawing/2014/main" id="{9FB3BFB2-FFD7-0087-07CF-D1CA020759BD}"/>
                  </a:ext>
                </a:extLst>
              </p:cNvPr>
              <p:cNvSpPr/>
              <p:nvPr/>
            </p:nvSpPr>
            <p:spPr>
              <a:xfrm rot="3170517">
                <a:off x="6995798" y="5226715"/>
                <a:ext cx="118358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2033" name="Group 172032">
                <a:extLst>
                  <a:ext uri="{FF2B5EF4-FFF2-40B4-BE49-F238E27FC236}">
                    <a16:creationId xmlns:a16="http://schemas.microsoft.com/office/drawing/2014/main" id="{6515F239-FA69-DE8D-2196-F12968541D40}"/>
                  </a:ext>
                </a:extLst>
              </p:cNvPr>
              <p:cNvGrpSpPr/>
              <p:nvPr/>
            </p:nvGrpSpPr>
            <p:grpSpPr>
              <a:xfrm rot="13817481">
                <a:off x="4411980" y="5248605"/>
                <a:ext cx="320040" cy="320040"/>
                <a:chOff x="5836304" y="4658315"/>
                <a:chExt cx="320040" cy="320040"/>
              </a:xfrm>
            </p:grpSpPr>
            <p:sp>
              <p:nvSpPr>
                <p:cNvPr id="172034" name="Oval 172033">
                  <a:extLst>
                    <a:ext uri="{FF2B5EF4-FFF2-40B4-BE49-F238E27FC236}">
                      <a16:creationId xmlns:a16="http://schemas.microsoft.com/office/drawing/2014/main" id="{1FE70ADF-04AF-4D65-38E1-29E6315AD142}"/>
                    </a:ext>
                  </a:extLst>
                </p:cNvPr>
                <p:cNvSpPr/>
                <p:nvPr/>
              </p:nvSpPr>
              <p:spPr>
                <a:xfrm>
                  <a:off x="5836304" y="4658315"/>
                  <a:ext cx="320040" cy="32004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2035" name="Straight Connector 172034">
                  <a:extLst>
                    <a:ext uri="{FF2B5EF4-FFF2-40B4-BE49-F238E27FC236}">
                      <a16:creationId xmlns:a16="http://schemas.microsoft.com/office/drawing/2014/main" id="{5ACFB180-ABD0-D914-DAEE-DE825F24F1C1}"/>
                    </a:ext>
                  </a:extLst>
                </p:cNvPr>
                <p:cNvCxnSpPr/>
                <p:nvPr/>
              </p:nvCxnSpPr>
              <p:spPr>
                <a:xfrm>
                  <a:off x="5936670" y="4772889"/>
                  <a:ext cx="1097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036" name="Straight Connector 172035">
                  <a:extLst>
                    <a:ext uri="{FF2B5EF4-FFF2-40B4-BE49-F238E27FC236}">
                      <a16:creationId xmlns:a16="http://schemas.microsoft.com/office/drawing/2014/main" id="{594227F5-29C8-96EF-9B2A-97005EB790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90552" y="4717470"/>
                  <a:ext cx="0" cy="10972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037" name="Straight Connector 172036">
                  <a:extLst>
                    <a:ext uri="{FF2B5EF4-FFF2-40B4-BE49-F238E27FC236}">
                      <a16:creationId xmlns:a16="http://schemas.microsoft.com/office/drawing/2014/main" id="{39869139-18D9-8552-B81F-5E034E9DA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43597" y="4886807"/>
                  <a:ext cx="1097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2049" name="Oval 172048">
                <a:extLst>
                  <a:ext uri="{FF2B5EF4-FFF2-40B4-BE49-F238E27FC236}">
                    <a16:creationId xmlns:a16="http://schemas.microsoft.com/office/drawing/2014/main" id="{6F4ECB6A-FC3A-0E41-F880-7852B13D01B3}"/>
                  </a:ext>
                </a:extLst>
              </p:cNvPr>
              <p:cNvSpPr/>
              <p:nvPr/>
            </p:nvSpPr>
            <p:spPr>
              <a:xfrm>
                <a:off x="4917068" y="5077935"/>
                <a:ext cx="78267" cy="7826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050" name="Oval 172049">
                <a:extLst>
                  <a:ext uri="{FF2B5EF4-FFF2-40B4-BE49-F238E27FC236}">
                    <a16:creationId xmlns:a16="http://schemas.microsoft.com/office/drawing/2014/main" id="{73D5D6E1-2B67-0F09-D939-0C6350A84FE7}"/>
                  </a:ext>
                </a:extLst>
              </p:cNvPr>
              <p:cNvSpPr/>
              <p:nvPr/>
            </p:nvSpPr>
            <p:spPr>
              <a:xfrm>
                <a:off x="7330067" y="5077932"/>
                <a:ext cx="78267" cy="7826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172051" name="Object 172050">
                <a:extLst>
                  <a:ext uri="{FF2B5EF4-FFF2-40B4-BE49-F238E27FC236}">
                    <a16:creationId xmlns:a16="http://schemas.microsoft.com/office/drawing/2014/main" id="{CBD7B789-31AC-A492-C8B0-597FDD9D406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60618242"/>
                  </p:ext>
                </p:extLst>
              </p:nvPr>
            </p:nvGraphicFramePr>
            <p:xfrm>
              <a:off x="5137424" y="4640982"/>
              <a:ext cx="343959" cy="2837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317160" imgH="253800" progId="Equation.DSMT4">
                      <p:embed/>
                    </p:oleObj>
                  </mc:Choice>
                  <mc:Fallback>
                    <p:oleObj name="Equation" r:id="rId11" imgW="317160" imgH="253800" progId="Equation.DSMT4">
                      <p:embed/>
                      <p:pic>
                        <p:nvPicPr>
                          <p:cNvPr id="27" name="Object 26">
                            <a:extLst>
                              <a:ext uri="{FF2B5EF4-FFF2-40B4-BE49-F238E27FC236}">
                                <a16:creationId xmlns:a16="http://schemas.microsoft.com/office/drawing/2014/main" id="{B3CA92AC-B4EE-C50E-C24F-E30011C5A53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137424" y="4640982"/>
                            <a:ext cx="343959" cy="28376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52" name="Object 172051">
                <a:extLst>
                  <a:ext uri="{FF2B5EF4-FFF2-40B4-BE49-F238E27FC236}">
                    <a16:creationId xmlns:a16="http://schemas.microsoft.com/office/drawing/2014/main" id="{A8A71C0C-C1F3-94E9-A778-EEFCF471212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89034921"/>
                  </p:ext>
                </p:extLst>
              </p:nvPr>
            </p:nvGraphicFramePr>
            <p:xfrm>
              <a:off x="5506144" y="5280521"/>
              <a:ext cx="343959" cy="2837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317160" imgH="253800" progId="Equation.DSMT4">
                      <p:embed/>
                    </p:oleObj>
                  </mc:Choice>
                  <mc:Fallback>
                    <p:oleObj name="Equation" r:id="rId13" imgW="317160" imgH="253800" progId="Equation.DSMT4">
                      <p:embed/>
                      <p:pic>
                        <p:nvPicPr>
                          <p:cNvPr id="172051" name="Object 172050">
                            <a:extLst>
                              <a:ext uri="{FF2B5EF4-FFF2-40B4-BE49-F238E27FC236}">
                                <a16:creationId xmlns:a16="http://schemas.microsoft.com/office/drawing/2014/main" id="{CBD7B789-31AC-A492-C8B0-597FDD9D406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5506144" y="5280521"/>
                            <a:ext cx="343959" cy="28376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53" name="Object 172052">
                <a:extLst>
                  <a:ext uri="{FF2B5EF4-FFF2-40B4-BE49-F238E27FC236}">
                    <a16:creationId xmlns:a16="http://schemas.microsoft.com/office/drawing/2014/main" id="{348D2EAC-D84F-75B6-BF80-A4062E0FF5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64162456"/>
                  </p:ext>
                </p:extLst>
              </p:nvPr>
            </p:nvGraphicFramePr>
            <p:xfrm>
              <a:off x="4707532" y="5375643"/>
              <a:ext cx="343959" cy="2837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317160" imgH="253800" progId="Equation.DSMT4">
                      <p:embed/>
                    </p:oleObj>
                  </mc:Choice>
                  <mc:Fallback>
                    <p:oleObj name="Equation" r:id="rId15" imgW="317160" imgH="253800" progId="Equation.DSMT4">
                      <p:embed/>
                      <p:pic>
                        <p:nvPicPr>
                          <p:cNvPr id="172052" name="Object 172051">
                            <a:extLst>
                              <a:ext uri="{FF2B5EF4-FFF2-40B4-BE49-F238E27FC236}">
                                <a16:creationId xmlns:a16="http://schemas.microsoft.com/office/drawing/2014/main" id="{A8A71C0C-C1F3-94E9-A778-EEFCF471212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707532" y="5375643"/>
                            <a:ext cx="343959" cy="28376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54" name="Object 172053">
                <a:extLst>
                  <a:ext uri="{FF2B5EF4-FFF2-40B4-BE49-F238E27FC236}">
                    <a16:creationId xmlns:a16="http://schemas.microsoft.com/office/drawing/2014/main" id="{F36602E8-332A-9097-1C59-7778C9B2A2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14015000"/>
                  </p:ext>
                </p:extLst>
              </p:nvPr>
            </p:nvGraphicFramePr>
            <p:xfrm>
              <a:off x="7095067" y="4679951"/>
              <a:ext cx="178319" cy="1849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64880" imgH="164880" progId="Equation.DSMT4">
                      <p:embed/>
                    </p:oleObj>
                  </mc:Choice>
                  <mc:Fallback>
                    <p:oleObj name="Equation" r:id="rId17" imgW="164880" imgH="164880" progId="Equation.DSMT4">
                      <p:embed/>
                      <p:pic>
                        <p:nvPicPr>
                          <p:cNvPr id="172051" name="Object 172050">
                            <a:extLst>
                              <a:ext uri="{FF2B5EF4-FFF2-40B4-BE49-F238E27FC236}">
                                <a16:creationId xmlns:a16="http://schemas.microsoft.com/office/drawing/2014/main" id="{CBD7B789-31AC-A492-C8B0-597FDD9D406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7095067" y="4679951"/>
                            <a:ext cx="178319" cy="18492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55" name="Object 172054">
                <a:extLst>
                  <a:ext uri="{FF2B5EF4-FFF2-40B4-BE49-F238E27FC236}">
                    <a16:creationId xmlns:a16="http://schemas.microsoft.com/office/drawing/2014/main" id="{F1533691-2415-CED0-556D-32A58F14DC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77766963"/>
                  </p:ext>
                </p:extLst>
              </p:nvPr>
            </p:nvGraphicFramePr>
            <p:xfrm>
              <a:off x="7721601" y="4876800"/>
              <a:ext cx="178319" cy="1849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64880" imgH="164880" progId="Equation.DSMT4">
                      <p:embed/>
                    </p:oleObj>
                  </mc:Choice>
                  <mc:Fallback>
                    <p:oleObj name="Equation" r:id="rId19" imgW="164880" imgH="164880" progId="Equation.DSMT4">
                      <p:embed/>
                      <p:pic>
                        <p:nvPicPr>
                          <p:cNvPr id="172054" name="Object 172053">
                            <a:extLst>
                              <a:ext uri="{FF2B5EF4-FFF2-40B4-BE49-F238E27FC236}">
                                <a16:creationId xmlns:a16="http://schemas.microsoft.com/office/drawing/2014/main" id="{F36602E8-332A-9097-1C59-7778C9B2A21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7721601" y="4876800"/>
                            <a:ext cx="178319" cy="18492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56" name="Object 172055">
                <a:extLst>
                  <a:ext uri="{FF2B5EF4-FFF2-40B4-BE49-F238E27FC236}">
                    <a16:creationId xmlns:a16="http://schemas.microsoft.com/office/drawing/2014/main" id="{5C963203-259B-B9D6-FEDA-FE78534D40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60510603"/>
                  </p:ext>
                </p:extLst>
              </p:nvPr>
            </p:nvGraphicFramePr>
            <p:xfrm>
              <a:off x="6746196" y="5185629"/>
              <a:ext cx="178319" cy="1849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64880" imgH="164880" progId="Equation.DSMT4">
                      <p:embed/>
                    </p:oleObj>
                  </mc:Choice>
                  <mc:Fallback>
                    <p:oleObj name="Equation" r:id="rId20" imgW="164880" imgH="164880" progId="Equation.DSMT4">
                      <p:embed/>
                      <p:pic>
                        <p:nvPicPr>
                          <p:cNvPr id="172054" name="Object 172053">
                            <a:extLst>
                              <a:ext uri="{FF2B5EF4-FFF2-40B4-BE49-F238E27FC236}">
                                <a16:creationId xmlns:a16="http://schemas.microsoft.com/office/drawing/2014/main" id="{F36602E8-332A-9097-1C59-7778C9B2A21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746196" y="5185629"/>
                            <a:ext cx="178319" cy="18492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57" name="Object 172056">
                <a:extLst>
                  <a:ext uri="{FF2B5EF4-FFF2-40B4-BE49-F238E27FC236}">
                    <a16:creationId xmlns:a16="http://schemas.microsoft.com/office/drawing/2014/main" id="{6C93432A-4B0B-D861-B74C-0F05F95AB1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5984858"/>
                  </p:ext>
                </p:extLst>
              </p:nvPr>
            </p:nvGraphicFramePr>
            <p:xfrm>
              <a:off x="7270251" y="5155703"/>
              <a:ext cx="171406" cy="1917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164880" imgH="177480" progId="Equation.DSMT4">
                      <p:embed/>
                    </p:oleObj>
                  </mc:Choice>
                  <mc:Fallback>
                    <p:oleObj name="Equation" r:id="rId21" imgW="164880" imgH="177480" progId="Equation.DSMT4">
                      <p:embed/>
                      <p:pic>
                        <p:nvPicPr>
                          <p:cNvPr id="172056" name="Object 172055">
                            <a:extLst>
                              <a:ext uri="{FF2B5EF4-FFF2-40B4-BE49-F238E27FC236}">
                                <a16:creationId xmlns:a16="http://schemas.microsoft.com/office/drawing/2014/main" id="{5C963203-259B-B9D6-FEDA-FE78534D40A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7270251" y="5155703"/>
                            <a:ext cx="171406" cy="19172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58" name="Object 172057">
                <a:extLst>
                  <a:ext uri="{FF2B5EF4-FFF2-40B4-BE49-F238E27FC236}">
                    <a16:creationId xmlns:a16="http://schemas.microsoft.com/office/drawing/2014/main" id="{59C6D021-3BDF-8501-0F09-D7C3D18DC84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4812114"/>
                  </p:ext>
                </p:extLst>
              </p:nvPr>
            </p:nvGraphicFramePr>
            <p:xfrm>
              <a:off x="4698202" y="4978763"/>
              <a:ext cx="192850" cy="1994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177480" imgH="177480" progId="Equation.DSMT4">
                      <p:embed/>
                    </p:oleObj>
                  </mc:Choice>
                  <mc:Fallback>
                    <p:oleObj name="Equation" r:id="rId23" imgW="177480" imgH="177480" progId="Equation.DSMT4">
                      <p:embed/>
                      <p:pic>
                        <p:nvPicPr>
                          <p:cNvPr id="172053" name="Object 172052">
                            <a:extLst>
                              <a:ext uri="{FF2B5EF4-FFF2-40B4-BE49-F238E27FC236}">
                                <a16:creationId xmlns:a16="http://schemas.microsoft.com/office/drawing/2014/main" id="{348D2EAC-D84F-75B6-BF80-A4062E0FF57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698202" y="4978763"/>
                            <a:ext cx="192850" cy="19945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291" name="Object 172290">
                <a:extLst>
                  <a:ext uri="{FF2B5EF4-FFF2-40B4-BE49-F238E27FC236}">
                    <a16:creationId xmlns:a16="http://schemas.microsoft.com/office/drawing/2014/main" id="{4520FC3F-F83C-B991-9A48-6578583335B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8389090"/>
                  </p:ext>
                </p:extLst>
              </p:nvPr>
            </p:nvGraphicFramePr>
            <p:xfrm>
              <a:off x="6350336" y="4527339"/>
              <a:ext cx="206059" cy="2839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5" imgW="190440" imgH="253800" progId="Equation.DSMT4">
                      <p:embed/>
                    </p:oleObj>
                  </mc:Choice>
                  <mc:Fallback>
                    <p:oleObj name="Equation" r:id="rId25" imgW="190440" imgH="253800" progId="Equation.DSMT4">
                      <p:embed/>
                      <p:pic>
                        <p:nvPicPr>
                          <p:cNvPr id="172051" name="Object 172050">
                            <a:extLst>
                              <a:ext uri="{FF2B5EF4-FFF2-40B4-BE49-F238E27FC236}">
                                <a16:creationId xmlns:a16="http://schemas.microsoft.com/office/drawing/2014/main" id="{CBD7B789-31AC-A492-C8B0-597FDD9D406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6350336" y="4527339"/>
                            <a:ext cx="206059" cy="28399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292" name="Object 172291">
                <a:extLst>
                  <a:ext uri="{FF2B5EF4-FFF2-40B4-BE49-F238E27FC236}">
                    <a16:creationId xmlns:a16="http://schemas.microsoft.com/office/drawing/2014/main" id="{722C46E5-6386-4652-27FA-43A5AE0CE3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2776654"/>
                  </p:ext>
                </p:extLst>
              </p:nvPr>
            </p:nvGraphicFramePr>
            <p:xfrm>
              <a:off x="6150736" y="5319076"/>
              <a:ext cx="206059" cy="2839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7" imgW="190440" imgH="253800" progId="Equation.DSMT4">
                      <p:embed/>
                    </p:oleObj>
                  </mc:Choice>
                  <mc:Fallback>
                    <p:oleObj name="Equation" r:id="rId27" imgW="190440" imgH="253800" progId="Equation.DSMT4">
                      <p:embed/>
                      <p:pic>
                        <p:nvPicPr>
                          <p:cNvPr id="172291" name="Object 172290">
                            <a:extLst>
                              <a:ext uri="{FF2B5EF4-FFF2-40B4-BE49-F238E27FC236}">
                                <a16:creationId xmlns:a16="http://schemas.microsoft.com/office/drawing/2014/main" id="{4520FC3F-F83C-B991-9A48-6578583335B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6150736" y="5319076"/>
                            <a:ext cx="206059" cy="28399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293" name="Object 172292">
                <a:extLst>
                  <a:ext uri="{FF2B5EF4-FFF2-40B4-BE49-F238E27FC236}">
                    <a16:creationId xmlns:a16="http://schemas.microsoft.com/office/drawing/2014/main" id="{D49B3107-FAFC-6954-5F83-7D5B89BE5F5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3926714"/>
                  </p:ext>
                </p:extLst>
              </p:nvPr>
            </p:nvGraphicFramePr>
            <p:xfrm>
              <a:off x="5249082" y="5606141"/>
              <a:ext cx="206059" cy="2839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9" imgW="190440" imgH="253800" progId="Equation.DSMT4">
                      <p:embed/>
                    </p:oleObj>
                  </mc:Choice>
                  <mc:Fallback>
                    <p:oleObj name="Equation" r:id="rId29" imgW="190440" imgH="253800" progId="Equation.DSMT4">
                      <p:embed/>
                      <p:pic>
                        <p:nvPicPr>
                          <p:cNvPr id="172292" name="Object 172291">
                            <a:extLst>
                              <a:ext uri="{FF2B5EF4-FFF2-40B4-BE49-F238E27FC236}">
                                <a16:creationId xmlns:a16="http://schemas.microsoft.com/office/drawing/2014/main" id="{722C46E5-6386-4652-27FA-43A5AE0CE37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5249082" y="5606141"/>
                            <a:ext cx="206059" cy="28399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303" name="Object 172302">
                <a:extLst>
                  <a:ext uri="{FF2B5EF4-FFF2-40B4-BE49-F238E27FC236}">
                    <a16:creationId xmlns:a16="http://schemas.microsoft.com/office/drawing/2014/main" id="{69EBBF51-80A1-C40A-F7C4-4D7D751493C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0807106"/>
                  </p:ext>
                </p:extLst>
              </p:nvPr>
            </p:nvGraphicFramePr>
            <p:xfrm>
              <a:off x="5915259" y="4828565"/>
              <a:ext cx="220588" cy="2839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1" imgW="203040" imgH="253800" progId="Equation.DSMT4">
                      <p:embed/>
                    </p:oleObj>
                  </mc:Choice>
                  <mc:Fallback>
                    <p:oleObj name="Equation" r:id="rId31" imgW="203040" imgH="253800" progId="Equation.DSMT4">
                      <p:embed/>
                      <p:pic>
                        <p:nvPicPr>
                          <p:cNvPr id="172291" name="Object 172290">
                            <a:extLst>
                              <a:ext uri="{FF2B5EF4-FFF2-40B4-BE49-F238E27FC236}">
                                <a16:creationId xmlns:a16="http://schemas.microsoft.com/office/drawing/2014/main" id="{4520FC3F-F83C-B991-9A48-6578583335B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5915259" y="4828565"/>
                            <a:ext cx="220588" cy="28399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72061" name="Straight Arrow Connector 172060">
              <a:extLst>
                <a:ext uri="{FF2B5EF4-FFF2-40B4-BE49-F238E27FC236}">
                  <a16:creationId xmlns:a16="http://schemas.microsoft.com/office/drawing/2014/main" id="{F5F7C5D8-6DDF-60B3-5B4B-9DCAD78A08B5}"/>
                </a:ext>
              </a:extLst>
            </p:cNvPr>
            <p:cNvCxnSpPr>
              <a:cxnSpLocks/>
            </p:cNvCxnSpPr>
            <p:nvPr/>
          </p:nvCxnSpPr>
          <p:spPr>
            <a:xfrm>
              <a:off x="6608367" y="4114800"/>
              <a:ext cx="216299" cy="0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89" name="Straight Arrow Connector 172288">
              <a:extLst>
                <a:ext uri="{FF2B5EF4-FFF2-40B4-BE49-F238E27FC236}">
                  <a16:creationId xmlns:a16="http://schemas.microsoft.com/office/drawing/2014/main" id="{A758913B-8FE9-7666-DD6E-5CC515633984}"/>
                </a:ext>
              </a:extLst>
            </p:cNvPr>
            <p:cNvCxnSpPr>
              <a:cxnSpLocks/>
            </p:cNvCxnSpPr>
            <p:nvPr/>
          </p:nvCxnSpPr>
          <p:spPr>
            <a:xfrm>
              <a:off x="6420721" y="5242560"/>
              <a:ext cx="216299" cy="0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90" name="Straight Arrow Connector 172289">
              <a:extLst>
                <a:ext uri="{FF2B5EF4-FFF2-40B4-BE49-F238E27FC236}">
                  <a16:creationId xmlns:a16="http://schemas.microsoft.com/office/drawing/2014/main" id="{A7B04F48-DB42-F647-E6C8-97E8CDF7625C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80" y="5494020"/>
              <a:ext cx="216299" cy="0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01" name="Straight Arrow Connector 172300">
              <a:extLst>
                <a:ext uri="{FF2B5EF4-FFF2-40B4-BE49-F238E27FC236}">
                  <a16:creationId xmlns:a16="http://schemas.microsoft.com/office/drawing/2014/main" id="{65DA07B3-BACB-078B-607D-39F8977E3F20}"/>
                </a:ext>
              </a:extLst>
            </p:cNvPr>
            <p:cNvCxnSpPr>
              <a:cxnSpLocks/>
            </p:cNvCxnSpPr>
            <p:nvPr/>
          </p:nvCxnSpPr>
          <p:spPr>
            <a:xfrm>
              <a:off x="6172200" y="4739640"/>
              <a:ext cx="216299" cy="0"/>
            </a:xfrm>
            <a:prstGeom prst="straightConnector1">
              <a:avLst/>
            </a:prstGeom>
            <a:ln w="31750"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72304" name="Object 172303">
            <a:extLst>
              <a:ext uri="{FF2B5EF4-FFF2-40B4-BE49-F238E27FC236}">
                <a16:creationId xmlns:a16="http://schemas.microsoft.com/office/drawing/2014/main" id="{55C7060F-353B-B00B-BCB2-E901A54EF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124851"/>
              </p:ext>
            </p:extLst>
          </p:nvPr>
        </p:nvGraphicFramePr>
        <p:xfrm>
          <a:off x="457200" y="4949755"/>
          <a:ext cx="2340149" cy="430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422360" imgH="253800" progId="Equation.DSMT4">
                  <p:embed/>
                </p:oleObj>
              </mc:Choice>
              <mc:Fallback>
                <p:oleObj name="Equation" r:id="rId33" imgW="1422360" imgH="25380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B3CA92AC-B4EE-C50E-C24F-E30011C5A5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57200" y="4949755"/>
                        <a:ext cx="2340149" cy="430280"/>
                      </a:xfrm>
                      <a:prstGeom prst="rect">
                        <a:avLst/>
                      </a:prstGeom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305" name="Object 172304">
            <a:extLst>
              <a:ext uri="{FF2B5EF4-FFF2-40B4-BE49-F238E27FC236}">
                <a16:creationId xmlns:a16="http://schemas.microsoft.com/office/drawing/2014/main" id="{5C016355-A1CF-2CEF-64F0-3CD0098B0F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091505"/>
              </p:ext>
            </p:extLst>
          </p:nvPr>
        </p:nvGraphicFramePr>
        <p:xfrm>
          <a:off x="411163" y="4109967"/>
          <a:ext cx="1116012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749160" imgH="444240" progId="Equation.DSMT4">
                  <p:embed/>
                </p:oleObj>
              </mc:Choice>
              <mc:Fallback>
                <p:oleObj name="Equation" r:id="rId35" imgW="749160" imgH="444240" progId="Equation.DSMT4">
                  <p:embed/>
                  <p:pic>
                    <p:nvPicPr>
                      <p:cNvPr id="172304" name="Object 172303">
                        <a:extLst>
                          <a:ext uri="{FF2B5EF4-FFF2-40B4-BE49-F238E27FC236}">
                            <a16:creationId xmlns:a16="http://schemas.microsoft.com/office/drawing/2014/main" id="{55C7060F-353B-B00B-BCB2-E901A54EF5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11163" y="4109967"/>
                        <a:ext cx="1116012" cy="684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306" name="Object 172305">
            <a:extLst>
              <a:ext uri="{FF2B5EF4-FFF2-40B4-BE49-F238E27FC236}">
                <a16:creationId xmlns:a16="http://schemas.microsoft.com/office/drawing/2014/main" id="{558ED7EF-6421-E818-56F3-7CE5520899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077297"/>
              </p:ext>
            </p:extLst>
          </p:nvPr>
        </p:nvGraphicFramePr>
        <p:xfrm>
          <a:off x="1584325" y="4194105"/>
          <a:ext cx="153193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028520" imgH="291960" progId="Equation.DSMT4">
                  <p:embed/>
                </p:oleObj>
              </mc:Choice>
              <mc:Fallback>
                <p:oleObj name="Equation" r:id="rId37" imgW="1028520" imgH="291960" progId="Equation.DSMT4">
                  <p:embed/>
                  <p:pic>
                    <p:nvPicPr>
                      <p:cNvPr id="172305" name="Object 172304">
                        <a:extLst>
                          <a:ext uri="{FF2B5EF4-FFF2-40B4-BE49-F238E27FC236}">
                            <a16:creationId xmlns:a16="http://schemas.microsoft.com/office/drawing/2014/main" id="{5C016355-A1CF-2CEF-64F0-3CD0098B0F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4325" y="4194105"/>
                        <a:ext cx="1531938" cy="449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307" name="Object 172306">
            <a:extLst>
              <a:ext uri="{FF2B5EF4-FFF2-40B4-BE49-F238E27FC236}">
                <a16:creationId xmlns:a16="http://schemas.microsoft.com/office/drawing/2014/main" id="{EA111323-520A-9680-9FD4-687ACFFD58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157528"/>
              </p:ext>
            </p:extLst>
          </p:nvPr>
        </p:nvGraphicFramePr>
        <p:xfrm>
          <a:off x="3154362" y="4206679"/>
          <a:ext cx="1476942" cy="449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990360" imgH="291960" progId="Equation.DSMT4">
                  <p:embed/>
                </p:oleObj>
              </mc:Choice>
              <mc:Fallback>
                <p:oleObj name="Equation" r:id="rId39" imgW="990360" imgH="291960" progId="Equation.DSMT4">
                  <p:embed/>
                  <p:pic>
                    <p:nvPicPr>
                      <p:cNvPr id="172306" name="Object 172305">
                        <a:extLst>
                          <a:ext uri="{FF2B5EF4-FFF2-40B4-BE49-F238E27FC236}">
                            <a16:creationId xmlns:a16="http://schemas.microsoft.com/office/drawing/2014/main" id="{558ED7EF-6421-E818-56F3-7CE5520899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154362" y="4206679"/>
                        <a:ext cx="1476942" cy="449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308" name="Object 172307">
            <a:extLst>
              <a:ext uri="{FF2B5EF4-FFF2-40B4-BE49-F238E27FC236}">
                <a16:creationId xmlns:a16="http://schemas.microsoft.com/office/drawing/2014/main" id="{1A84D5C4-806A-12D1-DE08-C656136CD9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37858"/>
              </p:ext>
            </p:extLst>
          </p:nvPr>
        </p:nvGraphicFramePr>
        <p:xfrm>
          <a:off x="393565" y="5607118"/>
          <a:ext cx="3501007" cy="641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145960" imgH="380880" progId="Equation.DSMT4">
                  <p:embed/>
                </p:oleObj>
              </mc:Choice>
              <mc:Fallback>
                <p:oleObj name="Equation" r:id="rId41" imgW="2145960" imgH="380880" progId="Equation.DSMT4">
                  <p:embed/>
                  <p:pic>
                    <p:nvPicPr>
                      <p:cNvPr id="172304" name="Object 172303">
                        <a:extLst>
                          <a:ext uri="{FF2B5EF4-FFF2-40B4-BE49-F238E27FC236}">
                            <a16:creationId xmlns:a16="http://schemas.microsoft.com/office/drawing/2014/main" id="{55C7060F-353B-B00B-BCB2-E901A54EF5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93565" y="5607118"/>
                        <a:ext cx="3501007" cy="641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527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42" grpId="0"/>
      <p:bldP spid="172126" grpId="0"/>
      <p:bldP spid="26" grpId="0"/>
      <p:bldP spid="172271" grpId="0"/>
      <p:bldP spid="1722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0" y="390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72272" name="Rectangle 172271">
            <a:extLst>
              <a:ext uri="{FF2B5EF4-FFF2-40B4-BE49-F238E27FC236}">
                <a16:creationId xmlns:a16="http://schemas.microsoft.com/office/drawing/2014/main" id="{AA2E3E3D-FD4F-C74B-CD7C-60D4BDB18E64}"/>
              </a:ext>
            </a:extLst>
          </p:cNvPr>
          <p:cNvSpPr/>
          <p:nvPr/>
        </p:nvSpPr>
        <p:spPr>
          <a:xfrm>
            <a:off x="304800" y="304800"/>
            <a:ext cx="82681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latin typeface="Arial" pitchFamily="34" charset="0"/>
                <a:cs typeface="Arial" pitchFamily="34" charset="0"/>
              </a:rPr>
              <a:t>5.3.2 HỆ THỐNG NGUỒN NỐI SAO 3 DÂY</a:t>
            </a: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55C700-1853-83D0-6628-E2BD5E976A13}"/>
              </a:ext>
            </a:extLst>
          </p:cNvPr>
          <p:cNvSpPr/>
          <p:nvPr/>
        </p:nvSpPr>
        <p:spPr>
          <a:xfrm>
            <a:off x="304799" y="781050"/>
            <a:ext cx="29765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latin typeface="Arial" pitchFamily="34" charset="0"/>
                <a:cs typeface="Arial" pitchFamily="34" charset="0"/>
              </a:rPr>
              <a:t>a. Tải nối tam giác:</a:t>
            </a: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72103" name="Object 172102">
            <a:extLst>
              <a:ext uri="{FF2B5EF4-FFF2-40B4-BE49-F238E27FC236}">
                <a16:creationId xmlns:a16="http://schemas.microsoft.com/office/drawing/2014/main" id="{BB6B592C-F01F-A554-537E-402ED5240F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473" y="1375372"/>
          <a:ext cx="2041149" cy="140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8960" imgH="812520" progId="Equation.DSMT4">
                  <p:embed/>
                </p:oleObj>
              </mc:Choice>
              <mc:Fallback>
                <p:oleObj name="Equation" r:id="rId3" imgW="1218960" imgH="812520" progId="Equation.DSMT4">
                  <p:embed/>
                  <p:pic>
                    <p:nvPicPr>
                      <p:cNvPr id="172103" name="Object 172102">
                        <a:extLst>
                          <a:ext uri="{FF2B5EF4-FFF2-40B4-BE49-F238E27FC236}">
                            <a16:creationId xmlns:a16="http://schemas.microsoft.com/office/drawing/2014/main" id="{BB6B592C-F01F-A554-537E-402ED5240F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473" y="1375372"/>
                        <a:ext cx="2041149" cy="1401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104" name="Object 172103">
            <a:extLst>
              <a:ext uri="{FF2B5EF4-FFF2-40B4-BE49-F238E27FC236}">
                <a16:creationId xmlns:a16="http://schemas.microsoft.com/office/drawing/2014/main" id="{7EF0DC21-BE33-EB70-0E61-3E24064ED3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473" y="2904931"/>
          <a:ext cx="2464152" cy="457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09400" imgH="253800" progId="Equation.DSMT4">
                  <p:embed/>
                </p:oleObj>
              </mc:Choice>
              <mc:Fallback>
                <p:oleObj name="Equation" r:id="rId5" imgW="1409400" imgH="253800" progId="Equation.DSMT4">
                  <p:embed/>
                  <p:pic>
                    <p:nvPicPr>
                      <p:cNvPr id="172104" name="Object 172103">
                        <a:extLst>
                          <a:ext uri="{FF2B5EF4-FFF2-40B4-BE49-F238E27FC236}">
                            <a16:creationId xmlns:a16="http://schemas.microsoft.com/office/drawing/2014/main" id="{7EF0DC21-BE33-EB70-0E61-3E24064ED3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4473" y="2904931"/>
                        <a:ext cx="2464152" cy="457158"/>
                      </a:xfrm>
                      <a:prstGeom prst="rect">
                        <a:avLst/>
                      </a:prstGeom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105" name="Object 172104">
            <a:extLst>
              <a:ext uri="{FF2B5EF4-FFF2-40B4-BE49-F238E27FC236}">
                <a16:creationId xmlns:a16="http://schemas.microsoft.com/office/drawing/2014/main" id="{88A4383B-6E56-07A6-87BA-1B48CFFDA4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206660"/>
              </p:ext>
            </p:extLst>
          </p:nvPr>
        </p:nvGraphicFramePr>
        <p:xfrm>
          <a:off x="386252" y="3519308"/>
          <a:ext cx="1272873" cy="88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11000" imgH="482400" progId="Equation.DSMT4">
                  <p:embed/>
                </p:oleObj>
              </mc:Choice>
              <mc:Fallback>
                <p:oleObj name="Equation" r:id="rId7" imgW="711000" imgH="482400" progId="Equation.DSMT4">
                  <p:embed/>
                  <p:pic>
                    <p:nvPicPr>
                      <p:cNvPr id="172105" name="Object 172104">
                        <a:extLst>
                          <a:ext uri="{FF2B5EF4-FFF2-40B4-BE49-F238E27FC236}">
                            <a16:creationId xmlns:a16="http://schemas.microsoft.com/office/drawing/2014/main" id="{88A4383B-6E56-07A6-87BA-1B48CFFDA4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6252" y="3519308"/>
                        <a:ext cx="1272873" cy="88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106" name="Object 172105">
            <a:extLst>
              <a:ext uri="{FF2B5EF4-FFF2-40B4-BE49-F238E27FC236}">
                <a16:creationId xmlns:a16="http://schemas.microsoft.com/office/drawing/2014/main" id="{A6572620-04AA-2319-3DFC-867E7A04EF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470485"/>
          <a:ext cx="1272873" cy="88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11000" imgH="482400" progId="Equation.DSMT4">
                  <p:embed/>
                </p:oleObj>
              </mc:Choice>
              <mc:Fallback>
                <p:oleObj name="Equation" r:id="rId9" imgW="711000" imgH="482400" progId="Equation.DSMT4">
                  <p:embed/>
                  <p:pic>
                    <p:nvPicPr>
                      <p:cNvPr id="172106" name="Object 172105">
                        <a:extLst>
                          <a:ext uri="{FF2B5EF4-FFF2-40B4-BE49-F238E27FC236}">
                            <a16:creationId xmlns:a16="http://schemas.microsoft.com/office/drawing/2014/main" id="{A6572620-04AA-2319-3DFC-867E7A04EF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28800" y="3470485"/>
                        <a:ext cx="1272873" cy="88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107" name="Object 172106">
            <a:extLst>
              <a:ext uri="{FF2B5EF4-FFF2-40B4-BE49-F238E27FC236}">
                <a16:creationId xmlns:a16="http://schemas.microsoft.com/office/drawing/2014/main" id="{770871DD-2C62-EB8B-FA8A-2F85622C83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1363" y="3421677"/>
          <a:ext cx="1249826" cy="88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98400" imgH="482400" progId="Equation.DSMT4">
                  <p:embed/>
                </p:oleObj>
              </mc:Choice>
              <mc:Fallback>
                <p:oleObj name="Equation" r:id="rId11" imgW="698400" imgH="482400" progId="Equation.DSMT4">
                  <p:embed/>
                  <p:pic>
                    <p:nvPicPr>
                      <p:cNvPr id="172107" name="Object 172106">
                        <a:extLst>
                          <a:ext uri="{FF2B5EF4-FFF2-40B4-BE49-F238E27FC236}">
                            <a16:creationId xmlns:a16="http://schemas.microsoft.com/office/drawing/2014/main" id="{770871DD-2C62-EB8B-FA8A-2F85622C83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81363" y="3421677"/>
                        <a:ext cx="1249826" cy="88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6B455A4-520E-14CF-E2B7-C99BCB18A0E5}"/>
              </a:ext>
            </a:extLst>
          </p:cNvPr>
          <p:cNvGrpSpPr/>
          <p:nvPr/>
        </p:nvGrpSpPr>
        <p:grpSpPr>
          <a:xfrm>
            <a:off x="4419600" y="1143000"/>
            <a:ext cx="4365299" cy="2283407"/>
            <a:chOff x="4419600" y="1143000"/>
            <a:chExt cx="4365299" cy="2283407"/>
          </a:xfrm>
        </p:grpSpPr>
        <p:grpSp>
          <p:nvGrpSpPr>
            <p:cNvPr id="9" name="Group 29">
              <a:extLst>
                <a:ext uri="{FF2B5EF4-FFF2-40B4-BE49-F238E27FC236}">
                  <a16:creationId xmlns:a16="http://schemas.microsoft.com/office/drawing/2014/main" id="{96E66615-080E-EDC8-375D-394D01EEA75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922353" y="1804846"/>
              <a:ext cx="530432" cy="162640"/>
              <a:chOff x="2448" y="1728"/>
              <a:chExt cx="571" cy="143"/>
            </a:xfrm>
          </p:grpSpPr>
          <p:sp>
            <p:nvSpPr>
              <p:cNvPr id="172275" name="Freeform 30">
                <a:extLst>
                  <a:ext uri="{FF2B5EF4-FFF2-40B4-BE49-F238E27FC236}">
                    <a16:creationId xmlns:a16="http://schemas.microsoft.com/office/drawing/2014/main" id="{27DC9B00-FAB4-8E65-A88A-E15928B07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78" name="Freeform 31">
                <a:extLst>
                  <a:ext uri="{FF2B5EF4-FFF2-40B4-BE49-F238E27FC236}">
                    <a16:creationId xmlns:a16="http://schemas.microsoft.com/office/drawing/2014/main" id="{066363E5-101D-4A20-4827-E78F3DBCB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80" name="Freeform 32">
                <a:extLst>
                  <a:ext uri="{FF2B5EF4-FFF2-40B4-BE49-F238E27FC236}">
                    <a16:creationId xmlns:a16="http://schemas.microsoft.com/office/drawing/2014/main" id="{37D57DE2-E6A0-78DC-7273-D6810C232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82" name="Freeform 33">
                <a:extLst>
                  <a:ext uri="{FF2B5EF4-FFF2-40B4-BE49-F238E27FC236}">
                    <a16:creationId xmlns:a16="http://schemas.microsoft.com/office/drawing/2014/main" id="{9D530EDD-1F5F-B42D-2AD5-3560B26FC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83" name="Line 34">
                <a:extLst>
                  <a:ext uri="{FF2B5EF4-FFF2-40B4-BE49-F238E27FC236}">
                    <a16:creationId xmlns:a16="http://schemas.microsoft.com/office/drawing/2014/main" id="{FDCCB117-1AFE-3DE1-3AE9-8FAE9EED9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84" name="Line 35">
                <a:extLst>
                  <a:ext uri="{FF2B5EF4-FFF2-40B4-BE49-F238E27FC236}">
                    <a16:creationId xmlns:a16="http://schemas.microsoft.com/office/drawing/2014/main" id="{E4768039-5F02-1BE7-3772-3144A39A6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grpSp>
          <p:nvGrpSpPr>
            <p:cNvPr id="11" name="Group 29">
              <a:extLst>
                <a:ext uri="{FF2B5EF4-FFF2-40B4-BE49-F238E27FC236}">
                  <a16:creationId xmlns:a16="http://schemas.microsoft.com/office/drawing/2014/main" id="{05D9E2E8-1EAD-E1D2-14FD-16FF01A955AD}"/>
                </a:ext>
              </a:extLst>
            </p:cNvPr>
            <p:cNvGrpSpPr>
              <a:grpSpLocks/>
            </p:cNvGrpSpPr>
            <p:nvPr/>
          </p:nvGrpSpPr>
          <p:grpSpPr bwMode="auto">
            <a:xfrm rot="2211161">
              <a:off x="5239839" y="2361838"/>
              <a:ext cx="509270" cy="162640"/>
              <a:chOff x="2448" y="1728"/>
              <a:chExt cx="571" cy="143"/>
            </a:xfrm>
          </p:grpSpPr>
          <p:sp>
            <p:nvSpPr>
              <p:cNvPr id="172257" name="Freeform 30">
                <a:extLst>
                  <a:ext uri="{FF2B5EF4-FFF2-40B4-BE49-F238E27FC236}">
                    <a16:creationId xmlns:a16="http://schemas.microsoft.com/office/drawing/2014/main" id="{69E7F649-D0D6-43FC-A550-B5A43630F5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58" name="Freeform 31">
                <a:extLst>
                  <a:ext uri="{FF2B5EF4-FFF2-40B4-BE49-F238E27FC236}">
                    <a16:creationId xmlns:a16="http://schemas.microsoft.com/office/drawing/2014/main" id="{A700070E-B7E2-B0EB-74AF-0BD46DCDF0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60" name="Freeform 32">
                <a:extLst>
                  <a:ext uri="{FF2B5EF4-FFF2-40B4-BE49-F238E27FC236}">
                    <a16:creationId xmlns:a16="http://schemas.microsoft.com/office/drawing/2014/main" id="{4229B0A8-1B91-F385-17C6-F27A4B8EC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61" name="Freeform 33">
                <a:extLst>
                  <a:ext uri="{FF2B5EF4-FFF2-40B4-BE49-F238E27FC236}">
                    <a16:creationId xmlns:a16="http://schemas.microsoft.com/office/drawing/2014/main" id="{C6E9429A-0F88-BEEB-D4BE-F054E6FDE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66" name="Line 34">
                <a:extLst>
                  <a:ext uri="{FF2B5EF4-FFF2-40B4-BE49-F238E27FC236}">
                    <a16:creationId xmlns:a16="http://schemas.microsoft.com/office/drawing/2014/main" id="{C5DB114E-9CD3-3226-B513-349781331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73" name="Line 35">
                <a:extLst>
                  <a:ext uri="{FF2B5EF4-FFF2-40B4-BE49-F238E27FC236}">
                    <a16:creationId xmlns:a16="http://schemas.microsoft.com/office/drawing/2014/main" id="{9101929F-ECDF-9CCE-6881-C60B42882C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grpSp>
          <p:nvGrpSpPr>
            <p:cNvPr id="13" name="Group 29">
              <a:extLst>
                <a:ext uri="{FF2B5EF4-FFF2-40B4-BE49-F238E27FC236}">
                  <a16:creationId xmlns:a16="http://schemas.microsoft.com/office/drawing/2014/main" id="{A8C2BD42-109F-A8ED-EE97-01A2E0F6787E}"/>
                </a:ext>
              </a:extLst>
            </p:cNvPr>
            <p:cNvGrpSpPr>
              <a:grpSpLocks/>
            </p:cNvGrpSpPr>
            <p:nvPr/>
          </p:nvGrpSpPr>
          <p:grpSpPr bwMode="auto">
            <a:xfrm rot="8811674">
              <a:off x="4560752" y="2350793"/>
              <a:ext cx="509270" cy="162640"/>
              <a:chOff x="2448" y="1728"/>
              <a:chExt cx="571" cy="143"/>
            </a:xfrm>
          </p:grpSpPr>
          <p:sp>
            <p:nvSpPr>
              <p:cNvPr id="25" name="Freeform 30">
                <a:extLst>
                  <a:ext uri="{FF2B5EF4-FFF2-40B4-BE49-F238E27FC236}">
                    <a16:creationId xmlns:a16="http://schemas.microsoft.com/office/drawing/2014/main" id="{68B9910A-AFDB-7092-887F-E0368B8EF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28" name="Freeform 31">
                <a:extLst>
                  <a:ext uri="{FF2B5EF4-FFF2-40B4-BE49-F238E27FC236}">
                    <a16:creationId xmlns:a16="http://schemas.microsoft.com/office/drawing/2014/main" id="{724A9743-FDDB-2660-CE1F-9974CA7AFA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29" name="Freeform 32">
                <a:extLst>
                  <a:ext uri="{FF2B5EF4-FFF2-40B4-BE49-F238E27FC236}">
                    <a16:creationId xmlns:a16="http://schemas.microsoft.com/office/drawing/2014/main" id="{274D989A-3FB5-CBD0-A1F9-19CC8500B4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30" name="Freeform 33">
                <a:extLst>
                  <a:ext uri="{FF2B5EF4-FFF2-40B4-BE49-F238E27FC236}">
                    <a16:creationId xmlns:a16="http://schemas.microsoft.com/office/drawing/2014/main" id="{CE6CA86A-6BFE-DEF5-D06E-1AF59EEB9E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31" name="Line 34">
                <a:extLst>
                  <a:ext uri="{FF2B5EF4-FFF2-40B4-BE49-F238E27FC236}">
                    <a16:creationId xmlns:a16="http://schemas.microsoft.com/office/drawing/2014/main" id="{A82174E1-B491-1D87-3161-39A06D2316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256" name="Line 35">
                <a:extLst>
                  <a:ext uri="{FF2B5EF4-FFF2-40B4-BE49-F238E27FC236}">
                    <a16:creationId xmlns:a16="http://schemas.microsoft.com/office/drawing/2014/main" id="{2991B582-9924-42AB-2AFC-8DF372042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F5CE560C-BC56-B7A9-E191-C44CE6E90E9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869529" y="1432177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6AA3652-FBAD-3408-4A56-5A322DAEDD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9556" y="2202821"/>
              <a:ext cx="183311" cy="1017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9FF8697-0E67-CC3A-971C-D5C5332868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5609" y="2214722"/>
              <a:ext cx="134484" cy="11420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4BA4886-87A6-5065-9B07-8065A1B1DD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2867" y="2102893"/>
              <a:ext cx="10250" cy="1127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4A9422-DF5D-B3A4-9501-1A1343BC2396}"/>
                </a:ext>
              </a:extLst>
            </p:cNvPr>
            <p:cNvSpPr/>
            <p:nvPr/>
          </p:nvSpPr>
          <p:spPr>
            <a:xfrm>
              <a:off x="5166939" y="1497386"/>
              <a:ext cx="2863606" cy="200657"/>
            </a:xfrm>
            <a:custGeom>
              <a:avLst/>
              <a:gdLst>
                <a:gd name="connsiteX0" fmla="*/ 0 w 1544782"/>
                <a:gd name="connsiteY0" fmla="*/ 124691 h 124691"/>
                <a:gd name="connsiteX1" fmla="*/ 0 w 1544782"/>
                <a:gd name="connsiteY1" fmla="*/ 0 h 124691"/>
                <a:gd name="connsiteX2" fmla="*/ 1544782 w 1544782"/>
                <a:gd name="connsiteY2" fmla="*/ 0 h 124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4782" h="124691">
                  <a:moveTo>
                    <a:pt x="0" y="124691"/>
                  </a:moveTo>
                  <a:lnTo>
                    <a:pt x="0" y="0"/>
                  </a:lnTo>
                  <a:lnTo>
                    <a:pt x="1544782" y="0"/>
                  </a:lnTo>
                </a:path>
              </a:pathLst>
            </a:cu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Rectangle 18">
              <a:extLst>
                <a:ext uri="{FF2B5EF4-FFF2-40B4-BE49-F238E27FC236}">
                  <a16:creationId xmlns:a16="http://schemas.microsoft.com/office/drawing/2014/main" id="{DFC9622E-E00E-1427-85B0-49DBA39BF64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809581" y="2028047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286" name="Rectangle 18">
              <a:extLst>
                <a:ext uri="{FF2B5EF4-FFF2-40B4-BE49-F238E27FC236}">
                  <a16:creationId xmlns:a16="http://schemas.microsoft.com/office/drawing/2014/main" id="{400B2368-D332-870B-2FDB-C9B9E069D01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54094" y="2509520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060" name="Rectangle 18">
              <a:extLst>
                <a:ext uri="{FF2B5EF4-FFF2-40B4-BE49-F238E27FC236}">
                  <a16:creationId xmlns:a16="http://schemas.microsoft.com/office/drawing/2014/main" id="{20963834-CD87-9254-D566-53F343B7673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481554" y="2608580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062" name="Oval 172061">
              <a:extLst>
                <a:ext uri="{FF2B5EF4-FFF2-40B4-BE49-F238E27FC236}">
                  <a16:creationId xmlns:a16="http://schemas.microsoft.com/office/drawing/2014/main" id="{43130B4C-DF55-E601-4DE1-55FB2D12B11E}"/>
                </a:ext>
              </a:extLst>
            </p:cNvPr>
            <p:cNvSpPr/>
            <p:nvPr/>
          </p:nvSpPr>
          <p:spPr>
            <a:xfrm>
              <a:off x="4419600" y="260993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063" name="Oval 172062">
              <a:extLst>
                <a:ext uri="{FF2B5EF4-FFF2-40B4-BE49-F238E27FC236}">
                  <a16:creationId xmlns:a16="http://schemas.microsoft.com/office/drawing/2014/main" id="{EDEA67EA-5D85-818F-89F5-F72BB74D6E8B}"/>
                </a:ext>
              </a:extLst>
            </p:cNvPr>
            <p:cNvSpPr/>
            <p:nvPr/>
          </p:nvSpPr>
          <p:spPr>
            <a:xfrm>
              <a:off x="5678452" y="26085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288" name="Oval 172287">
              <a:extLst>
                <a:ext uri="{FF2B5EF4-FFF2-40B4-BE49-F238E27FC236}">
                  <a16:creationId xmlns:a16="http://schemas.microsoft.com/office/drawing/2014/main" id="{854E11E8-8654-6AB8-E338-F51937E87332}"/>
                </a:ext>
              </a:extLst>
            </p:cNvPr>
            <p:cNvSpPr/>
            <p:nvPr/>
          </p:nvSpPr>
          <p:spPr>
            <a:xfrm>
              <a:off x="5116283" y="2162263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295" name="Oval 172294">
              <a:extLst>
                <a:ext uri="{FF2B5EF4-FFF2-40B4-BE49-F238E27FC236}">
                  <a16:creationId xmlns:a16="http://schemas.microsoft.com/office/drawing/2014/main" id="{D8755584-D783-0479-9C8B-71AA097B22E6}"/>
                </a:ext>
              </a:extLst>
            </p:cNvPr>
            <p:cNvSpPr/>
            <p:nvPr/>
          </p:nvSpPr>
          <p:spPr>
            <a:xfrm>
              <a:off x="5125614" y="1446918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297" name="Isosceles Triangle 172296">
              <a:extLst>
                <a:ext uri="{FF2B5EF4-FFF2-40B4-BE49-F238E27FC236}">
                  <a16:creationId xmlns:a16="http://schemas.microsoft.com/office/drawing/2014/main" id="{AB039BA7-A66A-1788-EB31-B8B22D5ED6E4}"/>
                </a:ext>
              </a:extLst>
            </p:cNvPr>
            <p:cNvSpPr/>
            <p:nvPr/>
          </p:nvSpPr>
          <p:spPr>
            <a:xfrm>
              <a:off x="7510809" y="1488470"/>
              <a:ext cx="1051998" cy="1017344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296" name="Rectangle 172295">
              <a:extLst>
                <a:ext uri="{FF2B5EF4-FFF2-40B4-BE49-F238E27FC236}">
                  <a16:creationId xmlns:a16="http://schemas.microsoft.com/office/drawing/2014/main" id="{32B05A88-784E-E277-3B0F-45249160C935}"/>
                </a:ext>
              </a:extLst>
            </p:cNvPr>
            <p:cNvSpPr/>
            <p:nvPr/>
          </p:nvSpPr>
          <p:spPr>
            <a:xfrm rot="5400000">
              <a:off x="7881198" y="2349859"/>
              <a:ext cx="135685" cy="31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298" name="Freeform: Shape 172297">
              <a:extLst>
                <a:ext uri="{FF2B5EF4-FFF2-40B4-BE49-F238E27FC236}">
                  <a16:creationId xmlns:a16="http://schemas.microsoft.com/office/drawing/2014/main" id="{8E72DF09-C099-DD2C-AB10-F61EC54BD101}"/>
                </a:ext>
              </a:extLst>
            </p:cNvPr>
            <p:cNvSpPr/>
            <p:nvPr/>
          </p:nvSpPr>
          <p:spPr>
            <a:xfrm>
              <a:off x="5729305" y="2517140"/>
              <a:ext cx="2827020" cy="327660"/>
            </a:xfrm>
            <a:custGeom>
              <a:avLst/>
              <a:gdLst>
                <a:gd name="connsiteX0" fmla="*/ 0 w 2827020"/>
                <a:gd name="connsiteY0" fmla="*/ 160020 h 327660"/>
                <a:gd name="connsiteX1" fmla="*/ 0 w 2827020"/>
                <a:gd name="connsiteY1" fmla="*/ 327660 h 327660"/>
                <a:gd name="connsiteX2" fmla="*/ 2827020 w 2827020"/>
                <a:gd name="connsiteY2" fmla="*/ 327660 h 327660"/>
                <a:gd name="connsiteX3" fmla="*/ 2827020 w 2827020"/>
                <a:gd name="connsiteY3" fmla="*/ 0 h 32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7020" h="327660">
                  <a:moveTo>
                    <a:pt x="0" y="160020"/>
                  </a:moveTo>
                  <a:lnTo>
                    <a:pt x="0" y="327660"/>
                  </a:lnTo>
                  <a:lnTo>
                    <a:pt x="2827020" y="327660"/>
                  </a:lnTo>
                  <a:lnTo>
                    <a:pt x="2827020" y="0"/>
                  </a:lnTo>
                </a:path>
              </a:pathLst>
            </a:cu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299" name="Freeform: Shape 172298">
              <a:extLst>
                <a:ext uri="{FF2B5EF4-FFF2-40B4-BE49-F238E27FC236}">
                  <a16:creationId xmlns:a16="http://schemas.microsoft.com/office/drawing/2014/main" id="{000E2937-8114-3CA8-E27F-5608F9A94FC8}"/>
                </a:ext>
              </a:extLst>
            </p:cNvPr>
            <p:cNvSpPr/>
            <p:nvPr/>
          </p:nvSpPr>
          <p:spPr>
            <a:xfrm>
              <a:off x="4464384" y="2509520"/>
              <a:ext cx="3045011" cy="563880"/>
            </a:xfrm>
            <a:custGeom>
              <a:avLst/>
              <a:gdLst>
                <a:gd name="connsiteX0" fmla="*/ 129540 w 3025140"/>
                <a:gd name="connsiteY0" fmla="*/ 38100 h 563880"/>
                <a:gd name="connsiteX1" fmla="*/ 0 w 3025140"/>
                <a:gd name="connsiteY1" fmla="*/ 137160 h 563880"/>
                <a:gd name="connsiteX2" fmla="*/ 0 w 3025140"/>
                <a:gd name="connsiteY2" fmla="*/ 563880 h 563880"/>
                <a:gd name="connsiteX3" fmla="*/ 3025140 w 3025140"/>
                <a:gd name="connsiteY3" fmla="*/ 563880 h 563880"/>
                <a:gd name="connsiteX4" fmla="*/ 3025140 w 3025140"/>
                <a:gd name="connsiteY4" fmla="*/ 388620 h 563880"/>
                <a:gd name="connsiteX5" fmla="*/ 2887980 w 3025140"/>
                <a:gd name="connsiteY5" fmla="*/ 327660 h 563880"/>
                <a:gd name="connsiteX6" fmla="*/ 3009900 w 3025140"/>
                <a:gd name="connsiteY6" fmla="*/ 251460 h 563880"/>
                <a:gd name="connsiteX7" fmla="*/ 3009900 w 3025140"/>
                <a:gd name="connsiteY7" fmla="*/ 0 h 56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25140" h="563880">
                  <a:moveTo>
                    <a:pt x="129540" y="38100"/>
                  </a:moveTo>
                  <a:lnTo>
                    <a:pt x="0" y="137160"/>
                  </a:lnTo>
                  <a:lnTo>
                    <a:pt x="0" y="563880"/>
                  </a:lnTo>
                  <a:lnTo>
                    <a:pt x="3025140" y="563880"/>
                  </a:lnTo>
                  <a:lnTo>
                    <a:pt x="3025140" y="388620"/>
                  </a:lnTo>
                  <a:lnTo>
                    <a:pt x="2887980" y="327660"/>
                  </a:lnTo>
                  <a:lnTo>
                    <a:pt x="3009900" y="251460"/>
                  </a:lnTo>
                  <a:lnTo>
                    <a:pt x="300990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00" name="Rectangle 172299">
              <a:extLst>
                <a:ext uri="{FF2B5EF4-FFF2-40B4-BE49-F238E27FC236}">
                  <a16:creationId xmlns:a16="http://schemas.microsoft.com/office/drawing/2014/main" id="{2BF06C58-C868-9CD7-C9F6-814D07CDDBB3}"/>
                </a:ext>
              </a:extLst>
            </p:cNvPr>
            <p:cNvSpPr/>
            <p:nvPr/>
          </p:nvSpPr>
          <p:spPr>
            <a:xfrm rot="9127499">
              <a:off x="8266933" y="1899627"/>
              <a:ext cx="135685" cy="31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02" name="Rectangle 172301">
              <a:extLst>
                <a:ext uri="{FF2B5EF4-FFF2-40B4-BE49-F238E27FC236}">
                  <a16:creationId xmlns:a16="http://schemas.microsoft.com/office/drawing/2014/main" id="{52E7C022-0E78-15E6-CF9D-559EB0724B62}"/>
                </a:ext>
              </a:extLst>
            </p:cNvPr>
            <p:cNvSpPr/>
            <p:nvPr/>
          </p:nvSpPr>
          <p:spPr>
            <a:xfrm rot="1650364">
              <a:off x="7699256" y="1847972"/>
              <a:ext cx="135685" cy="31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09" name="Rectangle 18">
              <a:extLst>
                <a:ext uri="{FF2B5EF4-FFF2-40B4-BE49-F238E27FC236}">
                  <a16:creationId xmlns:a16="http://schemas.microsoft.com/office/drawing/2014/main" id="{A8720CE0-59A1-B34E-41AB-F3BF60BE9C7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375374" y="1846580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172310" name="Rectangle 18">
              <a:extLst>
                <a:ext uri="{FF2B5EF4-FFF2-40B4-BE49-F238E27FC236}">
                  <a16:creationId xmlns:a16="http://schemas.microsoft.com/office/drawing/2014/main" id="{F1257332-3806-3DEC-4558-738F7E5C92D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201920" y="1808480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ca</a:t>
              </a:r>
            </a:p>
          </p:txBody>
        </p:sp>
        <p:sp>
          <p:nvSpPr>
            <p:cNvPr id="172311" name="Rectangle 18">
              <a:extLst>
                <a:ext uri="{FF2B5EF4-FFF2-40B4-BE49-F238E27FC236}">
                  <a16:creationId xmlns:a16="http://schemas.microsoft.com/office/drawing/2014/main" id="{45A3A520-0637-A651-9A02-D0850CB88EA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641925" y="2164239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</a:p>
          </p:txBody>
        </p:sp>
        <p:cxnSp>
          <p:nvCxnSpPr>
            <p:cNvPr id="172312" name="Straight Arrow Connector 172311">
              <a:extLst>
                <a:ext uri="{FF2B5EF4-FFF2-40B4-BE49-F238E27FC236}">
                  <a16:creationId xmlns:a16="http://schemas.microsoft.com/office/drawing/2014/main" id="{57251354-3788-5D59-E37E-E6BA486E7199}"/>
                </a:ext>
              </a:extLst>
            </p:cNvPr>
            <p:cNvCxnSpPr>
              <a:cxnSpLocks/>
            </p:cNvCxnSpPr>
            <p:nvPr/>
          </p:nvCxnSpPr>
          <p:spPr>
            <a:xfrm>
              <a:off x="8201288" y="2499141"/>
              <a:ext cx="247963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13" name="Straight Arrow Connector 172312">
              <a:extLst>
                <a:ext uri="{FF2B5EF4-FFF2-40B4-BE49-F238E27FC236}">
                  <a16:creationId xmlns:a16="http://schemas.microsoft.com/office/drawing/2014/main" id="{85DACA87-F473-E267-96FF-22698A7F46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1702" y="2181193"/>
              <a:ext cx="112142" cy="174816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18" name="Straight Arrow Connector 172317">
              <a:extLst>
                <a:ext uri="{FF2B5EF4-FFF2-40B4-BE49-F238E27FC236}">
                  <a16:creationId xmlns:a16="http://schemas.microsoft.com/office/drawing/2014/main" id="{19826F8D-2969-876F-8DF5-A9B6E69691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02405" y="1624473"/>
              <a:ext cx="136983" cy="222107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098" name="Object 172097">
              <a:extLst>
                <a:ext uri="{FF2B5EF4-FFF2-40B4-BE49-F238E27FC236}">
                  <a16:creationId xmlns:a16="http://schemas.microsoft.com/office/drawing/2014/main" id="{1DC13250-E798-D397-A0AA-F82E0DED7F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8359812"/>
                </p:ext>
              </p:extLst>
            </p:nvPr>
          </p:nvGraphicFramePr>
          <p:xfrm>
            <a:off x="8237343" y="1513977"/>
            <a:ext cx="284162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28600" imgH="253800" progId="Equation.DSMT4">
                    <p:embed/>
                  </p:oleObj>
                </mc:Choice>
                <mc:Fallback>
                  <p:oleObj name="Equation" r:id="rId13" imgW="228600" imgH="253800" progId="Equation.DSMT4">
                    <p:embed/>
                    <p:pic>
                      <p:nvPicPr>
                        <p:cNvPr id="172098" name="Object 172097">
                          <a:extLst>
                            <a:ext uri="{FF2B5EF4-FFF2-40B4-BE49-F238E27FC236}">
                              <a16:creationId xmlns:a16="http://schemas.microsoft.com/office/drawing/2014/main" id="{1DC13250-E798-D397-A0AA-F82E0DED7F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37343" y="1513977"/>
                          <a:ext cx="284162" cy="3254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99" name="Object 172098">
              <a:extLst>
                <a:ext uri="{FF2B5EF4-FFF2-40B4-BE49-F238E27FC236}">
                  <a16:creationId xmlns:a16="http://schemas.microsoft.com/office/drawing/2014/main" id="{AE6E0A10-AE77-9C18-1DF4-3F14825755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1921536"/>
                </p:ext>
              </p:extLst>
            </p:nvPr>
          </p:nvGraphicFramePr>
          <p:xfrm>
            <a:off x="8195645" y="2524443"/>
            <a:ext cx="268288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15640" imgH="253800" progId="Equation.DSMT4">
                    <p:embed/>
                  </p:oleObj>
                </mc:Choice>
                <mc:Fallback>
                  <p:oleObj name="Equation" r:id="rId15" imgW="215640" imgH="253800" progId="Equation.DSMT4">
                    <p:embed/>
                    <p:pic>
                      <p:nvPicPr>
                        <p:cNvPr id="172099" name="Object 172098">
                          <a:extLst>
                            <a:ext uri="{FF2B5EF4-FFF2-40B4-BE49-F238E27FC236}">
                              <a16:creationId xmlns:a16="http://schemas.microsoft.com/office/drawing/2014/main" id="{AE6E0A10-AE77-9C18-1DF4-3F14825755D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195645" y="2524443"/>
                          <a:ext cx="268288" cy="3254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100" name="Object 172099">
              <a:extLst>
                <a:ext uri="{FF2B5EF4-FFF2-40B4-BE49-F238E27FC236}">
                  <a16:creationId xmlns:a16="http://schemas.microsoft.com/office/drawing/2014/main" id="{6EB78321-5C25-C4E7-88B9-1AE292ECC3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4904817"/>
                </p:ext>
              </p:extLst>
            </p:nvPr>
          </p:nvGraphicFramePr>
          <p:xfrm>
            <a:off x="7294572" y="2090420"/>
            <a:ext cx="268288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15640" imgH="253800" progId="Equation.DSMT4">
                    <p:embed/>
                  </p:oleObj>
                </mc:Choice>
                <mc:Fallback>
                  <p:oleObj name="Equation" r:id="rId17" imgW="215640" imgH="253800" progId="Equation.DSMT4">
                    <p:embed/>
                    <p:pic>
                      <p:nvPicPr>
                        <p:cNvPr id="172100" name="Object 172099">
                          <a:extLst>
                            <a:ext uri="{FF2B5EF4-FFF2-40B4-BE49-F238E27FC236}">
                              <a16:creationId xmlns:a16="http://schemas.microsoft.com/office/drawing/2014/main" id="{6EB78321-5C25-C4E7-88B9-1AE292ECC3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294572" y="2090420"/>
                          <a:ext cx="268288" cy="3254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54498D8-CFF1-B468-CB10-C7752EECD0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3292" y="1495943"/>
              <a:ext cx="424207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3E60534-35A3-E0A0-6022-7894823FB4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3292" y="2844800"/>
              <a:ext cx="424207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7EB222A-D223-C57B-84AA-48619FE9C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3292" y="3073400"/>
              <a:ext cx="424207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B3AE62C1-09E8-D2A5-B52E-7D846B878F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5113891"/>
                </p:ext>
              </p:extLst>
            </p:nvPr>
          </p:nvGraphicFramePr>
          <p:xfrm>
            <a:off x="6336974" y="1143000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90440" imgH="253800" progId="Equation.DSMT4">
                    <p:embed/>
                  </p:oleObj>
                </mc:Choice>
                <mc:Fallback>
                  <p:oleObj name="Equation" r:id="rId19" imgW="190440" imgH="25380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B3AE62C1-09E8-D2A5-B52E-7D846B878F8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336974" y="1143000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B4FB2066-5689-E0D6-E74B-3D7605BA0F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400526"/>
                </p:ext>
              </p:extLst>
            </p:nvPr>
          </p:nvGraphicFramePr>
          <p:xfrm>
            <a:off x="6336974" y="2519362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90440" imgH="253800" progId="Equation.DSMT4">
                    <p:embed/>
                  </p:oleObj>
                </mc:Choice>
                <mc:Fallback>
                  <p:oleObj name="Equation" r:id="rId21" imgW="190440" imgH="253800" progId="Equation.DSMT4">
                    <p:embed/>
                    <p:pic>
                      <p:nvPicPr>
                        <p:cNvPr id="10" name="Object 9">
                          <a:extLst>
                            <a:ext uri="{FF2B5EF4-FFF2-40B4-BE49-F238E27FC236}">
                              <a16:creationId xmlns:a16="http://schemas.microsoft.com/office/drawing/2014/main" id="{B4FB2066-5689-E0D6-E74B-3D7605BA0F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336974" y="2519362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>
              <a:extLst>
                <a:ext uri="{FF2B5EF4-FFF2-40B4-BE49-F238E27FC236}">
                  <a16:creationId xmlns:a16="http://schemas.microsoft.com/office/drawing/2014/main" id="{C66AFCA7-5D25-5E5D-964C-5ED2C70C15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7854666"/>
                </p:ext>
              </p:extLst>
            </p:nvPr>
          </p:nvGraphicFramePr>
          <p:xfrm>
            <a:off x="6365161" y="3100969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90440" imgH="253800" progId="Equation.DSMT4">
                    <p:embed/>
                  </p:oleObj>
                </mc:Choice>
                <mc:Fallback>
                  <p:oleObj name="Equation" r:id="rId23" imgW="190440" imgH="253800" progId="Equation.DSMT4">
                    <p:embed/>
                    <p:pic>
                      <p:nvPicPr>
                        <p:cNvPr id="14" name="Object 13">
                          <a:extLst>
                            <a:ext uri="{FF2B5EF4-FFF2-40B4-BE49-F238E27FC236}">
                              <a16:creationId xmlns:a16="http://schemas.microsoft.com/office/drawing/2014/main" id="{C66AFCA7-5D25-5E5D-964C-5ED2C70C159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365161" y="3100969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BE8FC70D-500C-8BE5-3C39-DABC00B686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844" y="4417154"/>
          <a:ext cx="5612694" cy="468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136680" imgH="253800" progId="Equation.DSMT4">
                  <p:embed/>
                </p:oleObj>
              </mc:Choice>
              <mc:Fallback>
                <p:oleObj name="Equation" r:id="rId25" imgW="3136680" imgH="25380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BE8FC70D-500C-8BE5-3C39-DABC00B686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4844" y="4417154"/>
                        <a:ext cx="5612694" cy="468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F0B7E167-CF7B-F8E5-743E-F965482CF780}"/>
              </a:ext>
            </a:extLst>
          </p:cNvPr>
          <p:cNvSpPr/>
          <p:nvPr/>
        </p:nvSpPr>
        <p:spPr>
          <a:xfrm>
            <a:off x="311638" y="4979313"/>
            <a:ext cx="82681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>
                <a:latin typeface="Arial" pitchFamily="34" charset="0"/>
                <a:cs typeface="Arial" pitchFamily="34" charset="0"/>
              </a:rPr>
              <a:t>Nếu nguồn cung cấp là đối xứng và tải cũng đối xứng: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D4D6B977-2342-1223-C2AB-0C4FB6BEB8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369777"/>
              </p:ext>
            </p:extLst>
          </p:nvPr>
        </p:nvGraphicFramePr>
        <p:xfrm>
          <a:off x="7167001" y="5033742"/>
          <a:ext cx="1796606" cy="405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041120" imgH="228600" progId="Equation.DSMT4">
                  <p:embed/>
                </p:oleObj>
              </mc:Choice>
              <mc:Fallback>
                <p:oleObj name="Equation" r:id="rId27" imgW="1041120" imgH="228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A837BF1-43F0-1703-1CDA-DA981E3CCD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167001" y="5033742"/>
                        <a:ext cx="1796606" cy="405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96AFB70F-03C1-B2A0-AAC3-A7544DD998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217751"/>
              </p:ext>
            </p:extLst>
          </p:nvPr>
        </p:nvGraphicFramePr>
        <p:xfrm>
          <a:off x="365125" y="5553075"/>
          <a:ext cx="52736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946240" imgH="380880" progId="Equation.DSMT4">
                  <p:embed/>
                </p:oleObj>
              </mc:Choice>
              <mc:Fallback>
                <p:oleObj name="Equation" r:id="rId29" imgW="2946240" imgH="3808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679E5E83-6F4B-45EF-8A0B-5CE15B8C2A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65125" y="5553075"/>
                        <a:ext cx="5273675" cy="700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259" name="Object 172258">
            <a:extLst>
              <a:ext uri="{FF2B5EF4-FFF2-40B4-BE49-F238E27FC236}">
                <a16:creationId xmlns:a16="http://schemas.microsoft.com/office/drawing/2014/main" id="{1D0C94FC-5C4F-3AC3-7B74-09630B6DBE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403277"/>
              </p:ext>
            </p:extLst>
          </p:nvPr>
        </p:nvGraphicFramePr>
        <p:xfrm>
          <a:off x="6092825" y="5410200"/>
          <a:ext cx="2382838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333440" imgH="457200" progId="Equation.DSMT4">
                  <p:embed/>
                </p:oleObj>
              </mc:Choice>
              <mc:Fallback>
                <p:oleObj name="Equation" r:id="rId31" imgW="1333440" imgH="45720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167F9FAD-D432-FA6D-AC16-A46D32034B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092825" y="5410200"/>
                        <a:ext cx="2382838" cy="842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688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42" grpId="0"/>
      <p:bldP spid="172272" grpId="0"/>
      <p:bldP spid="4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55C700-1853-83D0-6628-E2BD5E976A13}"/>
              </a:ext>
            </a:extLst>
          </p:cNvPr>
          <p:cNvSpPr/>
          <p:nvPr/>
        </p:nvSpPr>
        <p:spPr>
          <a:xfrm>
            <a:off x="304800" y="228600"/>
            <a:ext cx="2743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latin typeface="Arial" pitchFamily="34" charset="0"/>
                <a:cs typeface="Arial" pitchFamily="34" charset="0"/>
              </a:rPr>
              <a:t>b. Tải nối sao:</a:t>
            </a: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E15604-597E-6DE9-F456-0AB3F0CDACAE}"/>
              </a:ext>
            </a:extLst>
          </p:cNvPr>
          <p:cNvSpPr/>
          <p:nvPr/>
        </p:nvSpPr>
        <p:spPr>
          <a:xfrm>
            <a:off x="353128" y="685800"/>
            <a:ext cx="39161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>
                <a:latin typeface="Arial" pitchFamily="34" charset="0"/>
                <a:cs typeface="Arial" pitchFamily="34" charset="0"/>
              </a:rPr>
              <a:t>Chọn nút N làm gốc, PT điện thế nút O: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D065380-0C1A-8ABA-D12F-7EB93DB69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711909"/>
              </p:ext>
            </p:extLst>
          </p:nvPr>
        </p:nvGraphicFramePr>
        <p:xfrm>
          <a:off x="914400" y="1582738"/>
          <a:ext cx="248443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200" imgH="545760" progId="Equation.DSMT4">
                  <p:embed/>
                </p:oleObj>
              </mc:Choice>
              <mc:Fallback>
                <p:oleObj name="Equation" r:id="rId3" imgW="1384200" imgH="545760" progId="Equation.DSMT4">
                  <p:embed/>
                  <p:pic>
                    <p:nvPicPr>
                      <p:cNvPr id="172259" name="Object 172258">
                        <a:extLst>
                          <a:ext uri="{FF2B5EF4-FFF2-40B4-BE49-F238E27FC236}">
                            <a16:creationId xmlns:a16="http://schemas.microsoft.com/office/drawing/2014/main" id="{1D0C94FC-5C4F-3AC3-7B74-09630B6DBE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1582738"/>
                        <a:ext cx="2484437" cy="1008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56CBC63-7D41-287C-47A9-895B95AD5C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839471"/>
              </p:ext>
            </p:extLst>
          </p:nvPr>
        </p:nvGraphicFramePr>
        <p:xfrm>
          <a:off x="457200" y="2690812"/>
          <a:ext cx="360045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06280" imgH="482400" progId="Equation.DSMT4">
                  <p:embed/>
                </p:oleObj>
              </mc:Choice>
              <mc:Fallback>
                <p:oleObj name="Equation" r:id="rId5" imgW="2006280" imgH="4824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D065380-0C1A-8ABA-D12F-7EB93DB69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" y="2690812"/>
                        <a:ext cx="3600450" cy="890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A574D529-2A80-CC14-97A9-E446C7232ACF}"/>
              </a:ext>
            </a:extLst>
          </p:cNvPr>
          <p:cNvGrpSpPr/>
          <p:nvPr/>
        </p:nvGrpSpPr>
        <p:grpSpPr>
          <a:xfrm>
            <a:off x="4279986" y="228600"/>
            <a:ext cx="4596538" cy="2490470"/>
            <a:chOff x="4279986" y="228600"/>
            <a:chExt cx="4596538" cy="2490470"/>
          </a:xfrm>
        </p:grpSpPr>
        <p:sp>
          <p:nvSpPr>
            <p:cNvPr id="172037" name="Rectangle 18">
              <a:extLst>
                <a:ext uri="{FF2B5EF4-FFF2-40B4-BE49-F238E27FC236}">
                  <a16:creationId xmlns:a16="http://schemas.microsoft.com/office/drawing/2014/main" id="{6A9290FD-B324-81E7-355E-160430A3A38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279986" y="1189851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" name="Group 29">
              <a:extLst>
                <a:ext uri="{FF2B5EF4-FFF2-40B4-BE49-F238E27FC236}">
                  <a16:creationId xmlns:a16="http://schemas.microsoft.com/office/drawing/2014/main" id="{3450C30B-8D4A-3904-7FE5-2D22FE06FD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8386" y="573267"/>
              <a:ext cx="530432" cy="162640"/>
              <a:chOff x="2448" y="1728"/>
              <a:chExt cx="571" cy="143"/>
            </a:xfrm>
          </p:grpSpPr>
          <p:sp>
            <p:nvSpPr>
              <p:cNvPr id="172055" name="Freeform 30">
                <a:extLst>
                  <a:ext uri="{FF2B5EF4-FFF2-40B4-BE49-F238E27FC236}">
                    <a16:creationId xmlns:a16="http://schemas.microsoft.com/office/drawing/2014/main" id="{BEEDD54B-53C9-D864-FE8E-D370B612F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56" name="Freeform 31">
                <a:extLst>
                  <a:ext uri="{FF2B5EF4-FFF2-40B4-BE49-F238E27FC236}">
                    <a16:creationId xmlns:a16="http://schemas.microsoft.com/office/drawing/2014/main" id="{9BA9FF4D-FB12-7C80-A9C8-A69A710DF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57" name="Freeform 32">
                <a:extLst>
                  <a:ext uri="{FF2B5EF4-FFF2-40B4-BE49-F238E27FC236}">
                    <a16:creationId xmlns:a16="http://schemas.microsoft.com/office/drawing/2014/main" id="{28CB7FAB-E81D-4C7A-6111-DA11FCF68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58" name="Freeform 33">
                <a:extLst>
                  <a:ext uri="{FF2B5EF4-FFF2-40B4-BE49-F238E27FC236}">
                    <a16:creationId xmlns:a16="http://schemas.microsoft.com/office/drawing/2014/main" id="{64533B87-2C00-721F-BBA2-36F312F8A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59" name="Line 34">
                <a:extLst>
                  <a:ext uri="{FF2B5EF4-FFF2-40B4-BE49-F238E27FC236}">
                    <a16:creationId xmlns:a16="http://schemas.microsoft.com/office/drawing/2014/main" id="{30E64A6D-C8BF-ACE2-1873-0BE4FA379A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61" name="Line 35">
                <a:extLst>
                  <a:ext uri="{FF2B5EF4-FFF2-40B4-BE49-F238E27FC236}">
                    <a16:creationId xmlns:a16="http://schemas.microsoft.com/office/drawing/2014/main" id="{394CEEA3-627B-096E-A533-64512054F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26" name="Rectangle 18">
              <a:extLst>
                <a:ext uri="{FF2B5EF4-FFF2-40B4-BE49-F238E27FC236}">
                  <a16:creationId xmlns:a16="http://schemas.microsoft.com/office/drawing/2014/main" id="{E010C03F-F113-5367-0357-5FFBE2FD48F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05923" y="228600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172262" name="Group 29">
              <a:extLst>
                <a:ext uri="{FF2B5EF4-FFF2-40B4-BE49-F238E27FC236}">
                  <a16:creationId xmlns:a16="http://schemas.microsoft.com/office/drawing/2014/main" id="{C83D75F6-7963-89A9-40B9-6B07F11CD2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8186" y="1913810"/>
              <a:ext cx="530432" cy="162640"/>
              <a:chOff x="2448" y="1728"/>
              <a:chExt cx="571" cy="143"/>
            </a:xfrm>
          </p:grpSpPr>
          <p:sp>
            <p:nvSpPr>
              <p:cNvPr id="172049" name="Freeform 30">
                <a:extLst>
                  <a:ext uri="{FF2B5EF4-FFF2-40B4-BE49-F238E27FC236}">
                    <a16:creationId xmlns:a16="http://schemas.microsoft.com/office/drawing/2014/main" id="{4F2DF83C-DE0B-C517-9B51-4D77B17334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50" name="Freeform 31">
                <a:extLst>
                  <a:ext uri="{FF2B5EF4-FFF2-40B4-BE49-F238E27FC236}">
                    <a16:creationId xmlns:a16="http://schemas.microsoft.com/office/drawing/2014/main" id="{6EB46325-685D-58FF-7B6E-7C1C3D933F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51" name="Freeform 32">
                <a:extLst>
                  <a:ext uri="{FF2B5EF4-FFF2-40B4-BE49-F238E27FC236}">
                    <a16:creationId xmlns:a16="http://schemas.microsoft.com/office/drawing/2014/main" id="{266FEE20-D893-7193-266A-36420B5D9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52" name="Freeform 33">
                <a:extLst>
                  <a:ext uri="{FF2B5EF4-FFF2-40B4-BE49-F238E27FC236}">
                    <a16:creationId xmlns:a16="http://schemas.microsoft.com/office/drawing/2014/main" id="{72C98EC0-8734-7B68-3965-56ABA90149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53" name="Line 34">
                <a:extLst>
                  <a:ext uri="{FF2B5EF4-FFF2-40B4-BE49-F238E27FC236}">
                    <a16:creationId xmlns:a16="http://schemas.microsoft.com/office/drawing/2014/main" id="{7989CA28-E41E-9221-EC4E-4D957D64C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54" name="Line 35">
                <a:extLst>
                  <a:ext uri="{FF2B5EF4-FFF2-40B4-BE49-F238E27FC236}">
                    <a16:creationId xmlns:a16="http://schemas.microsoft.com/office/drawing/2014/main" id="{BF0640E1-CCA0-F170-131F-FFF9C8F97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263" name="Rectangle 18">
              <a:extLst>
                <a:ext uri="{FF2B5EF4-FFF2-40B4-BE49-F238E27FC236}">
                  <a16:creationId xmlns:a16="http://schemas.microsoft.com/office/drawing/2014/main" id="{64144DB2-336F-FB78-505D-072F4A60315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5723" y="1559618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72264" name="Freeform: Shape 172263">
              <a:extLst>
                <a:ext uri="{FF2B5EF4-FFF2-40B4-BE49-F238E27FC236}">
                  <a16:creationId xmlns:a16="http://schemas.microsoft.com/office/drawing/2014/main" id="{48D24BE4-B849-4B94-9B2B-691A355B8CBB}"/>
                </a:ext>
              </a:extLst>
            </p:cNvPr>
            <p:cNvSpPr/>
            <p:nvPr/>
          </p:nvSpPr>
          <p:spPr>
            <a:xfrm>
              <a:off x="4641936" y="666750"/>
              <a:ext cx="504825" cy="1352550"/>
            </a:xfrm>
            <a:custGeom>
              <a:avLst/>
              <a:gdLst>
                <a:gd name="connsiteX0" fmla="*/ 485775 w 504825"/>
                <a:gd name="connsiteY0" fmla="*/ 0 h 1352550"/>
                <a:gd name="connsiteX1" fmla="*/ 0 w 504825"/>
                <a:gd name="connsiteY1" fmla="*/ 0 h 1352550"/>
                <a:gd name="connsiteX2" fmla="*/ 0 w 504825"/>
                <a:gd name="connsiteY2" fmla="*/ 1352550 h 1352550"/>
                <a:gd name="connsiteX3" fmla="*/ 504825 w 504825"/>
                <a:gd name="connsiteY3" fmla="*/ 1352550 h 135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825" h="1352550">
                  <a:moveTo>
                    <a:pt x="485775" y="0"/>
                  </a:moveTo>
                  <a:lnTo>
                    <a:pt x="0" y="0"/>
                  </a:lnTo>
                  <a:lnTo>
                    <a:pt x="0" y="1352550"/>
                  </a:lnTo>
                  <a:lnTo>
                    <a:pt x="504825" y="135255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172265" name="Group 29">
              <a:extLst>
                <a:ext uri="{FF2B5EF4-FFF2-40B4-BE49-F238E27FC236}">
                  <a16:creationId xmlns:a16="http://schemas.microsoft.com/office/drawing/2014/main" id="{BAF5F2CF-C2F0-9FEA-8E53-15BA844B84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8186" y="1230492"/>
              <a:ext cx="530432" cy="162640"/>
              <a:chOff x="2448" y="1728"/>
              <a:chExt cx="571" cy="143"/>
            </a:xfrm>
          </p:grpSpPr>
          <p:sp>
            <p:nvSpPr>
              <p:cNvPr id="172043" name="Freeform 30">
                <a:extLst>
                  <a:ext uri="{FF2B5EF4-FFF2-40B4-BE49-F238E27FC236}">
                    <a16:creationId xmlns:a16="http://schemas.microsoft.com/office/drawing/2014/main" id="{5BF3FA9B-6A45-C471-C3FF-873E5C42EE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44" name="Freeform 31">
                <a:extLst>
                  <a:ext uri="{FF2B5EF4-FFF2-40B4-BE49-F238E27FC236}">
                    <a16:creationId xmlns:a16="http://schemas.microsoft.com/office/drawing/2014/main" id="{01476D9F-75CA-3E87-C445-59902F1A7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45" name="Freeform 32">
                <a:extLst>
                  <a:ext uri="{FF2B5EF4-FFF2-40B4-BE49-F238E27FC236}">
                    <a16:creationId xmlns:a16="http://schemas.microsoft.com/office/drawing/2014/main" id="{2CE656C1-0E8D-118D-EF3A-2B0B6C37F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46" name="Freeform 33">
                <a:extLst>
                  <a:ext uri="{FF2B5EF4-FFF2-40B4-BE49-F238E27FC236}">
                    <a16:creationId xmlns:a16="http://schemas.microsoft.com/office/drawing/2014/main" id="{42AC74DD-FA71-DC08-1381-F31C643EE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47" name="Line 34">
                <a:extLst>
                  <a:ext uri="{FF2B5EF4-FFF2-40B4-BE49-F238E27FC236}">
                    <a16:creationId xmlns:a16="http://schemas.microsoft.com/office/drawing/2014/main" id="{C454FECA-2ABE-E578-2F93-5D6DB3245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48" name="Line 35">
                <a:extLst>
                  <a:ext uri="{FF2B5EF4-FFF2-40B4-BE49-F238E27FC236}">
                    <a16:creationId xmlns:a16="http://schemas.microsoft.com/office/drawing/2014/main" id="{49888FEF-9B5F-AF84-939B-2D24D5663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267" name="Rectangle 18">
              <a:extLst>
                <a:ext uri="{FF2B5EF4-FFF2-40B4-BE49-F238E27FC236}">
                  <a16:creationId xmlns:a16="http://schemas.microsoft.com/office/drawing/2014/main" id="{8A9C31E4-C33B-405F-697E-9882997492C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5723" y="885825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172268" name="Straight Connector 172267">
              <a:extLst>
                <a:ext uri="{FF2B5EF4-FFF2-40B4-BE49-F238E27FC236}">
                  <a16:creationId xmlns:a16="http://schemas.microsoft.com/office/drawing/2014/main" id="{93542373-5B7C-7212-3366-C5311ABD8503}"/>
                </a:ext>
              </a:extLst>
            </p:cNvPr>
            <p:cNvCxnSpPr>
              <a:cxnSpLocks/>
              <a:stCxn id="172048" idx="0"/>
            </p:cNvCxnSpPr>
            <p:nvPr/>
          </p:nvCxnSpPr>
          <p:spPr>
            <a:xfrm flipH="1">
              <a:off x="4641936" y="1335128"/>
              <a:ext cx="4762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69" name="Straight Connector 172268">
              <a:extLst>
                <a:ext uri="{FF2B5EF4-FFF2-40B4-BE49-F238E27FC236}">
                  <a16:creationId xmlns:a16="http://schemas.microsoft.com/office/drawing/2014/main" id="{FB10A9B9-117A-3A3F-0F7D-D471C1FAA051}"/>
                </a:ext>
              </a:extLst>
            </p:cNvPr>
            <p:cNvCxnSpPr>
              <a:cxnSpLocks/>
              <a:endCxn id="172290" idx="3"/>
            </p:cNvCxnSpPr>
            <p:nvPr/>
          </p:nvCxnSpPr>
          <p:spPr>
            <a:xfrm flipV="1">
              <a:off x="5658818" y="665974"/>
              <a:ext cx="2427933" cy="99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70" name="Straight Connector 172269">
              <a:extLst>
                <a:ext uri="{FF2B5EF4-FFF2-40B4-BE49-F238E27FC236}">
                  <a16:creationId xmlns:a16="http://schemas.microsoft.com/office/drawing/2014/main" id="{C6CFE025-75F1-CEA5-B7ED-150A30F4E128}"/>
                </a:ext>
              </a:extLst>
            </p:cNvPr>
            <p:cNvCxnSpPr>
              <a:cxnSpLocks/>
            </p:cNvCxnSpPr>
            <p:nvPr/>
          </p:nvCxnSpPr>
          <p:spPr>
            <a:xfrm>
              <a:off x="5623011" y="1343025"/>
              <a:ext cx="294990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71" name="Straight Connector 172270">
              <a:extLst>
                <a:ext uri="{FF2B5EF4-FFF2-40B4-BE49-F238E27FC236}">
                  <a16:creationId xmlns:a16="http://schemas.microsoft.com/office/drawing/2014/main" id="{1F70EC2F-07B6-DAA2-8415-BB1EF9F46ACA}"/>
                </a:ext>
              </a:extLst>
            </p:cNvPr>
            <p:cNvCxnSpPr>
              <a:cxnSpLocks/>
              <a:stCxn id="172053" idx="0"/>
              <a:endCxn id="172290" idx="0"/>
            </p:cNvCxnSpPr>
            <p:nvPr/>
          </p:nvCxnSpPr>
          <p:spPr>
            <a:xfrm>
              <a:off x="5568728" y="2018446"/>
              <a:ext cx="2537073" cy="7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274" name="Oval 172273">
              <a:extLst>
                <a:ext uri="{FF2B5EF4-FFF2-40B4-BE49-F238E27FC236}">
                  <a16:creationId xmlns:a16="http://schemas.microsoft.com/office/drawing/2014/main" id="{8B9916F5-61C2-77C2-2689-33EDBBC30609}"/>
                </a:ext>
              </a:extLst>
            </p:cNvPr>
            <p:cNvSpPr/>
            <p:nvPr/>
          </p:nvSpPr>
          <p:spPr>
            <a:xfrm>
              <a:off x="6004011" y="63246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276" name="Oval 172275">
              <a:extLst>
                <a:ext uri="{FF2B5EF4-FFF2-40B4-BE49-F238E27FC236}">
                  <a16:creationId xmlns:a16="http://schemas.microsoft.com/office/drawing/2014/main" id="{54C8468A-8836-05EF-338B-632E63615734}"/>
                </a:ext>
              </a:extLst>
            </p:cNvPr>
            <p:cNvSpPr/>
            <p:nvPr/>
          </p:nvSpPr>
          <p:spPr>
            <a:xfrm>
              <a:off x="5991340" y="1289408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277" name="Oval 172276">
              <a:extLst>
                <a:ext uri="{FF2B5EF4-FFF2-40B4-BE49-F238E27FC236}">
                  <a16:creationId xmlns:a16="http://schemas.microsoft.com/office/drawing/2014/main" id="{4A88D7F7-385E-8BF4-718D-91630103DAA8}"/>
                </a:ext>
              </a:extLst>
            </p:cNvPr>
            <p:cNvSpPr/>
            <p:nvPr/>
          </p:nvSpPr>
          <p:spPr>
            <a:xfrm>
              <a:off x="5994486" y="196596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034" name="Rectangle 18">
              <a:extLst>
                <a:ext uri="{FF2B5EF4-FFF2-40B4-BE49-F238E27FC236}">
                  <a16:creationId xmlns:a16="http://schemas.microsoft.com/office/drawing/2014/main" id="{9553333E-1A3A-53B3-E0D2-AB68D1B728C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975436" y="371475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035" name="Rectangle 18">
              <a:extLst>
                <a:ext uri="{FF2B5EF4-FFF2-40B4-BE49-F238E27FC236}">
                  <a16:creationId xmlns:a16="http://schemas.microsoft.com/office/drawing/2014/main" id="{A84458F2-B592-0A0F-9E73-28A50B545B9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975436" y="1037451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036" name="Rectangle 18">
              <a:extLst>
                <a:ext uri="{FF2B5EF4-FFF2-40B4-BE49-F238E27FC236}">
                  <a16:creationId xmlns:a16="http://schemas.microsoft.com/office/drawing/2014/main" id="{FCE590E7-6E31-9EC4-8D6E-E9DC7DAADC3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965911" y="1703427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290" name="Freeform: Shape 172289">
              <a:extLst>
                <a:ext uri="{FF2B5EF4-FFF2-40B4-BE49-F238E27FC236}">
                  <a16:creationId xmlns:a16="http://schemas.microsoft.com/office/drawing/2014/main" id="{E553BB2E-6022-C8FE-92F9-871F1EAB1388}"/>
                </a:ext>
              </a:extLst>
            </p:cNvPr>
            <p:cNvSpPr/>
            <p:nvPr/>
          </p:nvSpPr>
          <p:spPr>
            <a:xfrm rot="10800000">
              <a:off x="8086751" y="665974"/>
              <a:ext cx="504825" cy="1352550"/>
            </a:xfrm>
            <a:custGeom>
              <a:avLst/>
              <a:gdLst>
                <a:gd name="connsiteX0" fmla="*/ 485775 w 504825"/>
                <a:gd name="connsiteY0" fmla="*/ 0 h 1352550"/>
                <a:gd name="connsiteX1" fmla="*/ 0 w 504825"/>
                <a:gd name="connsiteY1" fmla="*/ 0 h 1352550"/>
                <a:gd name="connsiteX2" fmla="*/ 0 w 504825"/>
                <a:gd name="connsiteY2" fmla="*/ 1352550 h 1352550"/>
                <a:gd name="connsiteX3" fmla="*/ 504825 w 504825"/>
                <a:gd name="connsiteY3" fmla="*/ 1352550 h 135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825" h="1352550">
                  <a:moveTo>
                    <a:pt x="485775" y="0"/>
                  </a:moveTo>
                  <a:lnTo>
                    <a:pt x="0" y="0"/>
                  </a:lnTo>
                  <a:lnTo>
                    <a:pt x="0" y="1352550"/>
                  </a:lnTo>
                  <a:lnTo>
                    <a:pt x="504825" y="135255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304" name="Rectangle 172303">
              <a:extLst>
                <a:ext uri="{FF2B5EF4-FFF2-40B4-BE49-F238E27FC236}">
                  <a16:creationId xmlns:a16="http://schemas.microsoft.com/office/drawing/2014/main" id="{2EEECDEC-CBFD-C4D2-513B-3E00E2847764}"/>
                </a:ext>
              </a:extLst>
            </p:cNvPr>
            <p:cNvSpPr/>
            <p:nvPr/>
          </p:nvSpPr>
          <p:spPr>
            <a:xfrm>
              <a:off x="7629551" y="608365"/>
              <a:ext cx="407791" cy="137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05" name="Rectangle 172304">
              <a:extLst>
                <a:ext uri="{FF2B5EF4-FFF2-40B4-BE49-F238E27FC236}">
                  <a16:creationId xmlns:a16="http://schemas.microsoft.com/office/drawing/2014/main" id="{66BF5A7C-3CF8-1E05-70F8-D2A98C021D6A}"/>
                </a:ext>
              </a:extLst>
            </p:cNvPr>
            <p:cNvSpPr/>
            <p:nvPr/>
          </p:nvSpPr>
          <p:spPr>
            <a:xfrm>
              <a:off x="7636128" y="1272152"/>
              <a:ext cx="407791" cy="137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06" name="Rectangle 172305">
              <a:extLst>
                <a:ext uri="{FF2B5EF4-FFF2-40B4-BE49-F238E27FC236}">
                  <a16:creationId xmlns:a16="http://schemas.microsoft.com/office/drawing/2014/main" id="{D1299A36-C20F-2599-AE35-0689B8B841C6}"/>
                </a:ext>
              </a:extLst>
            </p:cNvPr>
            <p:cNvSpPr/>
            <p:nvPr/>
          </p:nvSpPr>
          <p:spPr>
            <a:xfrm>
              <a:off x="7637680" y="1959504"/>
              <a:ext cx="407791" cy="137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72307" name="Object 172306">
              <a:extLst>
                <a:ext uri="{FF2B5EF4-FFF2-40B4-BE49-F238E27FC236}">
                  <a16:creationId xmlns:a16="http://schemas.microsoft.com/office/drawing/2014/main" id="{6E3A342D-FF4C-23D8-7259-44CB2EB167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4251382"/>
                </p:ext>
              </p:extLst>
            </p:nvPr>
          </p:nvGraphicFramePr>
          <p:xfrm>
            <a:off x="7010426" y="333181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440" imgH="253800" progId="Equation.DSMT4">
                    <p:embed/>
                  </p:oleObj>
                </mc:Choice>
                <mc:Fallback>
                  <p:oleObj name="Equation" r:id="rId7" imgW="190440" imgH="25380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B3AE62C1-09E8-D2A5-B52E-7D846B878F8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010426" y="333181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308" name="Object 172307">
              <a:extLst>
                <a:ext uri="{FF2B5EF4-FFF2-40B4-BE49-F238E27FC236}">
                  <a16:creationId xmlns:a16="http://schemas.microsoft.com/office/drawing/2014/main" id="{5BC847B4-C9A6-7D77-9182-3A89638176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7638815"/>
                </p:ext>
              </p:extLst>
            </p:nvPr>
          </p:nvGraphicFramePr>
          <p:xfrm>
            <a:off x="7019951" y="1009650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440" imgH="253800" progId="Equation.DSMT4">
                    <p:embed/>
                  </p:oleObj>
                </mc:Choice>
                <mc:Fallback>
                  <p:oleObj name="Equation" r:id="rId9" imgW="190440" imgH="253800" progId="Equation.DSMT4">
                    <p:embed/>
                    <p:pic>
                      <p:nvPicPr>
                        <p:cNvPr id="172307" name="Object 172306">
                          <a:extLst>
                            <a:ext uri="{FF2B5EF4-FFF2-40B4-BE49-F238E27FC236}">
                              <a16:creationId xmlns:a16="http://schemas.microsoft.com/office/drawing/2014/main" id="{6E3A342D-FF4C-23D8-7259-44CB2EB1678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019951" y="1009650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314" name="Object 172313">
              <a:extLst>
                <a:ext uri="{FF2B5EF4-FFF2-40B4-BE49-F238E27FC236}">
                  <a16:creationId xmlns:a16="http://schemas.microsoft.com/office/drawing/2014/main" id="{CE6ADA18-EA38-4927-58B1-637560B971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5867074"/>
                </p:ext>
              </p:extLst>
            </p:nvPr>
          </p:nvGraphicFramePr>
          <p:xfrm>
            <a:off x="7067964" y="1674812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90440" imgH="253800" progId="Equation.DSMT4">
                    <p:embed/>
                  </p:oleObj>
                </mc:Choice>
                <mc:Fallback>
                  <p:oleObj name="Equation" r:id="rId11" imgW="190440" imgH="253800" progId="Equation.DSMT4">
                    <p:embed/>
                    <p:pic>
                      <p:nvPicPr>
                        <p:cNvPr id="172307" name="Object 172306">
                          <a:extLst>
                            <a:ext uri="{FF2B5EF4-FFF2-40B4-BE49-F238E27FC236}">
                              <a16:creationId xmlns:a16="http://schemas.microsoft.com/office/drawing/2014/main" id="{6E3A342D-FF4C-23D8-7259-44CB2EB1678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067964" y="1674812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72315" name="Straight Arrow Connector 172314">
              <a:extLst>
                <a:ext uri="{FF2B5EF4-FFF2-40B4-BE49-F238E27FC236}">
                  <a16:creationId xmlns:a16="http://schemas.microsoft.com/office/drawing/2014/main" id="{B1D19B42-8CF3-6E7F-AF1D-4760599826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5151" y="675305"/>
              <a:ext cx="424207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16" name="Straight Arrow Connector 172315">
              <a:extLst>
                <a:ext uri="{FF2B5EF4-FFF2-40B4-BE49-F238E27FC236}">
                  <a16:creationId xmlns:a16="http://schemas.microsoft.com/office/drawing/2014/main" id="{C13299BF-2194-031D-E869-001299FB3B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5151" y="1343995"/>
              <a:ext cx="424207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17" name="Straight Arrow Connector 172316">
              <a:extLst>
                <a:ext uri="{FF2B5EF4-FFF2-40B4-BE49-F238E27FC236}">
                  <a16:creationId xmlns:a16="http://schemas.microsoft.com/office/drawing/2014/main" id="{17AD4C4F-CE64-E92E-5566-65913BA082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5151" y="2009581"/>
              <a:ext cx="424207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101" name="Rectangle 18">
              <a:extLst>
                <a:ext uri="{FF2B5EF4-FFF2-40B4-BE49-F238E27FC236}">
                  <a16:creationId xmlns:a16="http://schemas.microsoft.com/office/drawing/2014/main" id="{5131AF7F-5E32-73AD-6A3E-A73C059C352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571724" y="1204520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Rectangle 18">
              <a:extLst>
                <a:ext uri="{FF2B5EF4-FFF2-40B4-BE49-F238E27FC236}">
                  <a16:creationId xmlns:a16="http://schemas.microsoft.com/office/drawing/2014/main" id="{EC333484-C889-1BB5-2CEE-649655303B8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723285" y="287545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" name="Rectangle 18">
              <a:extLst>
                <a:ext uri="{FF2B5EF4-FFF2-40B4-BE49-F238E27FC236}">
                  <a16:creationId xmlns:a16="http://schemas.microsoft.com/office/drawing/2014/main" id="{B03E4BCC-D0B2-F20C-AE36-64AA5E3D8E5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742855" y="958299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" name="Rectangle 18">
              <a:extLst>
                <a:ext uri="{FF2B5EF4-FFF2-40B4-BE49-F238E27FC236}">
                  <a16:creationId xmlns:a16="http://schemas.microsoft.com/office/drawing/2014/main" id="{86EB3209-1076-4E7B-3BA6-A912762EA72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745959" y="1642547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EB70ACD-FBFD-D5D4-946B-CDD6C197D8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0600" y="2286000"/>
              <a:ext cx="3581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8">
              <a:extLst>
                <a:ext uri="{FF2B5EF4-FFF2-40B4-BE49-F238E27FC236}">
                  <a16:creationId xmlns:a16="http://schemas.microsoft.com/office/drawing/2014/main" id="{51EAC45A-51AB-95BD-91DC-D4CFC21BEDB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432386" y="2069324"/>
              <a:ext cx="304800" cy="369332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6201E8F7-E0B1-A450-0E91-A33C29A0118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392883" y="2077614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graphicFrame>
          <p:nvGraphicFramePr>
            <p:cNvPr id="16" name="Object 15">
              <a:extLst>
                <a:ext uri="{FF2B5EF4-FFF2-40B4-BE49-F238E27FC236}">
                  <a16:creationId xmlns:a16="http://schemas.microsoft.com/office/drawing/2014/main" id="{BE8B42E4-4AE2-26A4-EB06-8E0C3E5EC7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0596637"/>
                </p:ext>
              </p:extLst>
            </p:nvPr>
          </p:nvGraphicFramePr>
          <p:xfrm>
            <a:off x="6397625" y="2341563"/>
            <a:ext cx="460375" cy="377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17160" imgH="253800" progId="Equation.DSMT4">
                    <p:embed/>
                  </p:oleObj>
                </mc:Choice>
                <mc:Fallback>
                  <p:oleObj name="Equation" r:id="rId13" imgW="317160" imgH="253800" progId="Equation.DSMT4">
                    <p:embed/>
                    <p:pic>
                      <p:nvPicPr>
                        <p:cNvPr id="172314" name="Object 172313">
                          <a:extLst>
                            <a:ext uri="{FF2B5EF4-FFF2-40B4-BE49-F238E27FC236}">
                              <a16:creationId xmlns:a16="http://schemas.microsoft.com/office/drawing/2014/main" id="{CE6ADA18-EA38-4927-58B1-637560B9713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397625" y="2341563"/>
                          <a:ext cx="460375" cy="3775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06B2A95A-173F-C623-188A-000F9D69F7A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800600" y="304800"/>
              <a:ext cx="304800" cy="369332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CDD43893-426A-4F8E-DB58-D6CD7DF84EC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502040" y="320108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8E10D1F-7C76-05CD-9DE1-19E1F33D640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800600" y="923731"/>
              <a:ext cx="304800" cy="369332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18C04186-3473-CA91-2EAA-8A9F742E5C9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502040" y="939039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65EA24E9-5F5F-B923-C6FF-EC0377CD27A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800600" y="1611868"/>
              <a:ext cx="304800" cy="369332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18">
              <a:extLst>
                <a:ext uri="{FF2B5EF4-FFF2-40B4-BE49-F238E27FC236}">
                  <a16:creationId xmlns:a16="http://schemas.microsoft.com/office/drawing/2014/main" id="{A38BC8AB-91C3-EC9F-6F06-EFC992742B9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502040" y="1627176"/>
              <a:ext cx="304800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</p:grp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E398B0C9-1329-0732-37E6-CC50E2032F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256578"/>
              </p:ext>
            </p:extLst>
          </p:nvPr>
        </p:nvGraphicFramePr>
        <p:xfrm>
          <a:off x="838200" y="3713660"/>
          <a:ext cx="5607051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124080" imgH="253800" progId="Equation.DSMT4">
                  <p:embed/>
                </p:oleObj>
              </mc:Choice>
              <mc:Fallback>
                <p:oleObj name="Equation" r:id="rId15" imgW="3124080" imgH="2538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56CBC63-7D41-287C-47A9-895B95AD5C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8200" y="3713660"/>
                        <a:ext cx="5607051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591CA77B-ADFA-BB0E-52F5-1B628F90E7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731642"/>
              </p:ext>
            </p:extLst>
          </p:nvPr>
        </p:nvGraphicFramePr>
        <p:xfrm>
          <a:off x="481012" y="4392613"/>
          <a:ext cx="2871788" cy="177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00200" imgH="965160" progId="Equation.DSMT4">
                  <p:embed/>
                </p:oleObj>
              </mc:Choice>
              <mc:Fallback>
                <p:oleObj name="Equation" r:id="rId17" imgW="1600200" imgH="96516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E398B0C9-1329-0732-37E6-CC50E2032F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1012" y="4392613"/>
                        <a:ext cx="2871788" cy="1779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225DC7FB-7CBD-B88C-AF68-221C4883B4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575645"/>
              </p:ext>
            </p:extLst>
          </p:nvPr>
        </p:nvGraphicFramePr>
        <p:xfrm>
          <a:off x="4334599" y="4482771"/>
          <a:ext cx="2028825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30040" imgH="850680" progId="Equation.DSMT4">
                  <p:embed/>
                </p:oleObj>
              </mc:Choice>
              <mc:Fallback>
                <p:oleObj name="Equation" r:id="rId19" imgW="1130040" imgH="85068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591CA77B-ADFA-BB0E-52F5-1B628F90E7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34599" y="4482771"/>
                        <a:ext cx="2028825" cy="156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613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0" y="390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2272" name="Rectangle 172271">
            <a:extLst>
              <a:ext uri="{FF2B5EF4-FFF2-40B4-BE49-F238E27FC236}">
                <a16:creationId xmlns:a16="http://schemas.microsoft.com/office/drawing/2014/main" id="{AA2E3E3D-FD4F-C74B-CD7C-60D4BDB18E64}"/>
              </a:ext>
            </a:extLst>
          </p:cNvPr>
          <p:cNvSpPr/>
          <p:nvPr/>
        </p:nvSpPr>
        <p:spPr>
          <a:xfrm>
            <a:off x="304800" y="304800"/>
            <a:ext cx="82681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latin typeface="Arial" pitchFamily="34" charset="0"/>
                <a:cs typeface="Arial" pitchFamily="34" charset="0"/>
              </a:rPr>
              <a:t>5.3.3 HỆ THỐNG NGUỒN NỐI TAM GIÁC</a:t>
            </a: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2419" name="Group 172418">
            <a:extLst>
              <a:ext uri="{FF2B5EF4-FFF2-40B4-BE49-F238E27FC236}">
                <a16:creationId xmlns:a16="http://schemas.microsoft.com/office/drawing/2014/main" id="{2738F77A-DD6D-6EAB-A396-4D534EEC8DE9}"/>
              </a:ext>
            </a:extLst>
          </p:cNvPr>
          <p:cNvGrpSpPr/>
          <p:nvPr/>
        </p:nvGrpSpPr>
        <p:grpSpPr>
          <a:xfrm>
            <a:off x="1040404" y="1143000"/>
            <a:ext cx="5665196" cy="2032833"/>
            <a:chOff x="1524000" y="938967"/>
            <a:chExt cx="5665196" cy="203283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D91D785-BBCF-EDF2-F3D8-56E3E1E125D4}"/>
                </a:ext>
              </a:extLst>
            </p:cNvPr>
            <p:cNvSpPr/>
            <p:nvPr/>
          </p:nvSpPr>
          <p:spPr>
            <a:xfrm>
              <a:off x="1769304" y="2413207"/>
              <a:ext cx="3770090" cy="502486"/>
            </a:xfrm>
            <a:custGeom>
              <a:avLst/>
              <a:gdLst>
                <a:gd name="connsiteX0" fmla="*/ 0 w 3816221"/>
                <a:gd name="connsiteY0" fmla="*/ 46653 h 485191"/>
                <a:gd name="connsiteX1" fmla="*/ 0 w 3816221"/>
                <a:gd name="connsiteY1" fmla="*/ 485191 h 485191"/>
                <a:gd name="connsiteX2" fmla="*/ 3816221 w 3816221"/>
                <a:gd name="connsiteY2" fmla="*/ 485191 h 485191"/>
                <a:gd name="connsiteX3" fmla="*/ 3816221 w 3816221"/>
                <a:gd name="connsiteY3" fmla="*/ 0 h 4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6221" h="485191">
                  <a:moveTo>
                    <a:pt x="0" y="46653"/>
                  </a:moveTo>
                  <a:lnTo>
                    <a:pt x="0" y="485191"/>
                  </a:lnTo>
                  <a:lnTo>
                    <a:pt x="3816221" y="485191"/>
                  </a:lnTo>
                  <a:lnTo>
                    <a:pt x="3816221" y="0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0B61269-F31C-E03D-A4E9-BFC6D32EBEDE}"/>
                </a:ext>
              </a:extLst>
            </p:cNvPr>
            <p:cNvSpPr/>
            <p:nvPr/>
          </p:nvSpPr>
          <p:spPr>
            <a:xfrm>
              <a:off x="3131572" y="2413207"/>
              <a:ext cx="3713584" cy="298580"/>
            </a:xfrm>
            <a:custGeom>
              <a:avLst/>
              <a:gdLst>
                <a:gd name="connsiteX0" fmla="*/ 0 w 3713584"/>
                <a:gd name="connsiteY0" fmla="*/ 55984 h 298580"/>
                <a:gd name="connsiteX1" fmla="*/ 1987421 w 3713584"/>
                <a:gd name="connsiteY1" fmla="*/ 55984 h 298580"/>
                <a:gd name="connsiteX2" fmla="*/ 1987421 w 3713584"/>
                <a:gd name="connsiteY2" fmla="*/ 298580 h 298580"/>
                <a:gd name="connsiteX3" fmla="*/ 3713584 w 3713584"/>
                <a:gd name="connsiteY3" fmla="*/ 298580 h 298580"/>
                <a:gd name="connsiteX4" fmla="*/ 3713584 w 3713584"/>
                <a:gd name="connsiteY4" fmla="*/ 0 h 29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584" h="298580">
                  <a:moveTo>
                    <a:pt x="0" y="55984"/>
                  </a:moveTo>
                  <a:lnTo>
                    <a:pt x="1987421" y="55984"/>
                  </a:lnTo>
                  <a:lnTo>
                    <a:pt x="1987421" y="298580"/>
                  </a:lnTo>
                  <a:lnTo>
                    <a:pt x="3713584" y="298580"/>
                  </a:lnTo>
                  <a:lnTo>
                    <a:pt x="3713584" y="0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2055" name="Straight Connector 172054">
              <a:extLst>
                <a:ext uri="{FF2B5EF4-FFF2-40B4-BE49-F238E27FC236}">
                  <a16:creationId xmlns:a16="http://schemas.microsoft.com/office/drawing/2014/main" id="{4FF2420E-5B00-BC6E-EEBC-E5452466202A}"/>
                </a:ext>
              </a:extLst>
            </p:cNvPr>
            <p:cNvCxnSpPr>
              <a:cxnSpLocks/>
              <a:endCxn id="172297" idx="0"/>
            </p:cNvCxnSpPr>
            <p:nvPr/>
          </p:nvCxnSpPr>
          <p:spPr>
            <a:xfrm flipV="1">
              <a:off x="2506535" y="1320483"/>
              <a:ext cx="3685740" cy="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297" name="Isosceles Triangle 172296">
              <a:extLst>
                <a:ext uri="{FF2B5EF4-FFF2-40B4-BE49-F238E27FC236}">
                  <a16:creationId xmlns:a16="http://schemas.microsoft.com/office/drawing/2014/main" id="{AB039BA7-A66A-1788-EB31-B8B22D5ED6E4}"/>
                </a:ext>
              </a:extLst>
            </p:cNvPr>
            <p:cNvSpPr/>
            <p:nvPr/>
          </p:nvSpPr>
          <p:spPr>
            <a:xfrm>
              <a:off x="5541567" y="1320483"/>
              <a:ext cx="1301416" cy="1098232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296" name="Rectangle 172295">
              <a:extLst>
                <a:ext uri="{FF2B5EF4-FFF2-40B4-BE49-F238E27FC236}">
                  <a16:creationId xmlns:a16="http://schemas.microsoft.com/office/drawing/2014/main" id="{32B05A88-784E-E277-3B0F-45249160C935}"/>
                </a:ext>
              </a:extLst>
            </p:cNvPr>
            <p:cNvSpPr/>
            <p:nvPr/>
          </p:nvSpPr>
          <p:spPr>
            <a:xfrm rot="5400000">
              <a:off x="6066925" y="2270233"/>
              <a:ext cx="135685" cy="31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00" name="Rectangle 172299">
              <a:extLst>
                <a:ext uri="{FF2B5EF4-FFF2-40B4-BE49-F238E27FC236}">
                  <a16:creationId xmlns:a16="http://schemas.microsoft.com/office/drawing/2014/main" id="{2BF06C58-C868-9CD7-C9F6-814D07CDDBB3}"/>
                </a:ext>
              </a:extLst>
            </p:cNvPr>
            <p:cNvSpPr/>
            <p:nvPr/>
          </p:nvSpPr>
          <p:spPr>
            <a:xfrm rot="9127499">
              <a:off x="6480653" y="1754684"/>
              <a:ext cx="135685" cy="31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02" name="Rectangle 172301">
              <a:extLst>
                <a:ext uri="{FF2B5EF4-FFF2-40B4-BE49-F238E27FC236}">
                  <a16:creationId xmlns:a16="http://schemas.microsoft.com/office/drawing/2014/main" id="{52E7C022-0E78-15E6-CF9D-559EB0724B62}"/>
                </a:ext>
              </a:extLst>
            </p:cNvPr>
            <p:cNvSpPr/>
            <p:nvPr/>
          </p:nvSpPr>
          <p:spPr>
            <a:xfrm rot="1650364">
              <a:off x="5856902" y="1613398"/>
              <a:ext cx="135685" cy="31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09" name="Rectangle 18">
              <a:extLst>
                <a:ext uri="{FF2B5EF4-FFF2-40B4-BE49-F238E27FC236}">
                  <a16:creationId xmlns:a16="http://schemas.microsoft.com/office/drawing/2014/main" id="{A8720CE0-59A1-B34E-41AB-F3BF60BE9C7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607756" y="1729630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172310" name="Rectangle 18">
              <a:extLst>
                <a:ext uri="{FF2B5EF4-FFF2-40B4-BE49-F238E27FC236}">
                  <a16:creationId xmlns:a16="http://schemas.microsoft.com/office/drawing/2014/main" id="{F1257332-3806-3DEC-4558-738F7E5C92D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81774" y="1523239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ca</a:t>
              </a:r>
            </a:p>
          </p:txBody>
        </p:sp>
        <p:sp>
          <p:nvSpPr>
            <p:cNvPr id="172311" name="Rectangle 18">
              <a:extLst>
                <a:ext uri="{FF2B5EF4-FFF2-40B4-BE49-F238E27FC236}">
                  <a16:creationId xmlns:a16="http://schemas.microsoft.com/office/drawing/2014/main" id="{45A3A520-0637-A651-9A02-D0850CB88EA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864976" y="2075282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54498D8-CFF1-B468-CB10-C7752EECD0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134" y="1321455"/>
              <a:ext cx="299994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B3AE62C1-09E8-D2A5-B52E-7D846B878F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232591"/>
                </p:ext>
              </p:extLst>
            </p:nvPr>
          </p:nvGraphicFramePr>
          <p:xfrm>
            <a:off x="3590328" y="938967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90440" imgH="253800" progId="Equation.DSMT4">
                    <p:embed/>
                  </p:oleObj>
                </mc:Choice>
                <mc:Fallback>
                  <p:oleObj name="Equation" r:id="rId3" imgW="190440" imgH="25380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B3AE62C1-09E8-D2A5-B52E-7D846B878F8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90328" y="938967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B4FB2066-5689-E0D6-E74B-3D7605BA0F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3761482"/>
                </p:ext>
              </p:extLst>
            </p:nvPr>
          </p:nvGraphicFramePr>
          <p:xfrm>
            <a:off x="3590328" y="2081967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440" imgH="253800" progId="Equation.DSMT4">
                    <p:embed/>
                  </p:oleObj>
                </mc:Choice>
                <mc:Fallback>
                  <p:oleObj name="Equation" r:id="rId5" imgW="190440" imgH="253800" progId="Equation.DSMT4">
                    <p:embed/>
                    <p:pic>
                      <p:nvPicPr>
                        <p:cNvPr id="10" name="Object 9">
                          <a:extLst>
                            <a:ext uri="{FF2B5EF4-FFF2-40B4-BE49-F238E27FC236}">
                              <a16:creationId xmlns:a16="http://schemas.microsoft.com/office/drawing/2014/main" id="{B4FB2066-5689-E0D6-E74B-3D7605BA0F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90328" y="2081967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>
              <a:extLst>
                <a:ext uri="{FF2B5EF4-FFF2-40B4-BE49-F238E27FC236}">
                  <a16:creationId xmlns:a16="http://schemas.microsoft.com/office/drawing/2014/main" id="{C66AFCA7-5D25-5E5D-964C-5ED2C70C15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7310161"/>
                </p:ext>
              </p:extLst>
            </p:nvPr>
          </p:nvGraphicFramePr>
          <p:xfrm>
            <a:off x="3618515" y="2529840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440" imgH="253800" progId="Equation.DSMT4">
                    <p:embed/>
                  </p:oleObj>
                </mc:Choice>
                <mc:Fallback>
                  <p:oleObj name="Equation" r:id="rId7" imgW="190440" imgH="253800" progId="Equation.DSMT4">
                    <p:embed/>
                    <p:pic>
                      <p:nvPicPr>
                        <p:cNvPr id="14" name="Object 13">
                          <a:extLst>
                            <a:ext uri="{FF2B5EF4-FFF2-40B4-BE49-F238E27FC236}">
                              <a16:creationId xmlns:a16="http://schemas.microsoft.com/office/drawing/2014/main" id="{C66AFCA7-5D25-5E5D-964C-5ED2C70C159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18515" y="2529840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2051" name="Group 29">
              <a:extLst>
                <a:ext uri="{FF2B5EF4-FFF2-40B4-BE49-F238E27FC236}">
                  <a16:creationId xmlns:a16="http://schemas.microsoft.com/office/drawing/2014/main" id="{0A831075-06BA-0C02-4431-44959BB44CB2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187690" y="2405570"/>
              <a:ext cx="530432" cy="162640"/>
              <a:chOff x="2448" y="1728"/>
              <a:chExt cx="571" cy="143"/>
            </a:xfrm>
          </p:grpSpPr>
          <p:sp>
            <p:nvSpPr>
              <p:cNvPr id="172097" name="Freeform 30">
                <a:extLst>
                  <a:ext uri="{FF2B5EF4-FFF2-40B4-BE49-F238E27FC236}">
                    <a16:creationId xmlns:a16="http://schemas.microsoft.com/office/drawing/2014/main" id="{77316E9A-8761-8BFF-ECBE-FA7A02D7B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01" name="Freeform 31">
                <a:extLst>
                  <a:ext uri="{FF2B5EF4-FFF2-40B4-BE49-F238E27FC236}">
                    <a16:creationId xmlns:a16="http://schemas.microsoft.com/office/drawing/2014/main" id="{8E0E7327-FC33-ACA1-08F9-A4DD418ED8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02" name="Freeform 32">
                <a:extLst>
                  <a:ext uri="{FF2B5EF4-FFF2-40B4-BE49-F238E27FC236}">
                    <a16:creationId xmlns:a16="http://schemas.microsoft.com/office/drawing/2014/main" id="{2BC89BE8-876A-5ED7-3BEE-775BE9526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08" name="Freeform 33">
                <a:extLst>
                  <a:ext uri="{FF2B5EF4-FFF2-40B4-BE49-F238E27FC236}">
                    <a16:creationId xmlns:a16="http://schemas.microsoft.com/office/drawing/2014/main" id="{1E06F3AA-9FE7-92F4-BB24-A7B35DB46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09" name="Line 34">
                <a:extLst>
                  <a:ext uri="{FF2B5EF4-FFF2-40B4-BE49-F238E27FC236}">
                    <a16:creationId xmlns:a16="http://schemas.microsoft.com/office/drawing/2014/main" id="{ABBA3932-BA32-7010-CAFB-982F60630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110" name="Line 35">
                <a:extLst>
                  <a:ext uri="{FF2B5EF4-FFF2-40B4-BE49-F238E27FC236}">
                    <a16:creationId xmlns:a16="http://schemas.microsoft.com/office/drawing/2014/main" id="{2044CDF0-5E7A-9E5C-42B2-40DCB1FFE8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grpSp>
          <p:nvGrpSpPr>
            <p:cNvPr id="172052" name="Group 29">
              <a:extLst>
                <a:ext uri="{FF2B5EF4-FFF2-40B4-BE49-F238E27FC236}">
                  <a16:creationId xmlns:a16="http://schemas.microsoft.com/office/drawing/2014/main" id="{08B48905-29F1-5776-14B2-8ABF204DF3E5}"/>
                </a:ext>
              </a:extLst>
            </p:cNvPr>
            <p:cNvGrpSpPr>
              <a:grpSpLocks/>
            </p:cNvGrpSpPr>
            <p:nvPr/>
          </p:nvGrpSpPr>
          <p:grpSpPr bwMode="auto">
            <a:xfrm rot="3880543">
              <a:off x="2629295" y="1843655"/>
              <a:ext cx="509270" cy="162640"/>
              <a:chOff x="2448" y="1728"/>
              <a:chExt cx="571" cy="143"/>
            </a:xfrm>
          </p:grpSpPr>
          <p:sp>
            <p:nvSpPr>
              <p:cNvPr id="172314" name="Freeform 30">
                <a:extLst>
                  <a:ext uri="{FF2B5EF4-FFF2-40B4-BE49-F238E27FC236}">
                    <a16:creationId xmlns:a16="http://schemas.microsoft.com/office/drawing/2014/main" id="{CC9073DB-FA77-8F5E-2096-C7ABF70B27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15" name="Freeform 31">
                <a:extLst>
                  <a:ext uri="{FF2B5EF4-FFF2-40B4-BE49-F238E27FC236}">
                    <a16:creationId xmlns:a16="http://schemas.microsoft.com/office/drawing/2014/main" id="{F227F87B-C596-BF40-C7F2-D29D115A9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16" name="Freeform 32">
                <a:extLst>
                  <a:ext uri="{FF2B5EF4-FFF2-40B4-BE49-F238E27FC236}">
                    <a16:creationId xmlns:a16="http://schemas.microsoft.com/office/drawing/2014/main" id="{631F815D-D294-D0A1-411F-B05136303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17" name="Freeform 33">
                <a:extLst>
                  <a:ext uri="{FF2B5EF4-FFF2-40B4-BE49-F238E27FC236}">
                    <a16:creationId xmlns:a16="http://schemas.microsoft.com/office/drawing/2014/main" id="{FC361555-6D8A-3E7D-0093-13CA6E3F9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19" name="Line 34">
                <a:extLst>
                  <a:ext uri="{FF2B5EF4-FFF2-40B4-BE49-F238E27FC236}">
                    <a16:creationId xmlns:a16="http://schemas.microsoft.com/office/drawing/2014/main" id="{2442E2F6-51CF-E5A9-BA1A-256751FD43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096" name="Line 35">
                <a:extLst>
                  <a:ext uri="{FF2B5EF4-FFF2-40B4-BE49-F238E27FC236}">
                    <a16:creationId xmlns:a16="http://schemas.microsoft.com/office/drawing/2014/main" id="{AC5546D4-6362-4B77-0A20-72696F9D7C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grpSp>
          <p:nvGrpSpPr>
            <p:cNvPr id="172053" name="Group 29">
              <a:extLst>
                <a:ext uri="{FF2B5EF4-FFF2-40B4-BE49-F238E27FC236}">
                  <a16:creationId xmlns:a16="http://schemas.microsoft.com/office/drawing/2014/main" id="{A833E1DA-2EF0-EF82-E454-381B377BDD3D}"/>
                </a:ext>
              </a:extLst>
            </p:cNvPr>
            <p:cNvGrpSpPr>
              <a:grpSpLocks/>
            </p:cNvGrpSpPr>
            <p:nvPr/>
          </p:nvGrpSpPr>
          <p:grpSpPr bwMode="auto">
            <a:xfrm rot="7453507">
              <a:off x="1866353" y="1868674"/>
              <a:ext cx="509270" cy="162640"/>
              <a:chOff x="2448" y="1728"/>
              <a:chExt cx="571" cy="143"/>
            </a:xfrm>
          </p:grpSpPr>
          <p:sp>
            <p:nvSpPr>
              <p:cNvPr id="172303" name="Freeform 30">
                <a:extLst>
                  <a:ext uri="{FF2B5EF4-FFF2-40B4-BE49-F238E27FC236}">
                    <a16:creationId xmlns:a16="http://schemas.microsoft.com/office/drawing/2014/main" id="{DD1EC52C-2EC1-26F5-484C-78AF7628C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04" name="Freeform 31">
                <a:extLst>
                  <a:ext uri="{FF2B5EF4-FFF2-40B4-BE49-F238E27FC236}">
                    <a16:creationId xmlns:a16="http://schemas.microsoft.com/office/drawing/2014/main" id="{4922E48D-304D-1EA9-9166-31A044806B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05" name="Freeform 32">
                <a:extLst>
                  <a:ext uri="{FF2B5EF4-FFF2-40B4-BE49-F238E27FC236}">
                    <a16:creationId xmlns:a16="http://schemas.microsoft.com/office/drawing/2014/main" id="{EAA20950-38C5-1548-141D-6F04776FD3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06" name="Freeform 33">
                <a:extLst>
                  <a:ext uri="{FF2B5EF4-FFF2-40B4-BE49-F238E27FC236}">
                    <a16:creationId xmlns:a16="http://schemas.microsoft.com/office/drawing/2014/main" id="{5BDF0F5A-D33F-0C58-5264-F9019EB6F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07" name="Line 34">
                <a:extLst>
                  <a:ext uri="{FF2B5EF4-FFF2-40B4-BE49-F238E27FC236}">
                    <a16:creationId xmlns:a16="http://schemas.microsoft.com/office/drawing/2014/main" id="{A9B0C82F-B536-3F77-19F2-C32CA5388E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08" name="Line 35">
                <a:extLst>
                  <a:ext uri="{FF2B5EF4-FFF2-40B4-BE49-F238E27FC236}">
                    <a16:creationId xmlns:a16="http://schemas.microsoft.com/office/drawing/2014/main" id="{228E6FDE-6296-5460-0BA3-1D45A56F32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cxnSp>
          <p:nvCxnSpPr>
            <p:cNvPr id="172054" name="Straight Connector 172053">
              <a:extLst>
                <a:ext uri="{FF2B5EF4-FFF2-40B4-BE49-F238E27FC236}">
                  <a16:creationId xmlns:a16="http://schemas.microsoft.com/office/drawing/2014/main" id="{946D2B92-58CF-1BD7-39FC-AC5EFDD329D2}"/>
                </a:ext>
              </a:extLst>
            </p:cNvPr>
            <p:cNvCxnSpPr>
              <a:cxnSpLocks/>
            </p:cNvCxnSpPr>
            <p:nvPr/>
          </p:nvCxnSpPr>
          <p:spPr>
            <a:xfrm>
              <a:off x="2678176" y="2470241"/>
              <a:ext cx="47372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56" name="Straight Connector 172055">
              <a:extLst>
                <a:ext uri="{FF2B5EF4-FFF2-40B4-BE49-F238E27FC236}">
                  <a16:creationId xmlns:a16="http://schemas.microsoft.com/office/drawing/2014/main" id="{2A42A40D-DBEF-25A0-DACB-804B7BEADCBE}"/>
                </a:ext>
              </a:extLst>
            </p:cNvPr>
            <p:cNvCxnSpPr>
              <a:cxnSpLocks/>
            </p:cNvCxnSpPr>
            <p:nvPr/>
          </p:nvCxnSpPr>
          <p:spPr>
            <a:xfrm>
              <a:off x="1761528" y="2457773"/>
              <a:ext cx="4951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57" name="Straight Connector 172056">
              <a:extLst>
                <a:ext uri="{FF2B5EF4-FFF2-40B4-BE49-F238E27FC236}">
                  <a16:creationId xmlns:a16="http://schemas.microsoft.com/office/drawing/2014/main" id="{D946913B-FC28-4FA8-405D-A9607B4D6E04}"/>
                </a:ext>
              </a:extLst>
            </p:cNvPr>
            <p:cNvCxnSpPr>
              <a:cxnSpLocks/>
              <a:endCxn id="172319" idx="1"/>
            </p:cNvCxnSpPr>
            <p:nvPr/>
          </p:nvCxnSpPr>
          <p:spPr>
            <a:xfrm flipH="1" flipV="1">
              <a:off x="2970745" y="2165600"/>
              <a:ext cx="194478" cy="2984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58" name="Straight Connector 172057">
              <a:extLst>
                <a:ext uri="{FF2B5EF4-FFF2-40B4-BE49-F238E27FC236}">
                  <a16:creationId xmlns:a16="http://schemas.microsoft.com/office/drawing/2014/main" id="{507B0F1C-A56B-327A-4AF1-A3E26F7B7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1528" y="2066335"/>
              <a:ext cx="245942" cy="3776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059" name="Freeform: Shape 172058">
              <a:extLst>
                <a:ext uri="{FF2B5EF4-FFF2-40B4-BE49-F238E27FC236}">
                  <a16:creationId xmlns:a16="http://schemas.microsoft.com/office/drawing/2014/main" id="{BC92B79D-5E0B-821C-DC9D-645CBA213BDF}"/>
                </a:ext>
              </a:extLst>
            </p:cNvPr>
            <p:cNvSpPr/>
            <p:nvPr/>
          </p:nvSpPr>
          <p:spPr>
            <a:xfrm>
              <a:off x="2231282" y="1321018"/>
              <a:ext cx="550506" cy="419877"/>
            </a:xfrm>
            <a:custGeom>
              <a:avLst/>
              <a:gdLst>
                <a:gd name="connsiteX0" fmla="*/ 0 w 550506"/>
                <a:gd name="connsiteY0" fmla="*/ 401216 h 419877"/>
                <a:gd name="connsiteX1" fmla="*/ 279918 w 550506"/>
                <a:gd name="connsiteY1" fmla="*/ 0 h 419877"/>
                <a:gd name="connsiteX2" fmla="*/ 550506 w 550506"/>
                <a:gd name="connsiteY2" fmla="*/ 419877 h 41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0506" h="419877">
                  <a:moveTo>
                    <a:pt x="0" y="401216"/>
                  </a:moveTo>
                  <a:lnTo>
                    <a:pt x="279918" y="0"/>
                  </a:lnTo>
                  <a:lnTo>
                    <a:pt x="550506" y="41987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72290" name="Object 172289">
              <a:extLst>
                <a:ext uri="{FF2B5EF4-FFF2-40B4-BE49-F238E27FC236}">
                  <a16:creationId xmlns:a16="http://schemas.microsoft.com/office/drawing/2014/main" id="{73E29FBC-080E-D614-E26B-95F52889BF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3199585"/>
                </p:ext>
              </p:extLst>
            </p:nvPr>
          </p:nvGraphicFramePr>
          <p:xfrm>
            <a:off x="3063284" y="1721605"/>
            <a:ext cx="3540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66400" imgH="253800" progId="Equation.DSMT4">
                    <p:embed/>
                  </p:oleObj>
                </mc:Choice>
                <mc:Fallback>
                  <p:oleObj name="Equation" r:id="rId9" imgW="266400" imgH="253800" progId="Equation.DSMT4">
                    <p:embed/>
                    <p:pic>
                      <p:nvPicPr>
                        <p:cNvPr id="172263" name="Object 172262">
                          <a:extLst>
                            <a:ext uri="{FF2B5EF4-FFF2-40B4-BE49-F238E27FC236}">
                              <a16:creationId xmlns:a16="http://schemas.microsoft.com/office/drawing/2014/main" id="{03A1B41F-14D2-CA69-E191-1446352B59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063284" y="1721605"/>
                          <a:ext cx="354012" cy="3365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291" name="Object 172290">
              <a:extLst>
                <a:ext uri="{FF2B5EF4-FFF2-40B4-BE49-F238E27FC236}">
                  <a16:creationId xmlns:a16="http://schemas.microsoft.com/office/drawing/2014/main" id="{622CFB12-45EE-3C02-73F8-3024BE5938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9089890"/>
                </p:ext>
              </p:extLst>
            </p:nvPr>
          </p:nvGraphicFramePr>
          <p:xfrm>
            <a:off x="2286996" y="2096255"/>
            <a:ext cx="33496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53800" imgH="253800" progId="Equation.DSMT4">
                    <p:embed/>
                  </p:oleObj>
                </mc:Choice>
                <mc:Fallback>
                  <p:oleObj name="Equation" r:id="rId11" imgW="253800" imgH="253800" progId="Equation.DSMT4">
                    <p:embed/>
                    <p:pic>
                      <p:nvPicPr>
                        <p:cNvPr id="172264" name="Object 172263">
                          <a:extLst>
                            <a:ext uri="{FF2B5EF4-FFF2-40B4-BE49-F238E27FC236}">
                              <a16:creationId xmlns:a16="http://schemas.microsoft.com/office/drawing/2014/main" id="{DD9512DB-228E-9D0F-D160-AC1D4D76BF6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86996" y="2096255"/>
                          <a:ext cx="334963" cy="3365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292" name="Object 172291">
              <a:extLst>
                <a:ext uri="{FF2B5EF4-FFF2-40B4-BE49-F238E27FC236}">
                  <a16:creationId xmlns:a16="http://schemas.microsoft.com/office/drawing/2014/main" id="{E8A86E96-9437-A65E-8CA1-DE2FEAB5CD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015011"/>
                </p:ext>
              </p:extLst>
            </p:nvPr>
          </p:nvGraphicFramePr>
          <p:xfrm>
            <a:off x="1671046" y="1653342"/>
            <a:ext cx="3365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53800" imgH="253800" progId="Equation.DSMT4">
                    <p:embed/>
                  </p:oleObj>
                </mc:Choice>
                <mc:Fallback>
                  <p:oleObj name="Equation" r:id="rId13" imgW="253800" imgH="253800" progId="Equation.DSMT4">
                    <p:embed/>
                    <p:pic>
                      <p:nvPicPr>
                        <p:cNvPr id="172265" name="Object 172264">
                          <a:extLst>
                            <a:ext uri="{FF2B5EF4-FFF2-40B4-BE49-F238E27FC236}">
                              <a16:creationId xmlns:a16="http://schemas.microsoft.com/office/drawing/2014/main" id="{A4FDA1CE-2523-6751-E187-68B7038781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71046" y="1653342"/>
                          <a:ext cx="336550" cy="3365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2293" name="Rectangle 18">
              <a:extLst>
                <a:ext uri="{FF2B5EF4-FFF2-40B4-BE49-F238E27FC236}">
                  <a16:creationId xmlns:a16="http://schemas.microsoft.com/office/drawing/2014/main" id="{F0CAF1F9-0D50-A8F2-4AA8-9DE801F4100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455995" y="1091823"/>
              <a:ext cx="285039" cy="215443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2294" name="Rectangle 18">
              <a:extLst>
                <a:ext uri="{FF2B5EF4-FFF2-40B4-BE49-F238E27FC236}">
                  <a16:creationId xmlns:a16="http://schemas.microsoft.com/office/drawing/2014/main" id="{387924AC-6919-1680-7257-774517C4C5C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128840" y="2463999"/>
              <a:ext cx="285039" cy="215443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72301" name="Rectangle 18">
              <a:extLst>
                <a:ext uri="{FF2B5EF4-FFF2-40B4-BE49-F238E27FC236}">
                  <a16:creationId xmlns:a16="http://schemas.microsoft.com/office/drawing/2014/main" id="{31E89C7F-7DEA-4D0B-F865-B25FDFD230F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24000" y="2336300"/>
              <a:ext cx="285039" cy="215443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cxnSp>
          <p:nvCxnSpPr>
            <p:cNvPr id="172112" name="Straight Arrow Connector 172111">
              <a:extLst>
                <a:ext uri="{FF2B5EF4-FFF2-40B4-BE49-F238E27FC236}">
                  <a16:creationId xmlns:a16="http://schemas.microsoft.com/office/drawing/2014/main" id="{5D16A9E1-9328-060D-EDE3-AC625BFD0B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134" y="2910840"/>
              <a:ext cx="299994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13" name="Straight Arrow Connector 172112">
              <a:extLst>
                <a:ext uri="{FF2B5EF4-FFF2-40B4-BE49-F238E27FC236}">
                  <a16:creationId xmlns:a16="http://schemas.microsoft.com/office/drawing/2014/main" id="{965E8F63-082C-16D7-E5AA-A2CB60C1F6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134" y="2473850"/>
              <a:ext cx="299994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114" name="Rectangle 18">
              <a:extLst>
                <a:ext uri="{FF2B5EF4-FFF2-40B4-BE49-F238E27FC236}">
                  <a16:creationId xmlns:a16="http://schemas.microsoft.com/office/drawing/2014/main" id="{3CF196D3-0532-BAA6-74A4-2972F08361D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109460" y="1103802"/>
              <a:ext cx="285039" cy="215443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2115" name="Rectangle 18">
              <a:extLst>
                <a:ext uri="{FF2B5EF4-FFF2-40B4-BE49-F238E27FC236}">
                  <a16:creationId xmlns:a16="http://schemas.microsoft.com/office/drawing/2014/main" id="{5C5E66ED-29A7-23E1-D26D-ED21009BD78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904157" y="2298975"/>
              <a:ext cx="285039" cy="215443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72116" name="Rectangle 18">
              <a:extLst>
                <a:ext uri="{FF2B5EF4-FFF2-40B4-BE49-F238E27FC236}">
                  <a16:creationId xmlns:a16="http://schemas.microsoft.com/office/drawing/2014/main" id="{17088007-3555-379E-F45D-E8A7FED48E0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44334" y="2302788"/>
              <a:ext cx="285039" cy="215443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BB1DCE-0FDC-8DCE-5E51-DBDD750A1AC6}"/>
                </a:ext>
              </a:extLst>
            </p:cNvPr>
            <p:cNvSpPr/>
            <p:nvPr/>
          </p:nvSpPr>
          <p:spPr>
            <a:xfrm>
              <a:off x="4200229" y="1236412"/>
              <a:ext cx="380699" cy="137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CF676C-CA34-39B9-DD03-0C0AA8BA3FE4}"/>
                </a:ext>
              </a:extLst>
            </p:cNvPr>
            <p:cNvSpPr/>
            <p:nvPr/>
          </p:nvSpPr>
          <p:spPr>
            <a:xfrm>
              <a:off x="4199928" y="2396102"/>
              <a:ext cx="380699" cy="137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CC3CFC-8391-0431-5132-68CB87978373}"/>
                </a:ext>
              </a:extLst>
            </p:cNvPr>
            <p:cNvSpPr/>
            <p:nvPr/>
          </p:nvSpPr>
          <p:spPr>
            <a:xfrm>
              <a:off x="4199627" y="2834640"/>
              <a:ext cx="380699" cy="137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F2E3C9F2-7124-7031-42F3-F8D5D324EDD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86404" y="988219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C0101B2D-F6C7-9313-E5AC-99BC90B7A98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75521" y="2131219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0906DF33-1790-8D40-6D5D-DC94FF3959E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64638" y="2576495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72418" name="Group 172417">
            <a:extLst>
              <a:ext uri="{FF2B5EF4-FFF2-40B4-BE49-F238E27FC236}">
                <a16:creationId xmlns:a16="http://schemas.microsoft.com/office/drawing/2014/main" id="{30150DE2-93EA-FEF1-7C0A-1B81ECE28C60}"/>
              </a:ext>
            </a:extLst>
          </p:cNvPr>
          <p:cNvGrpSpPr/>
          <p:nvPr/>
        </p:nvGrpSpPr>
        <p:grpSpPr>
          <a:xfrm>
            <a:off x="1219200" y="3987007"/>
            <a:ext cx="5914858" cy="2261393"/>
            <a:chOff x="1544638" y="3429000"/>
            <a:chExt cx="5914858" cy="2261393"/>
          </a:xfrm>
        </p:grpSpPr>
        <p:cxnSp>
          <p:nvCxnSpPr>
            <p:cNvPr id="172397" name="Straight Connector 172396">
              <a:extLst>
                <a:ext uri="{FF2B5EF4-FFF2-40B4-BE49-F238E27FC236}">
                  <a16:creationId xmlns:a16="http://schemas.microsoft.com/office/drawing/2014/main" id="{85B5A353-539C-9E3C-B51F-AF94E4323CD4}"/>
                </a:ext>
              </a:extLst>
            </p:cNvPr>
            <p:cNvCxnSpPr>
              <a:cxnSpLocks/>
              <a:stCxn id="172363" idx="3"/>
              <a:endCxn id="172395" idx="4"/>
            </p:cNvCxnSpPr>
            <p:nvPr/>
          </p:nvCxnSpPr>
          <p:spPr>
            <a:xfrm flipH="1">
              <a:off x="5539394" y="4508286"/>
              <a:ext cx="781891" cy="4333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393" name="Straight Connector 172392">
              <a:extLst>
                <a:ext uri="{FF2B5EF4-FFF2-40B4-BE49-F238E27FC236}">
                  <a16:creationId xmlns:a16="http://schemas.microsoft.com/office/drawing/2014/main" id="{0C69B2B6-2E27-D0C5-0E83-72DB312D8F83}"/>
                </a:ext>
              </a:extLst>
            </p:cNvPr>
            <p:cNvCxnSpPr>
              <a:cxnSpLocks/>
              <a:stCxn id="172363" idx="2"/>
              <a:endCxn id="172391" idx="3"/>
            </p:cNvCxnSpPr>
            <p:nvPr/>
          </p:nvCxnSpPr>
          <p:spPr>
            <a:xfrm>
              <a:off x="6308145" y="4476564"/>
              <a:ext cx="1026510" cy="1440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2388" name="Freeform: Shape 172387">
              <a:extLst>
                <a:ext uri="{FF2B5EF4-FFF2-40B4-BE49-F238E27FC236}">
                  <a16:creationId xmlns:a16="http://schemas.microsoft.com/office/drawing/2014/main" id="{E0E2CF43-DD8C-B29A-14F6-08AA4393A69C}"/>
                </a:ext>
              </a:extLst>
            </p:cNvPr>
            <p:cNvSpPr/>
            <p:nvPr/>
          </p:nvSpPr>
          <p:spPr>
            <a:xfrm>
              <a:off x="2509736" y="3774332"/>
              <a:ext cx="3842425" cy="700391"/>
            </a:xfrm>
            <a:custGeom>
              <a:avLst/>
              <a:gdLst>
                <a:gd name="connsiteX0" fmla="*/ 0 w 3842425"/>
                <a:gd name="connsiteY0" fmla="*/ 321013 h 700391"/>
                <a:gd name="connsiteX1" fmla="*/ 0 w 3842425"/>
                <a:gd name="connsiteY1" fmla="*/ 0 h 700391"/>
                <a:gd name="connsiteX2" fmla="*/ 3842425 w 3842425"/>
                <a:gd name="connsiteY2" fmla="*/ 0 h 700391"/>
                <a:gd name="connsiteX3" fmla="*/ 3842425 w 3842425"/>
                <a:gd name="connsiteY3" fmla="*/ 700391 h 70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2425" h="700391">
                  <a:moveTo>
                    <a:pt x="0" y="321013"/>
                  </a:moveTo>
                  <a:lnTo>
                    <a:pt x="0" y="0"/>
                  </a:lnTo>
                  <a:lnTo>
                    <a:pt x="3842425" y="0"/>
                  </a:lnTo>
                  <a:lnTo>
                    <a:pt x="3842425" y="700391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2048" name="Group 29">
              <a:extLst>
                <a:ext uri="{FF2B5EF4-FFF2-40B4-BE49-F238E27FC236}">
                  <a16:creationId xmlns:a16="http://schemas.microsoft.com/office/drawing/2014/main" id="{7CA87896-24F4-75A7-112B-78D05CB5922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255353" y="4245839"/>
              <a:ext cx="530432" cy="162640"/>
              <a:chOff x="2448" y="1728"/>
              <a:chExt cx="571" cy="143"/>
            </a:xfrm>
          </p:grpSpPr>
          <p:sp>
            <p:nvSpPr>
              <p:cNvPr id="172341" name="Freeform 30">
                <a:extLst>
                  <a:ext uri="{FF2B5EF4-FFF2-40B4-BE49-F238E27FC236}">
                    <a16:creationId xmlns:a16="http://schemas.microsoft.com/office/drawing/2014/main" id="{1BED1F0C-4AF2-8BE4-251A-1B8D8BBCD8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42" name="Freeform 31">
                <a:extLst>
                  <a:ext uri="{FF2B5EF4-FFF2-40B4-BE49-F238E27FC236}">
                    <a16:creationId xmlns:a16="http://schemas.microsoft.com/office/drawing/2014/main" id="{1DD5E2D4-3A54-FAF5-33D7-992DBA14EF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43" name="Freeform 32">
                <a:extLst>
                  <a:ext uri="{FF2B5EF4-FFF2-40B4-BE49-F238E27FC236}">
                    <a16:creationId xmlns:a16="http://schemas.microsoft.com/office/drawing/2014/main" id="{5F2378DF-E24E-1B3E-21AA-5C7B493A6C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44" name="Freeform 33">
                <a:extLst>
                  <a:ext uri="{FF2B5EF4-FFF2-40B4-BE49-F238E27FC236}">
                    <a16:creationId xmlns:a16="http://schemas.microsoft.com/office/drawing/2014/main" id="{3FDA9058-5477-05CA-C92F-0BDCD52AB4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45" name="Line 34">
                <a:extLst>
                  <a:ext uri="{FF2B5EF4-FFF2-40B4-BE49-F238E27FC236}">
                    <a16:creationId xmlns:a16="http://schemas.microsoft.com/office/drawing/2014/main" id="{56F18332-E74C-A989-827E-D9381FE397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46" name="Line 35">
                <a:extLst>
                  <a:ext uri="{FF2B5EF4-FFF2-40B4-BE49-F238E27FC236}">
                    <a16:creationId xmlns:a16="http://schemas.microsoft.com/office/drawing/2014/main" id="{3CB338F2-7DAA-D3AE-5A63-721F2895D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grpSp>
          <p:nvGrpSpPr>
            <p:cNvPr id="172049" name="Group 29">
              <a:extLst>
                <a:ext uri="{FF2B5EF4-FFF2-40B4-BE49-F238E27FC236}">
                  <a16:creationId xmlns:a16="http://schemas.microsoft.com/office/drawing/2014/main" id="{73E5E199-1B9B-77C8-65D8-8D06C676673B}"/>
                </a:ext>
              </a:extLst>
            </p:cNvPr>
            <p:cNvGrpSpPr>
              <a:grpSpLocks/>
            </p:cNvGrpSpPr>
            <p:nvPr/>
          </p:nvGrpSpPr>
          <p:grpSpPr bwMode="auto">
            <a:xfrm rot="2211161">
              <a:off x="2572839" y="4802831"/>
              <a:ext cx="509270" cy="162640"/>
              <a:chOff x="2448" y="1728"/>
              <a:chExt cx="571" cy="143"/>
            </a:xfrm>
          </p:grpSpPr>
          <p:sp>
            <p:nvSpPr>
              <p:cNvPr id="172335" name="Freeform 30">
                <a:extLst>
                  <a:ext uri="{FF2B5EF4-FFF2-40B4-BE49-F238E27FC236}">
                    <a16:creationId xmlns:a16="http://schemas.microsoft.com/office/drawing/2014/main" id="{ACDE94A0-B34B-A091-DAB3-A2583B783F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36" name="Freeform 31">
                <a:extLst>
                  <a:ext uri="{FF2B5EF4-FFF2-40B4-BE49-F238E27FC236}">
                    <a16:creationId xmlns:a16="http://schemas.microsoft.com/office/drawing/2014/main" id="{91AD8DA0-C7E7-93A9-70B1-123EE0B196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37" name="Freeform 32">
                <a:extLst>
                  <a:ext uri="{FF2B5EF4-FFF2-40B4-BE49-F238E27FC236}">
                    <a16:creationId xmlns:a16="http://schemas.microsoft.com/office/drawing/2014/main" id="{E594D412-8107-24D8-A214-DF6C81CED6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38" name="Freeform 33">
                <a:extLst>
                  <a:ext uri="{FF2B5EF4-FFF2-40B4-BE49-F238E27FC236}">
                    <a16:creationId xmlns:a16="http://schemas.microsoft.com/office/drawing/2014/main" id="{FF7198B3-2318-2278-7313-D220D64F0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39" name="Line 34">
                <a:extLst>
                  <a:ext uri="{FF2B5EF4-FFF2-40B4-BE49-F238E27FC236}">
                    <a16:creationId xmlns:a16="http://schemas.microsoft.com/office/drawing/2014/main" id="{42944A27-9A9A-2A9E-1765-1E90A9F58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40" name="Line 35">
                <a:extLst>
                  <a:ext uri="{FF2B5EF4-FFF2-40B4-BE49-F238E27FC236}">
                    <a16:creationId xmlns:a16="http://schemas.microsoft.com/office/drawing/2014/main" id="{732CC54B-DBB3-4E8B-7CB9-8D9EA74EB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grpSp>
          <p:nvGrpSpPr>
            <p:cNvPr id="172050" name="Group 29">
              <a:extLst>
                <a:ext uri="{FF2B5EF4-FFF2-40B4-BE49-F238E27FC236}">
                  <a16:creationId xmlns:a16="http://schemas.microsoft.com/office/drawing/2014/main" id="{5464694A-F466-79A0-358A-1BB4E4A0C004}"/>
                </a:ext>
              </a:extLst>
            </p:cNvPr>
            <p:cNvGrpSpPr>
              <a:grpSpLocks/>
            </p:cNvGrpSpPr>
            <p:nvPr/>
          </p:nvGrpSpPr>
          <p:grpSpPr bwMode="auto">
            <a:xfrm rot="8811674">
              <a:off x="1893752" y="4791786"/>
              <a:ext cx="509270" cy="162640"/>
              <a:chOff x="2448" y="1728"/>
              <a:chExt cx="571" cy="143"/>
            </a:xfrm>
          </p:grpSpPr>
          <p:sp>
            <p:nvSpPr>
              <p:cNvPr id="172329" name="Freeform 30">
                <a:extLst>
                  <a:ext uri="{FF2B5EF4-FFF2-40B4-BE49-F238E27FC236}">
                    <a16:creationId xmlns:a16="http://schemas.microsoft.com/office/drawing/2014/main" id="{A6A19B8E-4E16-40BB-D0E4-7C1C36FE0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30" name="Freeform 31">
                <a:extLst>
                  <a:ext uri="{FF2B5EF4-FFF2-40B4-BE49-F238E27FC236}">
                    <a16:creationId xmlns:a16="http://schemas.microsoft.com/office/drawing/2014/main" id="{426A6539-1F31-BB0C-48C0-54A69B6D0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31" name="Freeform 32">
                <a:extLst>
                  <a:ext uri="{FF2B5EF4-FFF2-40B4-BE49-F238E27FC236}">
                    <a16:creationId xmlns:a16="http://schemas.microsoft.com/office/drawing/2014/main" id="{C36D7803-E510-431E-DB37-DA320FDB6E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32" name="Freeform 33">
                <a:extLst>
                  <a:ext uri="{FF2B5EF4-FFF2-40B4-BE49-F238E27FC236}">
                    <a16:creationId xmlns:a16="http://schemas.microsoft.com/office/drawing/2014/main" id="{07B1E900-9A8C-84CC-EA5C-24F002E1B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33" name="Line 34">
                <a:extLst>
                  <a:ext uri="{FF2B5EF4-FFF2-40B4-BE49-F238E27FC236}">
                    <a16:creationId xmlns:a16="http://schemas.microsoft.com/office/drawing/2014/main" id="{FF737323-52B4-B2EE-9A24-EBA845C54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172334" name="Line 35">
                <a:extLst>
                  <a:ext uri="{FF2B5EF4-FFF2-40B4-BE49-F238E27FC236}">
                    <a16:creationId xmlns:a16="http://schemas.microsoft.com/office/drawing/2014/main" id="{03066A41-EE6D-12CA-E036-30B064A803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72060" name="Rectangle 18">
              <a:extLst>
                <a:ext uri="{FF2B5EF4-FFF2-40B4-BE49-F238E27FC236}">
                  <a16:creationId xmlns:a16="http://schemas.microsoft.com/office/drawing/2014/main" id="{EAAC8C14-8764-2763-DAF1-9CDD75DDE4F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231282" y="3659261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2062" name="Straight Connector 172061">
              <a:extLst>
                <a:ext uri="{FF2B5EF4-FFF2-40B4-BE49-F238E27FC236}">
                  <a16:creationId xmlns:a16="http://schemas.microsoft.com/office/drawing/2014/main" id="{27557A4B-04F2-194A-A88C-0CD4422B0A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2556" y="4643814"/>
              <a:ext cx="183311" cy="1017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63" name="Straight Connector 172062">
              <a:extLst>
                <a:ext uri="{FF2B5EF4-FFF2-40B4-BE49-F238E27FC236}">
                  <a16:creationId xmlns:a16="http://schemas.microsoft.com/office/drawing/2014/main" id="{956D5DC6-FE1E-3E88-DC95-6ECC128F17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8609" y="4655715"/>
              <a:ext cx="134484" cy="11420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88" name="Straight Connector 172287">
              <a:extLst>
                <a:ext uri="{FF2B5EF4-FFF2-40B4-BE49-F238E27FC236}">
                  <a16:creationId xmlns:a16="http://schemas.microsoft.com/office/drawing/2014/main" id="{A8FF8B33-DA75-004C-ED78-DF3085930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5867" y="4543886"/>
              <a:ext cx="10250" cy="1127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298" name="Rectangle 18">
              <a:extLst>
                <a:ext uri="{FF2B5EF4-FFF2-40B4-BE49-F238E27FC236}">
                  <a16:creationId xmlns:a16="http://schemas.microsoft.com/office/drawing/2014/main" id="{72D34761-6DF2-1D42-B052-EA245DE18EA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277604" y="4674248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299" name="Rectangle 18">
              <a:extLst>
                <a:ext uri="{FF2B5EF4-FFF2-40B4-BE49-F238E27FC236}">
                  <a16:creationId xmlns:a16="http://schemas.microsoft.com/office/drawing/2014/main" id="{0FE947B6-DA2F-B56B-9983-1EBE3C05E31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145871" y="4960639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103" name="Rectangle 18">
              <a:extLst>
                <a:ext uri="{FF2B5EF4-FFF2-40B4-BE49-F238E27FC236}">
                  <a16:creationId xmlns:a16="http://schemas.microsoft.com/office/drawing/2014/main" id="{DC24D83C-FB04-1179-BC80-BE92C841F7C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756555" y="5039204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106" name="Oval 172105">
              <a:extLst>
                <a:ext uri="{FF2B5EF4-FFF2-40B4-BE49-F238E27FC236}">
                  <a16:creationId xmlns:a16="http://schemas.microsoft.com/office/drawing/2014/main" id="{2648B2AE-6CA7-C294-11EC-502F63505328}"/>
                </a:ext>
              </a:extLst>
            </p:cNvPr>
            <p:cNvSpPr/>
            <p:nvPr/>
          </p:nvSpPr>
          <p:spPr>
            <a:xfrm>
              <a:off x="2449283" y="460325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172323" name="Straight Arrow Connector 172322">
              <a:extLst>
                <a:ext uri="{FF2B5EF4-FFF2-40B4-BE49-F238E27FC236}">
                  <a16:creationId xmlns:a16="http://schemas.microsoft.com/office/drawing/2014/main" id="{B18C8369-4F86-32E5-D0E9-C2A222809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8193" y="3772215"/>
              <a:ext cx="424207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24" name="Straight Arrow Connector 172323">
              <a:extLst>
                <a:ext uri="{FF2B5EF4-FFF2-40B4-BE49-F238E27FC236}">
                  <a16:creationId xmlns:a16="http://schemas.microsoft.com/office/drawing/2014/main" id="{E78E012A-0C8C-DF0C-B3E5-FC44248FE6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5506" y="5200409"/>
              <a:ext cx="424207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25" name="Straight Arrow Connector 172324">
              <a:extLst>
                <a:ext uri="{FF2B5EF4-FFF2-40B4-BE49-F238E27FC236}">
                  <a16:creationId xmlns:a16="http://schemas.microsoft.com/office/drawing/2014/main" id="{9F42A68F-F1CF-3FB0-8E4F-A650DC2F74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7896" y="5632315"/>
              <a:ext cx="424207" cy="0"/>
            </a:xfrm>
            <a:prstGeom prst="straightConnector1">
              <a:avLst/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326" name="Object 172325">
              <a:extLst>
                <a:ext uri="{FF2B5EF4-FFF2-40B4-BE49-F238E27FC236}">
                  <a16:creationId xmlns:a16="http://schemas.microsoft.com/office/drawing/2014/main" id="{856AFED4-0C89-2185-2B78-FD67654928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3911680"/>
                </p:ext>
              </p:extLst>
            </p:nvPr>
          </p:nvGraphicFramePr>
          <p:xfrm>
            <a:off x="3571875" y="3429000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90440" imgH="253800" progId="Equation.DSMT4">
                    <p:embed/>
                  </p:oleObj>
                </mc:Choice>
                <mc:Fallback>
                  <p:oleObj name="Equation" r:id="rId15" imgW="190440" imgH="25380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B3AE62C1-09E8-D2A5-B52E-7D846B878F8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71875" y="3429000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327" name="Object 172326">
              <a:extLst>
                <a:ext uri="{FF2B5EF4-FFF2-40B4-BE49-F238E27FC236}">
                  <a16:creationId xmlns:a16="http://schemas.microsoft.com/office/drawing/2014/main" id="{3D1331E4-A63D-029F-B846-596149120D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6228863"/>
                </p:ext>
              </p:extLst>
            </p:nvPr>
          </p:nvGraphicFramePr>
          <p:xfrm>
            <a:off x="3669974" y="4800600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0440" imgH="253800" progId="Equation.DSMT4">
                    <p:embed/>
                  </p:oleObj>
                </mc:Choice>
                <mc:Fallback>
                  <p:oleObj name="Equation" r:id="rId16" imgW="190440" imgH="253800" progId="Equation.DSMT4">
                    <p:embed/>
                    <p:pic>
                      <p:nvPicPr>
                        <p:cNvPr id="10" name="Object 9">
                          <a:extLst>
                            <a:ext uri="{FF2B5EF4-FFF2-40B4-BE49-F238E27FC236}">
                              <a16:creationId xmlns:a16="http://schemas.microsoft.com/office/drawing/2014/main" id="{B4FB2066-5689-E0D6-E74B-3D7605BA0F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69974" y="4800600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328" name="Object 172327">
              <a:extLst>
                <a:ext uri="{FF2B5EF4-FFF2-40B4-BE49-F238E27FC236}">
                  <a16:creationId xmlns:a16="http://schemas.microsoft.com/office/drawing/2014/main" id="{795C5DC2-2B3E-226B-47E0-90623B953D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6517724"/>
                </p:ext>
              </p:extLst>
            </p:nvPr>
          </p:nvGraphicFramePr>
          <p:xfrm>
            <a:off x="3618514" y="5271416"/>
            <a:ext cx="238125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90440" imgH="253800" progId="Equation.DSMT4">
                    <p:embed/>
                  </p:oleObj>
                </mc:Choice>
                <mc:Fallback>
                  <p:oleObj name="Equation" r:id="rId17" imgW="190440" imgH="253800" progId="Equation.DSMT4">
                    <p:embed/>
                    <p:pic>
                      <p:nvPicPr>
                        <p:cNvPr id="14" name="Object 13">
                          <a:extLst>
                            <a:ext uri="{FF2B5EF4-FFF2-40B4-BE49-F238E27FC236}">
                              <a16:creationId xmlns:a16="http://schemas.microsoft.com/office/drawing/2014/main" id="{C66AFCA7-5D25-5E5D-964C-5ED2C70C159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18514" y="5271416"/>
                          <a:ext cx="238125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2355" name="Rectangle 172354">
              <a:extLst>
                <a:ext uri="{FF2B5EF4-FFF2-40B4-BE49-F238E27FC236}">
                  <a16:creationId xmlns:a16="http://schemas.microsoft.com/office/drawing/2014/main" id="{CAF0B79F-7CE6-3550-B867-16A0DA6A574C}"/>
                </a:ext>
              </a:extLst>
            </p:cNvPr>
            <p:cNvSpPr/>
            <p:nvPr/>
          </p:nvSpPr>
          <p:spPr>
            <a:xfrm>
              <a:off x="6279992" y="3962400"/>
              <a:ext cx="135685" cy="31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57" name="Rectangle 172356">
              <a:extLst>
                <a:ext uri="{FF2B5EF4-FFF2-40B4-BE49-F238E27FC236}">
                  <a16:creationId xmlns:a16="http://schemas.microsoft.com/office/drawing/2014/main" id="{F6098856-D23F-9AC3-E3DF-93DC393F3C4E}"/>
                </a:ext>
              </a:extLst>
            </p:cNvPr>
            <p:cNvSpPr/>
            <p:nvPr/>
          </p:nvSpPr>
          <p:spPr>
            <a:xfrm rot="5877565">
              <a:off x="6780271" y="4392704"/>
              <a:ext cx="135685" cy="31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60" name="Rectangle 172359">
              <a:extLst>
                <a:ext uri="{FF2B5EF4-FFF2-40B4-BE49-F238E27FC236}">
                  <a16:creationId xmlns:a16="http://schemas.microsoft.com/office/drawing/2014/main" id="{6D48C79B-BDAF-16EA-0A33-21EBA9BAC433}"/>
                </a:ext>
              </a:extLst>
            </p:cNvPr>
            <p:cNvSpPr/>
            <p:nvPr/>
          </p:nvSpPr>
          <p:spPr>
            <a:xfrm rot="3478489">
              <a:off x="5924942" y="4518374"/>
              <a:ext cx="135685" cy="31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63" name="Oval 172362">
              <a:extLst>
                <a:ext uri="{FF2B5EF4-FFF2-40B4-BE49-F238E27FC236}">
                  <a16:creationId xmlns:a16="http://schemas.microsoft.com/office/drawing/2014/main" id="{ABC79EAD-2395-6E8A-7A46-0F218BFAA52B}"/>
                </a:ext>
              </a:extLst>
            </p:cNvPr>
            <p:cNvSpPr/>
            <p:nvPr/>
          </p:nvSpPr>
          <p:spPr>
            <a:xfrm>
              <a:off x="6308145" y="4431701"/>
              <a:ext cx="89725" cy="8972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72370" name="Object 172369">
              <a:extLst>
                <a:ext uri="{FF2B5EF4-FFF2-40B4-BE49-F238E27FC236}">
                  <a16:creationId xmlns:a16="http://schemas.microsoft.com/office/drawing/2014/main" id="{F2716F72-EECE-E90E-A320-3316FC1F70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2561180"/>
                </p:ext>
              </p:extLst>
            </p:nvPr>
          </p:nvGraphicFramePr>
          <p:xfrm>
            <a:off x="6239572" y="4520857"/>
            <a:ext cx="196498" cy="2197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4880" imgH="177480" progId="Equation.DSMT4">
                    <p:embed/>
                  </p:oleObj>
                </mc:Choice>
                <mc:Fallback>
                  <p:oleObj name="Equation" r:id="rId18" imgW="164880" imgH="177480" progId="Equation.DSMT4">
                    <p:embed/>
                    <p:pic>
                      <p:nvPicPr>
                        <p:cNvPr id="172057" name="Object 172056">
                          <a:extLst>
                            <a:ext uri="{FF2B5EF4-FFF2-40B4-BE49-F238E27FC236}">
                              <a16:creationId xmlns:a16="http://schemas.microsoft.com/office/drawing/2014/main" id="{6C93432A-4B0B-D861-B74C-0F05F95AB11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239572" y="4520857"/>
                          <a:ext cx="196498" cy="2197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2389" name="Rectangle 172388">
              <a:extLst>
                <a:ext uri="{FF2B5EF4-FFF2-40B4-BE49-F238E27FC236}">
                  <a16:creationId xmlns:a16="http://schemas.microsoft.com/office/drawing/2014/main" id="{A60E7DE7-E611-B1BA-36AC-B3CBAC372FA7}"/>
                </a:ext>
              </a:extLst>
            </p:cNvPr>
            <p:cNvSpPr/>
            <p:nvPr/>
          </p:nvSpPr>
          <p:spPr>
            <a:xfrm>
              <a:off x="4201149" y="3702024"/>
              <a:ext cx="380699" cy="137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90" name="Rectangle 18">
              <a:extLst>
                <a:ext uri="{FF2B5EF4-FFF2-40B4-BE49-F238E27FC236}">
                  <a16:creationId xmlns:a16="http://schemas.microsoft.com/office/drawing/2014/main" id="{D3E8D00E-DB97-5826-B408-11AEEDFDEF1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66160" y="3443879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2391" name="Freeform: Shape 172390">
              <a:extLst>
                <a:ext uri="{FF2B5EF4-FFF2-40B4-BE49-F238E27FC236}">
                  <a16:creationId xmlns:a16="http://schemas.microsoft.com/office/drawing/2014/main" id="{69D6267F-EAA4-88D6-9399-597C04D7B3F7}"/>
                </a:ext>
              </a:extLst>
            </p:cNvPr>
            <p:cNvSpPr/>
            <p:nvPr/>
          </p:nvSpPr>
          <p:spPr>
            <a:xfrm>
              <a:off x="3015574" y="4620638"/>
              <a:ext cx="4319081" cy="583660"/>
            </a:xfrm>
            <a:custGeom>
              <a:avLst/>
              <a:gdLst>
                <a:gd name="connsiteX0" fmla="*/ 0 w 4319081"/>
                <a:gd name="connsiteY0" fmla="*/ 437745 h 583660"/>
                <a:gd name="connsiteX1" fmla="*/ 223737 w 4319081"/>
                <a:gd name="connsiteY1" fmla="*/ 583660 h 583660"/>
                <a:gd name="connsiteX2" fmla="*/ 4319081 w 4319081"/>
                <a:gd name="connsiteY2" fmla="*/ 583660 h 583660"/>
                <a:gd name="connsiteX3" fmla="*/ 4319081 w 4319081"/>
                <a:gd name="connsiteY3" fmla="*/ 0 h 58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19081" h="583660">
                  <a:moveTo>
                    <a:pt x="0" y="437745"/>
                  </a:moveTo>
                  <a:lnTo>
                    <a:pt x="223737" y="583660"/>
                  </a:lnTo>
                  <a:lnTo>
                    <a:pt x="4319081" y="583660"/>
                  </a:lnTo>
                  <a:lnTo>
                    <a:pt x="4319081" y="0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95" name="Freeform: Shape 172394">
              <a:extLst>
                <a:ext uri="{FF2B5EF4-FFF2-40B4-BE49-F238E27FC236}">
                  <a16:creationId xmlns:a16="http://schemas.microsoft.com/office/drawing/2014/main" id="{8297CBF3-A857-DFA0-A1F2-8D1FE0AA730A}"/>
                </a:ext>
              </a:extLst>
            </p:cNvPr>
            <p:cNvSpPr/>
            <p:nvPr/>
          </p:nvSpPr>
          <p:spPr>
            <a:xfrm>
              <a:off x="1750979" y="4941651"/>
              <a:ext cx="3788415" cy="690664"/>
            </a:xfrm>
            <a:custGeom>
              <a:avLst/>
              <a:gdLst>
                <a:gd name="connsiteX0" fmla="*/ 165370 w 3667327"/>
                <a:gd name="connsiteY0" fmla="*/ 48638 h 690664"/>
                <a:gd name="connsiteX1" fmla="*/ 0 w 3667327"/>
                <a:gd name="connsiteY1" fmla="*/ 184826 h 690664"/>
                <a:gd name="connsiteX2" fmla="*/ 9727 w 3667327"/>
                <a:gd name="connsiteY2" fmla="*/ 690664 h 690664"/>
                <a:gd name="connsiteX3" fmla="*/ 3667327 w 3667327"/>
                <a:gd name="connsiteY3" fmla="*/ 690664 h 690664"/>
                <a:gd name="connsiteX4" fmla="*/ 3667327 w 3667327"/>
                <a:gd name="connsiteY4" fmla="*/ 0 h 69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7327" h="690664">
                  <a:moveTo>
                    <a:pt x="165370" y="48638"/>
                  </a:moveTo>
                  <a:lnTo>
                    <a:pt x="0" y="184826"/>
                  </a:lnTo>
                  <a:lnTo>
                    <a:pt x="9727" y="690664"/>
                  </a:lnTo>
                  <a:lnTo>
                    <a:pt x="3667327" y="690664"/>
                  </a:lnTo>
                  <a:lnTo>
                    <a:pt x="3667327" y="0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399" name="Rectangle 172398">
              <a:extLst>
                <a:ext uri="{FF2B5EF4-FFF2-40B4-BE49-F238E27FC236}">
                  <a16:creationId xmlns:a16="http://schemas.microsoft.com/office/drawing/2014/main" id="{769F7149-330D-85F3-0142-17E75E8F3D44}"/>
                </a:ext>
              </a:extLst>
            </p:cNvPr>
            <p:cNvSpPr/>
            <p:nvPr/>
          </p:nvSpPr>
          <p:spPr>
            <a:xfrm>
              <a:off x="4249789" y="5130368"/>
              <a:ext cx="380699" cy="137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400" name="Rectangle 18">
              <a:extLst>
                <a:ext uri="{FF2B5EF4-FFF2-40B4-BE49-F238E27FC236}">
                  <a16:creationId xmlns:a16="http://schemas.microsoft.com/office/drawing/2014/main" id="{9EB4F0E2-F04D-9164-986A-FD4B5B4C15C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114800" y="4872223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2401" name="Rectangle 172400">
              <a:extLst>
                <a:ext uri="{FF2B5EF4-FFF2-40B4-BE49-F238E27FC236}">
                  <a16:creationId xmlns:a16="http://schemas.microsoft.com/office/drawing/2014/main" id="{778AFEEE-6A87-054A-3993-EE601C29011F}"/>
                </a:ext>
              </a:extLst>
            </p:cNvPr>
            <p:cNvSpPr/>
            <p:nvPr/>
          </p:nvSpPr>
          <p:spPr>
            <a:xfrm>
              <a:off x="4269245" y="5553233"/>
              <a:ext cx="380699" cy="137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402" name="Rectangle 18">
              <a:extLst>
                <a:ext uri="{FF2B5EF4-FFF2-40B4-BE49-F238E27FC236}">
                  <a16:creationId xmlns:a16="http://schemas.microsoft.com/office/drawing/2014/main" id="{308E7F69-5871-6B67-C8B6-B2C4A3EA594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134256" y="5295088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2403" name="Oval 172402">
              <a:extLst>
                <a:ext uri="{FF2B5EF4-FFF2-40B4-BE49-F238E27FC236}">
                  <a16:creationId xmlns:a16="http://schemas.microsoft.com/office/drawing/2014/main" id="{EC010A34-FFC6-A7E3-117F-5DC67034CAF1}"/>
                </a:ext>
              </a:extLst>
            </p:cNvPr>
            <p:cNvSpPr/>
            <p:nvPr/>
          </p:nvSpPr>
          <p:spPr>
            <a:xfrm>
              <a:off x="2467584" y="373380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404" name="Oval 172403">
              <a:extLst>
                <a:ext uri="{FF2B5EF4-FFF2-40B4-BE49-F238E27FC236}">
                  <a16:creationId xmlns:a16="http://schemas.microsoft.com/office/drawing/2014/main" id="{3D2A5A92-1BA2-E07C-A809-CE2A4BA6A6B2}"/>
                </a:ext>
              </a:extLst>
            </p:cNvPr>
            <p:cNvSpPr/>
            <p:nvPr/>
          </p:nvSpPr>
          <p:spPr>
            <a:xfrm>
              <a:off x="3232176" y="516636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405" name="Oval 172404">
              <a:extLst>
                <a:ext uri="{FF2B5EF4-FFF2-40B4-BE49-F238E27FC236}">
                  <a16:creationId xmlns:a16="http://schemas.microsoft.com/office/drawing/2014/main" id="{575ECC81-C7C9-AB89-4AA7-92ABD1D8B356}"/>
                </a:ext>
              </a:extLst>
            </p:cNvPr>
            <p:cNvSpPr/>
            <p:nvPr/>
          </p:nvSpPr>
          <p:spPr>
            <a:xfrm>
              <a:off x="1705584" y="5058384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406" name="Oval 172405">
              <a:extLst>
                <a:ext uri="{FF2B5EF4-FFF2-40B4-BE49-F238E27FC236}">
                  <a16:creationId xmlns:a16="http://schemas.microsoft.com/office/drawing/2014/main" id="{59957DFC-0802-D000-91B5-A2316502535E}"/>
                </a:ext>
              </a:extLst>
            </p:cNvPr>
            <p:cNvSpPr/>
            <p:nvPr/>
          </p:nvSpPr>
          <p:spPr>
            <a:xfrm>
              <a:off x="6307736" y="373380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407" name="Oval 172406">
              <a:extLst>
                <a:ext uri="{FF2B5EF4-FFF2-40B4-BE49-F238E27FC236}">
                  <a16:creationId xmlns:a16="http://schemas.microsoft.com/office/drawing/2014/main" id="{970155FD-9F5D-3D9F-09C3-94D2F3DA417E}"/>
                </a:ext>
              </a:extLst>
            </p:cNvPr>
            <p:cNvSpPr/>
            <p:nvPr/>
          </p:nvSpPr>
          <p:spPr>
            <a:xfrm>
              <a:off x="7288935" y="4578469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408" name="Oval 172407">
              <a:extLst>
                <a:ext uri="{FF2B5EF4-FFF2-40B4-BE49-F238E27FC236}">
                  <a16:creationId xmlns:a16="http://schemas.microsoft.com/office/drawing/2014/main" id="{E0CD546D-4263-4F28-1736-F14F9AEF4736}"/>
                </a:ext>
              </a:extLst>
            </p:cNvPr>
            <p:cNvSpPr/>
            <p:nvPr/>
          </p:nvSpPr>
          <p:spPr>
            <a:xfrm>
              <a:off x="5476787" y="4905982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2409" name="Rectangle 18">
              <a:extLst>
                <a:ext uri="{FF2B5EF4-FFF2-40B4-BE49-F238E27FC236}">
                  <a16:creationId xmlns:a16="http://schemas.microsoft.com/office/drawing/2014/main" id="{A45BE650-797A-3847-60B4-BAE3439F16A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37850" y="3647493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A’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410" name="Rectangle 18">
              <a:extLst>
                <a:ext uri="{FF2B5EF4-FFF2-40B4-BE49-F238E27FC236}">
                  <a16:creationId xmlns:a16="http://schemas.microsoft.com/office/drawing/2014/main" id="{451AFAFE-C243-716F-C115-67B19609549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187105" y="4325779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B’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411" name="Rectangle 18">
              <a:extLst>
                <a:ext uri="{FF2B5EF4-FFF2-40B4-BE49-F238E27FC236}">
                  <a16:creationId xmlns:a16="http://schemas.microsoft.com/office/drawing/2014/main" id="{9FBA11A2-D073-6AF5-9D4A-6BFAD3D3001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53713" y="4797933"/>
              <a:ext cx="272391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ct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C’</a:t>
              </a:r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412" name="Rectangle 18">
              <a:extLst>
                <a:ext uri="{FF2B5EF4-FFF2-40B4-BE49-F238E27FC236}">
                  <a16:creationId xmlns:a16="http://schemas.microsoft.com/office/drawing/2014/main" id="{8D8F5F62-7E47-471A-F695-5A7912B5C76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838875" y="4011251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2413" name="Rectangle 18">
              <a:extLst>
                <a:ext uri="{FF2B5EF4-FFF2-40B4-BE49-F238E27FC236}">
                  <a16:creationId xmlns:a16="http://schemas.microsoft.com/office/drawing/2014/main" id="{7D4BB43F-0C6E-E27A-8616-CAE94E86108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563587" y="4202563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72414" name="Rectangle 18">
              <a:extLst>
                <a:ext uri="{FF2B5EF4-FFF2-40B4-BE49-F238E27FC236}">
                  <a16:creationId xmlns:a16="http://schemas.microsoft.com/office/drawing/2014/main" id="{EB628B81-E9B4-4CC1-06AE-3D4FF40D1AD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535040" y="4345235"/>
              <a:ext cx="409525" cy="246221"/>
            </a:xfrm>
            <a:prstGeom prst="rect">
              <a:avLst/>
            </a:prstGeom>
            <a:noFill/>
          </p:spPr>
          <p:txBody>
            <a:bodyPr vert="horz" wrap="square" lIns="0" tIns="0" rIns="0" bIns="0">
              <a:sp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-533400" algn="r">
                <a:spcBef>
                  <a:spcPts val="0"/>
                </a:spcBef>
                <a:buFontTx/>
                <a:buNone/>
              </a:pP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graphicFrame>
          <p:nvGraphicFramePr>
            <p:cNvPr id="172415" name="Object 172414">
              <a:extLst>
                <a:ext uri="{FF2B5EF4-FFF2-40B4-BE49-F238E27FC236}">
                  <a16:creationId xmlns:a16="http://schemas.microsoft.com/office/drawing/2014/main" id="{4AED70D2-22A5-395B-F44E-DE28CDC7EA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2193209"/>
                </p:ext>
              </p:extLst>
            </p:nvPr>
          </p:nvGraphicFramePr>
          <p:xfrm>
            <a:off x="2644027" y="3997515"/>
            <a:ext cx="738187" cy="573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58720" imgH="431640" progId="Equation.DSMT4">
                    <p:embed/>
                  </p:oleObj>
                </mc:Choice>
                <mc:Fallback>
                  <p:oleObj name="Equation" r:id="rId20" imgW="558720" imgH="431640" progId="Equation.DSMT4">
                    <p:embed/>
                    <p:pic>
                      <p:nvPicPr>
                        <p:cNvPr id="172292" name="Object 172291">
                          <a:extLst>
                            <a:ext uri="{FF2B5EF4-FFF2-40B4-BE49-F238E27FC236}">
                              <a16:creationId xmlns:a16="http://schemas.microsoft.com/office/drawing/2014/main" id="{E8A86E96-9437-A65E-8CA1-DE2FEAB5CD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644027" y="3997515"/>
                          <a:ext cx="738187" cy="5730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416" name="Object 172415">
              <a:extLst>
                <a:ext uri="{FF2B5EF4-FFF2-40B4-BE49-F238E27FC236}">
                  <a16:creationId xmlns:a16="http://schemas.microsoft.com/office/drawing/2014/main" id="{5CF4C556-C66D-70AA-3125-A130E05C3F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6147628"/>
                </p:ext>
              </p:extLst>
            </p:nvPr>
          </p:nvGraphicFramePr>
          <p:xfrm>
            <a:off x="1544638" y="4268788"/>
            <a:ext cx="720725" cy="573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545760" imgH="431640" progId="Equation.DSMT4">
                    <p:embed/>
                  </p:oleObj>
                </mc:Choice>
                <mc:Fallback>
                  <p:oleObj name="Equation" r:id="rId22" imgW="545760" imgH="431640" progId="Equation.DSMT4">
                    <p:embed/>
                    <p:pic>
                      <p:nvPicPr>
                        <p:cNvPr id="172415" name="Object 172414">
                          <a:extLst>
                            <a:ext uri="{FF2B5EF4-FFF2-40B4-BE49-F238E27FC236}">
                              <a16:creationId xmlns:a16="http://schemas.microsoft.com/office/drawing/2014/main" id="{4AED70D2-22A5-395B-F44E-DE28CDC7EAF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544638" y="4268788"/>
                          <a:ext cx="720725" cy="5730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417" name="Object 172416">
              <a:extLst>
                <a:ext uri="{FF2B5EF4-FFF2-40B4-BE49-F238E27FC236}">
                  <a16:creationId xmlns:a16="http://schemas.microsoft.com/office/drawing/2014/main" id="{6081EEA2-625E-6952-E0C9-3CA45C149A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1973674"/>
                </p:ext>
              </p:extLst>
            </p:nvPr>
          </p:nvGraphicFramePr>
          <p:xfrm>
            <a:off x="2336800" y="4918075"/>
            <a:ext cx="720725" cy="573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545760" imgH="431640" progId="Equation.DSMT4">
                    <p:embed/>
                  </p:oleObj>
                </mc:Choice>
                <mc:Fallback>
                  <p:oleObj name="Equation" r:id="rId24" imgW="545760" imgH="431640" progId="Equation.DSMT4">
                    <p:embed/>
                    <p:pic>
                      <p:nvPicPr>
                        <p:cNvPr id="172415" name="Object 172414">
                          <a:extLst>
                            <a:ext uri="{FF2B5EF4-FFF2-40B4-BE49-F238E27FC236}">
                              <a16:creationId xmlns:a16="http://schemas.microsoft.com/office/drawing/2014/main" id="{4AED70D2-22A5-395B-F44E-DE28CDC7EAF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336800" y="4918075"/>
                          <a:ext cx="720725" cy="5730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2420" name="Rectangle 172419">
            <a:extLst>
              <a:ext uri="{FF2B5EF4-FFF2-40B4-BE49-F238E27FC236}">
                <a16:creationId xmlns:a16="http://schemas.microsoft.com/office/drawing/2014/main" id="{C77E7861-BDC3-2001-BBE2-A497E39FC76C}"/>
              </a:ext>
            </a:extLst>
          </p:cNvPr>
          <p:cNvSpPr/>
          <p:nvPr/>
        </p:nvSpPr>
        <p:spPr>
          <a:xfrm>
            <a:off x="304800" y="833735"/>
            <a:ext cx="47048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>
                <a:latin typeface="Arial" pitchFamily="34" charset="0"/>
                <a:cs typeface="Arial" pitchFamily="34" charset="0"/>
              </a:rPr>
              <a:t>Tải nối tam giác:</a:t>
            </a:r>
          </a:p>
        </p:txBody>
      </p:sp>
      <p:sp>
        <p:nvSpPr>
          <p:cNvPr id="172421" name="Rectangle 172420">
            <a:extLst>
              <a:ext uri="{FF2B5EF4-FFF2-40B4-BE49-F238E27FC236}">
                <a16:creationId xmlns:a16="http://schemas.microsoft.com/office/drawing/2014/main" id="{6AC68E6D-6F2F-CC9B-7FB2-5744C00C5017}"/>
              </a:ext>
            </a:extLst>
          </p:cNvPr>
          <p:cNvSpPr/>
          <p:nvPr/>
        </p:nvSpPr>
        <p:spPr>
          <a:xfrm>
            <a:off x="381000" y="3500735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>
                <a:latin typeface="Arial" pitchFamily="34" charset="0"/>
                <a:cs typeface="Arial" pitchFamily="34" charset="0"/>
              </a:rPr>
              <a:t>Tải nối sao (nguồn nối sao tương đương):</a:t>
            </a:r>
          </a:p>
        </p:txBody>
      </p:sp>
    </p:spTree>
    <p:extLst>
      <p:ext uri="{BB962C8B-B14F-4D97-AF65-F5344CB8AC3E}">
        <p14:creationId xmlns:p14="http://schemas.microsoft.com/office/powerpoint/2010/main" val="204843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42" grpId="0"/>
      <p:bldP spid="172272" grpId="0"/>
      <p:bldP spid="172420" grpId="0"/>
      <p:bldP spid="1724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E15604-597E-6DE9-F456-0AB3F0CDACAE}"/>
              </a:ext>
            </a:extLst>
          </p:cNvPr>
          <p:cNvSpPr/>
          <p:nvPr/>
        </p:nvSpPr>
        <p:spPr>
          <a:xfrm>
            <a:off x="375547" y="385329"/>
            <a:ext cx="358685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>
                <a:latin typeface="Arial" pitchFamily="34" charset="0"/>
                <a:cs typeface="Arial" pitchFamily="34" charset="0"/>
              </a:rPr>
              <a:t>Nếu tải tam giác đối xứng: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D065380-0C1A-8ABA-D12F-7EB93DB69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467120"/>
              </p:ext>
            </p:extLst>
          </p:nvPr>
        </p:nvGraphicFramePr>
        <p:xfrm>
          <a:off x="3825875" y="432853"/>
          <a:ext cx="25749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228600" progId="Equation.DSMT4">
                  <p:embed/>
                </p:oleObj>
              </mc:Choice>
              <mc:Fallback>
                <p:oleObj name="Equation" r:id="rId3" imgW="1434960" imgH="2286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D065380-0C1A-8ABA-D12F-7EB93DB69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5875" y="432853"/>
                        <a:ext cx="2574925" cy="42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56CBC63-7D41-287C-47A9-895B95AD5C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351663"/>
              </p:ext>
            </p:extLst>
          </p:nvPr>
        </p:nvGraphicFramePr>
        <p:xfrm>
          <a:off x="498475" y="1524000"/>
          <a:ext cx="4760913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54280" imgH="647640" progId="Equation.DSMT4">
                  <p:embed/>
                </p:oleObj>
              </mc:Choice>
              <mc:Fallback>
                <p:oleObj name="Equation" r:id="rId5" imgW="2654280" imgH="6476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56CBC63-7D41-287C-47A9-895B95AD5C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8475" y="1524000"/>
                        <a:ext cx="4760913" cy="119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8FAA494-69A5-2F22-4F68-AA5ED3EC6580}"/>
              </a:ext>
            </a:extLst>
          </p:cNvPr>
          <p:cNvSpPr/>
          <p:nvPr/>
        </p:nvSpPr>
        <p:spPr>
          <a:xfrm>
            <a:off x="381000" y="914400"/>
            <a:ext cx="236765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>
                <a:latin typeface="Arial" pitchFamily="34" charset="0"/>
                <a:cs typeface="Arial" pitchFamily="34" charset="0"/>
              </a:rPr>
              <a:t>Thì tải hình sao: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68504D08-B57C-07D0-0C3E-F24F237B3A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012964"/>
              </p:ext>
            </p:extLst>
          </p:nvPr>
        </p:nvGraphicFramePr>
        <p:xfrm>
          <a:off x="2660650" y="962025"/>
          <a:ext cx="25971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47560" imgH="228600" progId="Equation.DSMT4">
                  <p:embed/>
                </p:oleObj>
              </mc:Choice>
              <mc:Fallback>
                <p:oleObj name="Equation" r:id="rId7" imgW="1447560" imgH="2286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D065380-0C1A-8ABA-D12F-7EB93DB69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0650" y="962025"/>
                        <a:ext cx="2597150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B8432BC-ED2C-7DAE-388F-CC680B899DAA}"/>
              </a:ext>
            </a:extLst>
          </p:cNvPr>
          <p:cNvSpPr/>
          <p:nvPr/>
        </p:nvSpPr>
        <p:spPr>
          <a:xfrm>
            <a:off x="361551" y="2885955"/>
            <a:ext cx="169584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>
                <a:latin typeface="Arial" pitchFamily="34" charset="0"/>
                <a:cs typeface="Arial" pitchFamily="34" charset="0"/>
              </a:rPr>
              <a:t>Các nguồn:</a:t>
            </a: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AC9DDA1E-9D9E-A2E6-2DD9-543BAA63B1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054255"/>
              </p:ext>
            </p:extLst>
          </p:nvPr>
        </p:nvGraphicFramePr>
        <p:xfrm>
          <a:off x="2027237" y="2799186"/>
          <a:ext cx="368776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57400" imgH="291960" progId="Equation.DSMT4">
                  <p:embed/>
                </p:oleObj>
              </mc:Choice>
              <mc:Fallback>
                <p:oleObj name="Equation" r:id="rId9" imgW="2057400" imgH="29196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68504D08-B57C-07D0-0C3E-F24F237B3A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27237" y="2799186"/>
                        <a:ext cx="3687763" cy="53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3F1AED0C-D68F-60AA-EFD0-137E4A917B95}"/>
              </a:ext>
            </a:extLst>
          </p:cNvPr>
          <p:cNvSpPr/>
          <p:nvPr/>
        </p:nvSpPr>
        <p:spPr>
          <a:xfrm>
            <a:off x="361551" y="3663406"/>
            <a:ext cx="169584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>
                <a:latin typeface="Arial" pitchFamily="34" charset="0"/>
                <a:cs typeface="Arial" pitchFamily="34" charset="0"/>
              </a:rPr>
              <a:t>Các dòng:</a:t>
            </a:r>
          </a:p>
        </p:txBody>
      </p:sp>
      <p:graphicFrame>
        <p:nvGraphicFramePr>
          <p:cNvPr id="172256" name="Object 172255">
            <a:extLst>
              <a:ext uri="{FF2B5EF4-FFF2-40B4-BE49-F238E27FC236}">
                <a16:creationId xmlns:a16="http://schemas.microsoft.com/office/drawing/2014/main" id="{2ED1AB08-62AE-FD67-4C36-2CB4083CD2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218143"/>
              </p:ext>
            </p:extLst>
          </p:nvPr>
        </p:nvGraphicFramePr>
        <p:xfrm>
          <a:off x="2014538" y="3576638"/>
          <a:ext cx="371157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70000" imgH="291960" progId="Equation.DSMT4">
                  <p:embed/>
                </p:oleObj>
              </mc:Choice>
              <mc:Fallback>
                <p:oleObj name="Equation" r:id="rId11" imgW="2070000" imgH="29196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AC9DDA1E-9D9E-A2E6-2DD9-543BAA63B1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14538" y="3576638"/>
                        <a:ext cx="3711575" cy="538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445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5" grpId="0"/>
      <p:bldP spid="2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tx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rot="0" vert="horz" wrap="square" lIns="0" tIns="0" rIns="0" bIns="0" anchor="t" anchorCtr="0" upright="1">
        <a:spAutoFit/>
      </a:bodyPr>
      <a:lstStyle>
        <a:defPPr marL="0" marR="0" algn="ctr">
          <a:lnSpc>
            <a:spcPct val="107000"/>
          </a:lnSpc>
          <a:spcBef>
            <a:spcPts val="0"/>
          </a:spcBef>
          <a:spcAft>
            <a:spcPts val="800"/>
          </a:spcAft>
          <a:defRPr smtClean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8916</TotalTime>
  <Words>409</Words>
  <Application>Microsoft Office PowerPoint</Application>
  <PresentationFormat>On-screen Show (4:3)</PresentationFormat>
  <Paragraphs>158</Paragraphs>
  <Slides>9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Arial </vt:lpstr>
      <vt:lpstr>Calibri</vt:lpstr>
      <vt:lpstr>Franklin Gothic Book</vt:lpstr>
      <vt:lpstr>Perpetua</vt:lpstr>
      <vt:lpstr>Times New Roman</vt:lpstr>
      <vt:lpstr>Wingdings</vt:lpstr>
      <vt:lpstr>Wingdings 2</vt:lpstr>
      <vt:lpstr>Equity</vt:lpstr>
      <vt:lpstr>Equation</vt:lpstr>
      <vt:lpstr>MathType 6.0 Equation</vt:lpstr>
      <vt:lpstr>Chương 5: MẠCH BA PHA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ĐO DÒNG DC</dc:title>
  <dc:creator>DTZ</dc:creator>
  <cp:lastModifiedBy>Admin</cp:lastModifiedBy>
  <cp:revision>356</cp:revision>
  <dcterms:created xsi:type="dcterms:W3CDTF">2012-02-20T01:11:37Z</dcterms:created>
  <dcterms:modified xsi:type="dcterms:W3CDTF">2024-05-14T04:30:25Z</dcterms:modified>
</cp:coreProperties>
</file>