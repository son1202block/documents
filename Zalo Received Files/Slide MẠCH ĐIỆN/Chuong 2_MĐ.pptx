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7"/>
  </p:notesMasterIdLst>
  <p:sldIdLst>
    <p:sldId id="295" r:id="rId2"/>
    <p:sldId id="316" r:id="rId3"/>
    <p:sldId id="286" r:id="rId4"/>
    <p:sldId id="287" r:id="rId5"/>
    <p:sldId id="290" r:id="rId6"/>
    <p:sldId id="288" r:id="rId7"/>
    <p:sldId id="291" r:id="rId8"/>
    <p:sldId id="292" r:id="rId9"/>
    <p:sldId id="297" r:id="rId10"/>
    <p:sldId id="315" r:id="rId11"/>
    <p:sldId id="317" r:id="rId12"/>
    <p:sldId id="352" r:id="rId13"/>
    <p:sldId id="353" r:id="rId14"/>
    <p:sldId id="298" r:id="rId15"/>
    <p:sldId id="299" r:id="rId16"/>
    <p:sldId id="300" r:id="rId17"/>
    <p:sldId id="307" r:id="rId18"/>
    <p:sldId id="301" r:id="rId19"/>
    <p:sldId id="302" r:id="rId20"/>
    <p:sldId id="303" r:id="rId21"/>
    <p:sldId id="304" r:id="rId22"/>
    <p:sldId id="305" r:id="rId23"/>
    <p:sldId id="306" r:id="rId24"/>
    <p:sldId id="308" r:id="rId25"/>
    <p:sldId id="309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33CC"/>
    <a:srgbClr val="FFFFCC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63" autoAdjust="0"/>
    <p:restoredTop sz="94660"/>
  </p:normalViewPr>
  <p:slideViewPr>
    <p:cSldViewPr>
      <p:cViewPr varScale="1">
        <p:scale>
          <a:sx n="83" d="100"/>
          <a:sy n="83" d="100"/>
        </p:scale>
        <p:origin x="835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94AFFA-AB63-47FD-BF3D-6CDA75445A21}" type="datetimeFigureOut">
              <a:rPr lang="en-US" smtClean="0"/>
              <a:pPr/>
              <a:t>3/5/2024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41B820-7C1D-42E1-9512-9CE160CEC9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009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9469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909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9524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5364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876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151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9891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1864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9285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246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4424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2064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4060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895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0685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0100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6687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4974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1463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2065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4321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7455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5950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226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36C6-EC74-4B26-B397-AE73996F4E32}" type="datetime1">
              <a:rPr lang="en-US" smtClean="0"/>
              <a:t>3/5/2024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D9556-06C0-4F46-8E7A-A2D677A23318}" type="datetime1">
              <a:rPr lang="en-US" smtClean="0"/>
              <a:t>3/5/2024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D235C-5B6F-4F1D-AA99-DCB313C22914}" type="datetime1">
              <a:rPr lang="en-US" smtClean="0"/>
              <a:t>3/5/2024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A79D4-1E5C-48DE-89E5-DE90116E8416}" type="datetime1">
              <a:rPr lang="en-US" smtClean="0"/>
              <a:t>3/5/2024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FDFD8-BDE7-4951-99E3-A5DDAEC3FBD6}" type="datetime1">
              <a:rPr lang="en-US" smtClean="0"/>
              <a:t>3/5/2024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FA944-5043-4FC0-A0A4-0357402EAFB9}" type="datetime1">
              <a:rPr lang="en-US" smtClean="0"/>
              <a:t>3/5/2024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9D538-EAEC-4B96-850D-09EE868DBA33}" type="datetime1">
              <a:rPr lang="en-US" smtClean="0"/>
              <a:t>3/5/2024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DEE34-41BC-4045-A9EA-B965599E5C40}" type="datetime1">
              <a:rPr lang="en-US" smtClean="0"/>
              <a:t>3/5/2024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2412-1756-475B-BAF8-7360C26B42F2}" type="datetime1">
              <a:rPr lang="en-US" smtClean="0"/>
              <a:t>3/5/2024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8E40B-4884-4DA9-BDF7-D27DFFB215CE}" type="datetime1">
              <a:rPr lang="en-US" smtClean="0"/>
              <a:t>3/5/2024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A1A27-D19D-455D-B4C7-F3AAA6B1C73F}" type="datetime1">
              <a:rPr lang="en-US" smtClean="0"/>
              <a:t>3/5/2024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20B2A8-6D09-450C-BB56-7861EE5202A3}" type="datetime1">
              <a:rPr lang="en-US" smtClean="0"/>
              <a:t>3/5/2024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BD8B14-6D47-436B-8C0C-EDDA73713A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57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865419E5-483C-49DE-85A1-E18ED70805F7}" type="datetime1">
              <a:rPr lang="en-US" smtClean="0"/>
              <a:t>3/5/2024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oleObject" Target="../embeddings/oleObject7.bin"/><Relationship Id="rId18" Type="http://schemas.openxmlformats.org/officeDocument/2006/relationships/image" Target="../media/image11.wmf"/><Relationship Id="rId3" Type="http://schemas.openxmlformats.org/officeDocument/2006/relationships/oleObject" Target="../embeddings/oleObject2.bin"/><Relationship Id="rId21" Type="http://schemas.openxmlformats.org/officeDocument/2006/relationships/oleObject" Target="../embeddings/oleObject11.bin"/><Relationship Id="rId7" Type="http://schemas.openxmlformats.org/officeDocument/2006/relationships/oleObject" Target="../embeddings/oleObject4.bin"/><Relationship Id="rId12" Type="http://schemas.openxmlformats.org/officeDocument/2006/relationships/image" Target="../media/image8.wmf"/><Relationship Id="rId17" Type="http://schemas.openxmlformats.org/officeDocument/2006/relationships/oleObject" Target="../embeddings/oleObject9.bin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0.wmf"/><Relationship Id="rId20" Type="http://schemas.openxmlformats.org/officeDocument/2006/relationships/image" Target="../media/image12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6.bin"/><Relationship Id="rId5" Type="http://schemas.openxmlformats.org/officeDocument/2006/relationships/oleObject" Target="../embeddings/oleObject3.bin"/><Relationship Id="rId15" Type="http://schemas.openxmlformats.org/officeDocument/2006/relationships/oleObject" Target="../embeddings/oleObject8.bin"/><Relationship Id="rId10" Type="http://schemas.openxmlformats.org/officeDocument/2006/relationships/image" Target="../media/image7.wmf"/><Relationship Id="rId19" Type="http://schemas.openxmlformats.org/officeDocument/2006/relationships/oleObject" Target="../embeddings/oleObject10.bin"/><Relationship Id="rId4" Type="http://schemas.openxmlformats.org/officeDocument/2006/relationships/image" Target="../media/image4.wmf"/><Relationship Id="rId9" Type="http://schemas.openxmlformats.org/officeDocument/2006/relationships/oleObject" Target="../embeddings/oleObject5.bin"/><Relationship Id="rId14" Type="http://schemas.openxmlformats.org/officeDocument/2006/relationships/image" Target="../media/image9.wmf"/><Relationship Id="rId22" Type="http://schemas.openxmlformats.org/officeDocument/2006/relationships/image" Target="../media/image13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13" Type="http://schemas.openxmlformats.org/officeDocument/2006/relationships/oleObject" Target="../embeddings/oleObject17.bin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12" Type="http://schemas.openxmlformats.org/officeDocument/2006/relationships/image" Target="../media/image18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wmf"/><Relationship Id="rId11" Type="http://schemas.openxmlformats.org/officeDocument/2006/relationships/oleObject" Target="../embeddings/oleObject16.bin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17.wmf"/><Relationship Id="rId4" Type="http://schemas.openxmlformats.org/officeDocument/2006/relationships/image" Target="../media/image14.wmf"/><Relationship Id="rId9" Type="http://schemas.openxmlformats.org/officeDocument/2006/relationships/oleObject" Target="../embeddings/oleObject15.bin"/><Relationship Id="rId14" Type="http://schemas.openxmlformats.org/officeDocument/2006/relationships/image" Target="../media/image19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7" Type="http://schemas.openxmlformats.org/officeDocument/2006/relationships/image" Target="../media/image22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20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13" Type="http://schemas.openxmlformats.org/officeDocument/2006/relationships/oleObject" Target="../embeddings/oleObject25.bin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12" Type="http://schemas.openxmlformats.org/officeDocument/2006/relationships/image" Target="../media/image27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wmf"/><Relationship Id="rId11" Type="http://schemas.openxmlformats.org/officeDocument/2006/relationships/oleObject" Target="../embeddings/oleObject24.bin"/><Relationship Id="rId5" Type="http://schemas.openxmlformats.org/officeDocument/2006/relationships/oleObject" Target="../embeddings/oleObject21.bin"/><Relationship Id="rId10" Type="http://schemas.openxmlformats.org/officeDocument/2006/relationships/image" Target="../media/image26.wmf"/><Relationship Id="rId4" Type="http://schemas.openxmlformats.org/officeDocument/2006/relationships/image" Target="../media/image23.wmf"/><Relationship Id="rId9" Type="http://schemas.openxmlformats.org/officeDocument/2006/relationships/oleObject" Target="../embeddings/oleObject23.bin"/><Relationship Id="rId14" Type="http://schemas.openxmlformats.org/officeDocument/2006/relationships/image" Target="../media/image28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13" Type="http://schemas.openxmlformats.org/officeDocument/2006/relationships/image" Target="../media/image33.wmf"/><Relationship Id="rId3" Type="http://schemas.openxmlformats.org/officeDocument/2006/relationships/image" Target="../media/image22.emf"/><Relationship Id="rId7" Type="http://schemas.openxmlformats.org/officeDocument/2006/relationships/image" Target="../media/image30.wmf"/><Relationship Id="rId12" Type="http://schemas.openxmlformats.org/officeDocument/2006/relationships/oleObject" Target="../embeddings/oleObject30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7.bin"/><Relationship Id="rId11" Type="http://schemas.openxmlformats.org/officeDocument/2006/relationships/image" Target="../media/image32.wmf"/><Relationship Id="rId5" Type="http://schemas.openxmlformats.org/officeDocument/2006/relationships/image" Target="../media/image29.wmf"/><Relationship Id="rId15" Type="http://schemas.openxmlformats.org/officeDocument/2006/relationships/image" Target="../media/image34.wmf"/><Relationship Id="rId10" Type="http://schemas.openxmlformats.org/officeDocument/2006/relationships/oleObject" Target="../embeddings/oleObject29.bin"/><Relationship Id="rId4" Type="http://schemas.openxmlformats.org/officeDocument/2006/relationships/oleObject" Target="../embeddings/oleObject26.bin"/><Relationship Id="rId9" Type="http://schemas.openxmlformats.org/officeDocument/2006/relationships/image" Target="../media/image31.wmf"/><Relationship Id="rId14" Type="http://schemas.openxmlformats.org/officeDocument/2006/relationships/oleObject" Target="../embeddings/oleObject31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13" Type="http://schemas.openxmlformats.org/officeDocument/2006/relationships/image" Target="../media/image40.wmf"/><Relationship Id="rId18" Type="http://schemas.openxmlformats.org/officeDocument/2006/relationships/oleObject" Target="../embeddings/oleObject39.bin"/><Relationship Id="rId3" Type="http://schemas.openxmlformats.org/officeDocument/2006/relationships/oleObject" Target="../embeddings/oleObject32.bin"/><Relationship Id="rId21" Type="http://schemas.openxmlformats.org/officeDocument/2006/relationships/image" Target="../media/image44.wmf"/><Relationship Id="rId7" Type="http://schemas.openxmlformats.org/officeDocument/2006/relationships/oleObject" Target="../embeddings/oleObject34.bin"/><Relationship Id="rId12" Type="http://schemas.openxmlformats.org/officeDocument/2006/relationships/oleObject" Target="../embeddings/oleObject36.bin"/><Relationship Id="rId17" Type="http://schemas.openxmlformats.org/officeDocument/2006/relationships/image" Target="../media/image42.wmf"/><Relationship Id="rId2" Type="http://schemas.openxmlformats.org/officeDocument/2006/relationships/notesSlide" Target="../notesSlides/notesSlide7.xml"/><Relationship Id="rId16" Type="http://schemas.openxmlformats.org/officeDocument/2006/relationships/oleObject" Target="../embeddings/oleObject38.bin"/><Relationship Id="rId20" Type="http://schemas.openxmlformats.org/officeDocument/2006/relationships/oleObject" Target="../embeddings/oleObject40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wmf"/><Relationship Id="rId11" Type="http://schemas.openxmlformats.org/officeDocument/2006/relationships/image" Target="../media/image39.png"/><Relationship Id="rId5" Type="http://schemas.openxmlformats.org/officeDocument/2006/relationships/oleObject" Target="../embeddings/oleObject33.bin"/><Relationship Id="rId15" Type="http://schemas.openxmlformats.org/officeDocument/2006/relationships/image" Target="../media/image41.wmf"/><Relationship Id="rId23" Type="http://schemas.openxmlformats.org/officeDocument/2006/relationships/image" Target="../media/image45.wmf"/><Relationship Id="rId10" Type="http://schemas.openxmlformats.org/officeDocument/2006/relationships/image" Target="../media/image38.wmf"/><Relationship Id="rId19" Type="http://schemas.openxmlformats.org/officeDocument/2006/relationships/image" Target="../media/image43.wmf"/><Relationship Id="rId4" Type="http://schemas.openxmlformats.org/officeDocument/2006/relationships/image" Target="../media/image35.wmf"/><Relationship Id="rId9" Type="http://schemas.openxmlformats.org/officeDocument/2006/relationships/oleObject" Target="../embeddings/oleObject35.bin"/><Relationship Id="rId14" Type="http://schemas.openxmlformats.org/officeDocument/2006/relationships/oleObject" Target="../embeddings/oleObject37.bin"/><Relationship Id="rId22" Type="http://schemas.openxmlformats.org/officeDocument/2006/relationships/oleObject" Target="../embeddings/oleObject41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13" Type="http://schemas.openxmlformats.org/officeDocument/2006/relationships/oleObject" Target="../embeddings/oleObject47.bin"/><Relationship Id="rId18" Type="http://schemas.openxmlformats.org/officeDocument/2006/relationships/oleObject" Target="../embeddings/oleObject49.bin"/><Relationship Id="rId26" Type="http://schemas.openxmlformats.org/officeDocument/2006/relationships/oleObject" Target="../embeddings/oleObject53.bin"/><Relationship Id="rId3" Type="http://schemas.openxmlformats.org/officeDocument/2006/relationships/oleObject" Target="../embeddings/oleObject42.bin"/><Relationship Id="rId21" Type="http://schemas.openxmlformats.org/officeDocument/2006/relationships/image" Target="../media/image55.wmf"/><Relationship Id="rId7" Type="http://schemas.openxmlformats.org/officeDocument/2006/relationships/oleObject" Target="../embeddings/oleObject44.bin"/><Relationship Id="rId12" Type="http://schemas.openxmlformats.org/officeDocument/2006/relationships/image" Target="../media/image50.wmf"/><Relationship Id="rId17" Type="http://schemas.openxmlformats.org/officeDocument/2006/relationships/image" Target="../media/image53.wmf"/><Relationship Id="rId25" Type="http://schemas.openxmlformats.org/officeDocument/2006/relationships/image" Target="../media/image57.wmf"/><Relationship Id="rId2" Type="http://schemas.openxmlformats.org/officeDocument/2006/relationships/notesSlide" Target="../notesSlides/notesSlide8.xml"/><Relationship Id="rId16" Type="http://schemas.openxmlformats.org/officeDocument/2006/relationships/oleObject" Target="../embeddings/oleObject48.bin"/><Relationship Id="rId20" Type="http://schemas.openxmlformats.org/officeDocument/2006/relationships/oleObject" Target="../embeddings/oleObject50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wmf"/><Relationship Id="rId11" Type="http://schemas.openxmlformats.org/officeDocument/2006/relationships/oleObject" Target="../embeddings/oleObject46.bin"/><Relationship Id="rId24" Type="http://schemas.openxmlformats.org/officeDocument/2006/relationships/oleObject" Target="../embeddings/oleObject52.bin"/><Relationship Id="rId5" Type="http://schemas.openxmlformats.org/officeDocument/2006/relationships/oleObject" Target="../embeddings/oleObject43.bin"/><Relationship Id="rId15" Type="http://schemas.openxmlformats.org/officeDocument/2006/relationships/image" Target="../media/image52.png"/><Relationship Id="rId23" Type="http://schemas.openxmlformats.org/officeDocument/2006/relationships/image" Target="../media/image56.wmf"/><Relationship Id="rId28" Type="http://schemas.openxmlformats.org/officeDocument/2006/relationships/image" Target="../media/image59.png"/><Relationship Id="rId10" Type="http://schemas.openxmlformats.org/officeDocument/2006/relationships/image" Target="../media/image49.wmf"/><Relationship Id="rId19" Type="http://schemas.openxmlformats.org/officeDocument/2006/relationships/image" Target="../media/image54.wmf"/><Relationship Id="rId4" Type="http://schemas.openxmlformats.org/officeDocument/2006/relationships/image" Target="../media/image46.wmf"/><Relationship Id="rId9" Type="http://schemas.openxmlformats.org/officeDocument/2006/relationships/oleObject" Target="../embeddings/oleObject45.bin"/><Relationship Id="rId14" Type="http://schemas.openxmlformats.org/officeDocument/2006/relationships/image" Target="../media/image51.wmf"/><Relationship Id="rId22" Type="http://schemas.openxmlformats.org/officeDocument/2006/relationships/oleObject" Target="../embeddings/oleObject51.bin"/><Relationship Id="rId27" Type="http://schemas.openxmlformats.org/officeDocument/2006/relationships/image" Target="../media/image58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3" Type="http://schemas.openxmlformats.org/officeDocument/2006/relationships/oleObject" Target="../embeddings/oleObject54.bin"/><Relationship Id="rId7" Type="http://schemas.openxmlformats.org/officeDocument/2006/relationships/oleObject" Target="../embeddings/oleObject56.bin"/><Relationship Id="rId12" Type="http://schemas.openxmlformats.org/officeDocument/2006/relationships/image" Target="../media/image64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wmf"/><Relationship Id="rId11" Type="http://schemas.openxmlformats.org/officeDocument/2006/relationships/oleObject" Target="../embeddings/oleObject58.bin"/><Relationship Id="rId5" Type="http://schemas.openxmlformats.org/officeDocument/2006/relationships/oleObject" Target="../embeddings/oleObject55.bin"/><Relationship Id="rId10" Type="http://schemas.openxmlformats.org/officeDocument/2006/relationships/image" Target="../media/image63.wmf"/><Relationship Id="rId4" Type="http://schemas.openxmlformats.org/officeDocument/2006/relationships/image" Target="../media/image60.wmf"/><Relationship Id="rId9" Type="http://schemas.openxmlformats.org/officeDocument/2006/relationships/oleObject" Target="../embeddings/oleObject57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wmf"/><Relationship Id="rId3" Type="http://schemas.openxmlformats.org/officeDocument/2006/relationships/oleObject" Target="../embeddings/oleObject59.bin"/><Relationship Id="rId7" Type="http://schemas.openxmlformats.org/officeDocument/2006/relationships/oleObject" Target="../embeddings/oleObject61.bin"/><Relationship Id="rId12" Type="http://schemas.openxmlformats.org/officeDocument/2006/relationships/image" Target="../media/image69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wmf"/><Relationship Id="rId11" Type="http://schemas.openxmlformats.org/officeDocument/2006/relationships/oleObject" Target="../embeddings/oleObject63.bin"/><Relationship Id="rId5" Type="http://schemas.openxmlformats.org/officeDocument/2006/relationships/oleObject" Target="../embeddings/oleObject60.bin"/><Relationship Id="rId10" Type="http://schemas.openxmlformats.org/officeDocument/2006/relationships/image" Target="../media/image68.wmf"/><Relationship Id="rId4" Type="http://schemas.openxmlformats.org/officeDocument/2006/relationships/image" Target="../media/image65.wmf"/><Relationship Id="rId9" Type="http://schemas.openxmlformats.org/officeDocument/2006/relationships/oleObject" Target="../embeddings/oleObject62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wmf"/><Relationship Id="rId13" Type="http://schemas.openxmlformats.org/officeDocument/2006/relationships/oleObject" Target="../embeddings/oleObject69.bin"/><Relationship Id="rId18" Type="http://schemas.openxmlformats.org/officeDocument/2006/relationships/image" Target="../media/image77.wmf"/><Relationship Id="rId3" Type="http://schemas.openxmlformats.org/officeDocument/2006/relationships/oleObject" Target="../embeddings/oleObject64.bin"/><Relationship Id="rId21" Type="http://schemas.openxmlformats.org/officeDocument/2006/relationships/oleObject" Target="../embeddings/oleObject73.bin"/><Relationship Id="rId7" Type="http://schemas.openxmlformats.org/officeDocument/2006/relationships/oleObject" Target="../embeddings/oleObject66.bin"/><Relationship Id="rId12" Type="http://schemas.openxmlformats.org/officeDocument/2006/relationships/image" Target="../media/image74.wmf"/><Relationship Id="rId17" Type="http://schemas.openxmlformats.org/officeDocument/2006/relationships/oleObject" Target="../embeddings/oleObject71.bin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76.wmf"/><Relationship Id="rId20" Type="http://schemas.openxmlformats.org/officeDocument/2006/relationships/image" Target="../media/image78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wmf"/><Relationship Id="rId11" Type="http://schemas.openxmlformats.org/officeDocument/2006/relationships/oleObject" Target="../embeddings/oleObject68.bin"/><Relationship Id="rId5" Type="http://schemas.openxmlformats.org/officeDocument/2006/relationships/oleObject" Target="../embeddings/oleObject65.bin"/><Relationship Id="rId15" Type="http://schemas.openxmlformats.org/officeDocument/2006/relationships/oleObject" Target="../embeddings/oleObject70.bin"/><Relationship Id="rId23" Type="http://schemas.openxmlformats.org/officeDocument/2006/relationships/image" Target="../media/image80.png"/><Relationship Id="rId10" Type="http://schemas.openxmlformats.org/officeDocument/2006/relationships/image" Target="../media/image73.wmf"/><Relationship Id="rId19" Type="http://schemas.openxmlformats.org/officeDocument/2006/relationships/oleObject" Target="../embeddings/oleObject72.bin"/><Relationship Id="rId4" Type="http://schemas.openxmlformats.org/officeDocument/2006/relationships/image" Target="../media/image70.wmf"/><Relationship Id="rId9" Type="http://schemas.openxmlformats.org/officeDocument/2006/relationships/oleObject" Target="../embeddings/oleObject67.bin"/><Relationship Id="rId14" Type="http://schemas.openxmlformats.org/officeDocument/2006/relationships/image" Target="../media/image75.wmf"/><Relationship Id="rId22" Type="http://schemas.openxmlformats.org/officeDocument/2006/relationships/image" Target="../media/image79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wmf"/><Relationship Id="rId3" Type="http://schemas.openxmlformats.org/officeDocument/2006/relationships/oleObject" Target="../embeddings/oleObject74.bin"/><Relationship Id="rId7" Type="http://schemas.openxmlformats.org/officeDocument/2006/relationships/oleObject" Target="../embeddings/oleObject76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wmf"/><Relationship Id="rId5" Type="http://schemas.openxmlformats.org/officeDocument/2006/relationships/oleObject" Target="../embeddings/oleObject75.bin"/><Relationship Id="rId10" Type="http://schemas.openxmlformats.org/officeDocument/2006/relationships/image" Target="../media/image84.wmf"/><Relationship Id="rId4" Type="http://schemas.openxmlformats.org/officeDocument/2006/relationships/image" Target="../media/image81.wmf"/><Relationship Id="rId9" Type="http://schemas.openxmlformats.org/officeDocument/2006/relationships/oleObject" Target="../embeddings/oleObject77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wmf"/><Relationship Id="rId13" Type="http://schemas.openxmlformats.org/officeDocument/2006/relationships/oleObject" Target="../embeddings/oleObject83.bin"/><Relationship Id="rId3" Type="http://schemas.openxmlformats.org/officeDocument/2006/relationships/oleObject" Target="../embeddings/oleObject78.bin"/><Relationship Id="rId7" Type="http://schemas.openxmlformats.org/officeDocument/2006/relationships/oleObject" Target="../embeddings/oleObject80.bin"/><Relationship Id="rId12" Type="http://schemas.openxmlformats.org/officeDocument/2006/relationships/image" Target="../media/image89.wmf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91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wmf"/><Relationship Id="rId11" Type="http://schemas.openxmlformats.org/officeDocument/2006/relationships/oleObject" Target="../embeddings/oleObject82.bin"/><Relationship Id="rId5" Type="http://schemas.openxmlformats.org/officeDocument/2006/relationships/oleObject" Target="../embeddings/oleObject79.bin"/><Relationship Id="rId15" Type="http://schemas.openxmlformats.org/officeDocument/2006/relationships/oleObject" Target="../embeddings/oleObject84.bin"/><Relationship Id="rId10" Type="http://schemas.openxmlformats.org/officeDocument/2006/relationships/image" Target="../media/image88.wmf"/><Relationship Id="rId4" Type="http://schemas.openxmlformats.org/officeDocument/2006/relationships/image" Target="../media/image85.wmf"/><Relationship Id="rId9" Type="http://schemas.openxmlformats.org/officeDocument/2006/relationships/oleObject" Target="../embeddings/oleObject81.bin"/><Relationship Id="rId14" Type="http://schemas.openxmlformats.org/officeDocument/2006/relationships/image" Target="../media/image90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wmf"/><Relationship Id="rId3" Type="http://schemas.openxmlformats.org/officeDocument/2006/relationships/oleObject" Target="../embeddings/oleObject85.bin"/><Relationship Id="rId7" Type="http://schemas.openxmlformats.org/officeDocument/2006/relationships/oleObject" Target="../embeddings/oleObject87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wmf"/><Relationship Id="rId5" Type="http://schemas.openxmlformats.org/officeDocument/2006/relationships/oleObject" Target="../embeddings/oleObject86.bin"/><Relationship Id="rId10" Type="http://schemas.openxmlformats.org/officeDocument/2006/relationships/image" Target="../media/image95.wmf"/><Relationship Id="rId4" Type="http://schemas.openxmlformats.org/officeDocument/2006/relationships/image" Target="../media/image92.wmf"/><Relationship Id="rId9" Type="http://schemas.openxmlformats.org/officeDocument/2006/relationships/oleObject" Target="../embeddings/oleObject88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7" Type="http://schemas.openxmlformats.org/officeDocument/2006/relationships/image" Target="../media/image98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0.bin"/><Relationship Id="rId5" Type="http://schemas.openxmlformats.org/officeDocument/2006/relationships/image" Target="../media/image97.wmf"/><Relationship Id="rId4" Type="http://schemas.openxmlformats.org/officeDocument/2006/relationships/oleObject" Target="../embeddings/oleObject89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3.bin"/><Relationship Id="rId13" Type="http://schemas.openxmlformats.org/officeDocument/2006/relationships/image" Target="../media/image103.wmf"/><Relationship Id="rId3" Type="http://schemas.openxmlformats.org/officeDocument/2006/relationships/image" Target="../media/image22.emf"/><Relationship Id="rId7" Type="http://schemas.openxmlformats.org/officeDocument/2006/relationships/image" Target="../media/image100.wmf"/><Relationship Id="rId12" Type="http://schemas.openxmlformats.org/officeDocument/2006/relationships/oleObject" Target="../embeddings/oleObject95.bin"/><Relationship Id="rId17" Type="http://schemas.openxmlformats.org/officeDocument/2006/relationships/image" Target="../media/image105.wmf"/><Relationship Id="rId2" Type="http://schemas.openxmlformats.org/officeDocument/2006/relationships/notesSlide" Target="../notesSlides/notesSlide16.xml"/><Relationship Id="rId16" Type="http://schemas.openxmlformats.org/officeDocument/2006/relationships/oleObject" Target="../embeddings/oleObject9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2.bin"/><Relationship Id="rId11" Type="http://schemas.openxmlformats.org/officeDocument/2006/relationships/image" Target="../media/image102.wmf"/><Relationship Id="rId5" Type="http://schemas.openxmlformats.org/officeDocument/2006/relationships/image" Target="../media/image99.wmf"/><Relationship Id="rId15" Type="http://schemas.openxmlformats.org/officeDocument/2006/relationships/image" Target="../media/image104.wmf"/><Relationship Id="rId10" Type="http://schemas.openxmlformats.org/officeDocument/2006/relationships/oleObject" Target="../embeddings/oleObject94.bin"/><Relationship Id="rId4" Type="http://schemas.openxmlformats.org/officeDocument/2006/relationships/oleObject" Target="../embeddings/oleObject91.bin"/><Relationship Id="rId9" Type="http://schemas.openxmlformats.org/officeDocument/2006/relationships/image" Target="../media/image101.wmf"/><Relationship Id="rId14" Type="http://schemas.openxmlformats.org/officeDocument/2006/relationships/oleObject" Target="../embeddings/oleObject96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wmf"/><Relationship Id="rId13" Type="http://schemas.openxmlformats.org/officeDocument/2006/relationships/oleObject" Target="../embeddings/oleObject103.bin"/><Relationship Id="rId3" Type="http://schemas.openxmlformats.org/officeDocument/2006/relationships/oleObject" Target="../embeddings/oleObject98.bin"/><Relationship Id="rId7" Type="http://schemas.openxmlformats.org/officeDocument/2006/relationships/oleObject" Target="../embeddings/oleObject100.bin"/><Relationship Id="rId12" Type="http://schemas.openxmlformats.org/officeDocument/2006/relationships/image" Target="../media/image110.wmf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112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wmf"/><Relationship Id="rId11" Type="http://schemas.openxmlformats.org/officeDocument/2006/relationships/oleObject" Target="../embeddings/oleObject102.bin"/><Relationship Id="rId5" Type="http://schemas.openxmlformats.org/officeDocument/2006/relationships/oleObject" Target="../embeddings/oleObject99.bin"/><Relationship Id="rId15" Type="http://schemas.openxmlformats.org/officeDocument/2006/relationships/oleObject" Target="../embeddings/oleObject104.bin"/><Relationship Id="rId10" Type="http://schemas.openxmlformats.org/officeDocument/2006/relationships/image" Target="../media/image109.wmf"/><Relationship Id="rId4" Type="http://schemas.openxmlformats.org/officeDocument/2006/relationships/image" Target="../media/image106.wmf"/><Relationship Id="rId9" Type="http://schemas.openxmlformats.org/officeDocument/2006/relationships/oleObject" Target="../embeddings/oleObject101.bin"/><Relationship Id="rId14" Type="http://schemas.openxmlformats.org/officeDocument/2006/relationships/image" Target="../media/image111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wmf"/><Relationship Id="rId13" Type="http://schemas.openxmlformats.org/officeDocument/2006/relationships/oleObject" Target="../embeddings/oleObject110.bin"/><Relationship Id="rId3" Type="http://schemas.openxmlformats.org/officeDocument/2006/relationships/oleObject" Target="../embeddings/oleObject105.bin"/><Relationship Id="rId7" Type="http://schemas.openxmlformats.org/officeDocument/2006/relationships/oleObject" Target="../embeddings/oleObject107.bin"/><Relationship Id="rId12" Type="http://schemas.openxmlformats.org/officeDocument/2006/relationships/image" Target="../media/image117.wmf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112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4.wmf"/><Relationship Id="rId11" Type="http://schemas.openxmlformats.org/officeDocument/2006/relationships/oleObject" Target="../embeddings/oleObject109.bin"/><Relationship Id="rId5" Type="http://schemas.openxmlformats.org/officeDocument/2006/relationships/oleObject" Target="../embeddings/oleObject106.bin"/><Relationship Id="rId15" Type="http://schemas.openxmlformats.org/officeDocument/2006/relationships/oleObject" Target="../embeddings/oleObject111.bin"/><Relationship Id="rId10" Type="http://schemas.openxmlformats.org/officeDocument/2006/relationships/image" Target="../media/image116.wmf"/><Relationship Id="rId4" Type="http://schemas.openxmlformats.org/officeDocument/2006/relationships/image" Target="../media/image113.wmf"/><Relationship Id="rId9" Type="http://schemas.openxmlformats.org/officeDocument/2006/relationships/oleObject" Target="../embeddings/oleObject108.bin"/><Relationship Id="rId14" Type="http://schemas.openxmlformats.org/officeDocument/2006/relationships/image" Target="../media/image111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4.bin"/><Relationship Id="rId3" Type="http://schemas.openxmlformats.org/officeDocument/2006/relationships/image" Target="../media/image118.png"/><Relationship Id="rId7" Type="http://schemas.openxmlformats.org/officeDocument/2006/relationships/image" Target="../media/image120.wmf"/><Relationship Id="rId12" Type="http://schemas.openxmlformats.org/officeDocument/2006/relationships/image" Target="../media/image123.w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3.bin"/><Relationship Id="rId11" Type="http://schemas.openxmlformats.org/officeDocument/2006/relationships/oleObject" Target="../embeddings/oleObject115.bin"/><Relationship Id="rId5" Type="http://schemas.openxmlformats.org/officeDocument/2006/relationships/image" Target="../media/image119.wmf"/><Relationship Id="rId10" Type="http://schemas.openxmlformats.org/officeDocument/2006/relationships/image" Target="../media/image122.png"/><Relationship Id="rId4" Type="http://schemas.openxmlformats.org/officeDocument/2006/relationships/oleObject" Target="../embeddings/oleObject112.bin"/><Relationship Id="rId9" Type="http://schemas.openxmlformats.org/officeDocument/2006/relationships/image" Target="../media/image121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8.bin"/><Relationship Id="rId13" Type="http://schemas.openxmlformats.org/officeDocument/2006/relationships/image" Target="../media/image127.wmf"/><Relationship Id="rId18" Type="http://schemas.openxmlformats.org/officeDocument/2006/relationships/oleObject" Target="../embeddings/oleObject123.bin"/><Relationship Id="rId3" Type="http://schemas.openxmlformats.org/officeDocument/2006/relationships/image" Target="../media/image118.png"/><Relationship Id="rId21" Type="http://schemas.openxmlformats.org/officeDocument/2006/relationships/oleObject" Target="../embeddings/oleObject124.bin"/><Relationship Id="rId7" Type="http://schemas.openxmlformats.org/officeDocument/2006/relationships/image" Target="../media/image124.wmf"/><Relationship Id="rId12" Type="http://schemas.openxmlformats.org/officeDocument/2006/relationships/oleObject" Target="../embeddings/oleObject120.bin"/><Relationship Id="rId17" Type="http://schemas.openxmlformats.org/officeDocument/2006/relationships/image" Target="../media/image129.wmf"/><Relationship Id="rId2" Type="http://schemas.openxmlformats.org/officeDocument/2006/relationships/notesSlide" Target="../notesSlides/notesSlide20.xml"/><Relationship Id="rId16" Type="http://schemas.openxmlformats.org/officeDocument/2006/relationships/oleObject" Target="../embeddings/oleObject122.bin"/><Relationship Id="rId20" Type="http://schemas.openxmlformats.org/officeDocument/2006/relationships/image" Target="../media/image131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7.bin"/><Relationship Id="rId11" Type="http://schemas.openxmlformats.org/officeDocument/2006/relationships/image" Target="../media/image126.wmf"/><Relationship Id="rId5" Type="http://schemas.openxmlformats.org/officeDocument/2006/relationships/image" Target="../media/image119.wmf"/><Relationship Id="rId15" Type="http://schemas.openxmlformats.org/officeDocument/2006/relationships/image" Target="../media/image128.wmf"/><Relationship Id="rId10" Type="http://schemas.openxmlformats.org/officeDocument/2006/relationships/oleObject" Target="../embeddings/oleObject119.bin"/><Relationship Id="rId19" Type="http://schemas.openxmlformats.org/officeDocument/2006/relationships/image" Target="../media/image130.wmf"/><Relationship Id="rId4" Type="http://schemas.openxmlformats.org/officeDocument/2006/relationships/oleObject" Target="../embeddings/oleObject116.bin"/><Relationship Id="rId9" Type="http://schemas.openxmlformats.org/officeDocument/2006/relationships/image" Target="../media/image125.wmf"/><Relationship Id="rId14" Type="http://schemas.openxmlformats.org/officeDocument/2006/relationships/oleObject" Target="../embeddings/oleObject121.bin"/><Relationship Id="rId22" Type="http://schemas.openxmlformats.org/officeDocument/2006/relationships/image" Target="../media/image132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7.bin"/><Relationship Id="rId3" Type="http://schemas.openxmlformats.org/officeDocument/2006/relationships/oleObject" Target="../embeddings/oleObject125.bin"/><Relationship Id="rId7" Type="http://schemas.openxmlformats.org/officeDocument/2006/relationships/image" Target="../media/image134.png"/><Relationship Id="rId12" Type="http://schemas.openxmlformats.org/officeDocument/2006/relationships/image" Target="../media/image13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3.wmf"/><Relationship Id="rId11" Type="http://schemas.openxmlformats.org/officeDocument/2006/relationships/image" Target="../media/image136.wmf"/><Relationship Id="rId5" Type="http://schemas.openxmlformats.org/officeDocument/2006/relationships/oleObject" Target="../embeddings/oleObject126.bin"/><Relationship Id="rId10" Type="http://schemas.openxmlformats.org/officeDocument/2006/relationships/oleObject" Target="../embeddings/oleObject128.bin"/><Relationship Id="rId4" Type="http://schemas.openxmlformats.org/officeDocument/2006/relationships/image" Target="../media/image123.wmf"/><Relationship Id="rId9" Type="http://schemas.openxmlformats.org/officeDocument/2006/relationships/image" Target="../media/image135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wmf"/><Relationship Id="rId13" Type="http://schemas.openxmlformats.org/officeDocument/2006/relationships/oleObject" Target="../embeddings/oleObject134.bin"/><Relationship Id="rId18" Type="http://schemas.openxmlformats.org/officeDocument/2006/relationships/image" Target="../media/image143.wmf"/><Relationship Id="rId3" Type="http://schemas.openxmlformats.org/officeDocument/2006/relationships/oleObject" Target="../embeddings/oleObject129.bin"/><Relationship Id="rId21" Type="http://schemas.openxmlformats.org/officeDocument/2006/relationships/image" Target="../media/image134.png"/><Relationship Id="rId7" Type="http://schemas.openxmlformats.org/officeDocument/2006/relationships/oleObject" Target="../embeddings/oleObject131.bin"/><Relationship Id="rId12" Type="http://schemas.openxmlformats.org/officeDocument/2006/relationships/image" Target="../media/image132.wmf"/><Relationship Id="rId17" Type="http://schemas.openxmlformats.org/officeDocument/2006/relationships/oleObject" Target="../embeddings/oleObject136.bin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142.wmf"/><Relationship Id="rId20" Type="http://schemas.openxmlformats.org/officeDocument/2006/relationships/image" Target="../media/image133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9.wmf"/><Relationship Id="rId11" Type="http://schemas.openxmlformats.org/officeDocument/2006/relationships/oleObject" Target="../embeddings/oleObject133.bin"/><Relationship Id="rId5" Type="http://schemas.openxmlformats.org/officeDocument/2006/relationships/oleObject" Target="../embeddings/oleObject130.bin"/><Relationship Id="rId15" Type="http://schemas.openxmlformats.org/officeDocument/2006/relationships/oleObject" Target="../embeddings/oleObject135.bin"/><Relationship Id="rId10" Type="http://schemas.openxmlformats.org/officeDocument/2006/relationships/image" Target="../media/image129.wmf"/><Relationship Id="rId19" Type="http://schemas.openxmlformats.org/officeDocument/2006/relationships/oleObject" Target="../embeddings/oleObject137.bin"/><Relationship Id="rId4" Type="http://schemas.openxmlformats.org/officeDocument/2006/relationships/image" Target="../media/image138.wmf"/><Relationship Id="rId9" Type="http://schemas.openxmlformats.org/officeDocument/2006/relationships/oleObject" Target="../embeddings/oleObject132.bin"/><Relationship Id="rId14" Type="http://schemas.openxmlformats.org/officeDocument/2006/relationships/image" Target="../media/image141.wmf"/><Relationship Id="rId22" Type="http://schemas.openxmlformats.org/officeDocument/2006/relationships/image" Target="../media/image14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0.bin"/><Relationship Id="rId3" Type="http://schemas.openxmlformats.org/officeDocument/2006/relationships/image" Target="../media/image145.png"/><Relationship Id="rId7" Type="http://schemas.openxmlformats.org/officeDocument/2006/relationships/image" Target="../media/image147.w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39.bin"/><Relationship Id="rId11" Type="http://schemas.openxmlformats.org/officeDocument/2006/relationships/image" Target="../media/image149.wmf"/><Relationship Id="rId5" Type="http://schemas.openxmlformats.org/officeDocument/2006/relationships/image" Target="../media/image146.wmf"/><Relationship Id="rId10" Type="http://schemas.openxmlformats.org/officeDocument/2006/relationships/oleObject" Target="../embeddings/oleObject141.bin"/><Relationship Id="rId4" Type="http://schemas.openxmlformats.org/officeDocument/2006/relationships/oleObject" Target="../embeddings/oleObject138.bin"/><Relationship Id="rId9" Type="http://schemas.openxmlformats.org/officeDocument/2006/relationships/image" Target="../media/image148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4.bin"/><Relationship Id="rId3" Type="http://schemas.openxmlformats.org/officeDocument/2006/relationships/image" Target="../media/image145.png"/><Relationship Id="rId7" Type="http://schemas.openxmlformats.org/officeDocument/2006/relationships/image" Target="../media/image151.w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43.bin"/><Relationship Id="rId11" Type="http://schemas.openxmlformats.org/officeDocument/2006/relationships/image" Target="../media/image153.wmf"/><Relationship Id="rId5" Type="http://schemas.openxmlformats.org/officeDocument/2006/relationships/image" Target="../media/image150.wmf"/><Relationship Id="rId10" Type="http://schemas.openxmlformats.org/officeDocument/2006/relationships/oleObject" Target="../embeddings/oleObject145.bin"/><Relationship Id="rId4" Type="http://schemas.openxmlformats.org/officeDocument/2006/relationships/oleObject" Target="../embeddings/oleObject142.bin"/><Relationship Id="rId9" Type="http://schemas.openxmlformats.org/officeDocument/2006/relationships/image" Target="../media/image15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8458200" cy="501650"/>
          </a:xfrm>
        </p:spPr>
        <p:txBody>
          <a:bodyPr lIns="0" tIns="0" rIns="0" bIns="0">
            <a:normAutofit/>
          </a:bodyPr>
          <a:lstStyle/>
          <a:p>
            <a:pPr marL="2114550" indent="-2114550" algn="l" eaLnBrk="1" hangingPunct="1"/>
            <a:r>
              <a:rPr lang="en-US" sz="2600" u="sng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Chương 2</a:t>
            </a:r>
            <a:r>
              <a:rPr lang="en-US" sz="26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MẠCH XÁC LẬP ĐIỀU HÒA</a:t>
            </a:r>
          </a:p>
        </p:txBody>
      </p:sp>
      <p:sp>
        <p:nvSpPr>
          <p:cNvPr id="7171" name="Rectangle 18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409700"/>
            <a:ext cx="8382000" cy="4533900"/>
          </a:xfrm>
          <a:noFill/>
        </p:spPr>
        <p:txBody>
          <a:bodyPr lIns="0" tIns="0" rIns="0" bIns="0">
            <a:noAutofit/>
          </a:bodyPr>
          <a:lstStyle/>
          <a:p>
            <a:pPr marL="533400" indent="-533400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sz="2800">
                <a:latin typeface="Arial "/>
              </a:rPr>
              <a:t>2.1  Quá trình điều hòa</a:t>
            </a:r>
          </a:p>
          <a:p>
            <a:pPr marL="533400" indent="-533400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sz="2800">
                <a:latin typeface="Arial "/>
              </a:rPr>
              <a:t>2.2  Phương pháp biên độ phức</a:t>
            </a:r>
          </a:p>
          <a:p>
            <a:pPr marL="533400" indent="-533400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sz="2800">
                <a:latin typeface="Arial "/>
              </a:rPr>
              <a:t>2.3  Trở kháng &amp; dẫn nạp</a:t>
            </a:r>
          </a:p>
          <a:p>
            <a:pPr marL="533400" indent="-533400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sz="2800">
                <a:latin typeface="Arial "/>
              </a:rPr>
              <a:t>2.4  Các định luật Ohm, Kirchhoff dạng phức 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3400" indent="-533400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sz="2800">
                <a:latin typeface="Arial "/>
              </a:rPr>
              <a:t>2.5  Công suất</a:t>
            </a:r>
          </a:p>
          <a:p>
            <a:pPr marL="533400" indent="-533400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sz="2800">
                <a:latin typeface="Arial "/>
              </a:rPr>
              <a:t>2.6  Mạch cộng hưởng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146304" y="1066800"/>
            <a:ext cx="89214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BD8B14-6D47-436B-8C0C-EDDA73713A4F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57528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26775" y="457200"/>
            <a:ext cx="74676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>
                <a:latin typeface="Arial" pitchFamily="34" charset="0"/>
                <a:cs typeface="Arial" pitchFamily="34" charset="0"/>
              </a:rPr>
              <a:t>2.1. QUÁ TRÌNH ĐIỀU HÒA</a:t>
            </a:r>
            <a:endParaRPr lang="en-US" sz="260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9723" y="1066800"/>
            <a:ext cx="4204252" cy="12772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>
                <a:latin typeface="Arial" pitchFamily="34" charset="0"/>
                <a:cs typeface="Arial" pitchFamily="34" charset="0"/>
              </a:rPr>
              <a:t>Đại lượng f(t) gọi là điều hoà:</a:t>
            </a:r>
          </a:p>
          <a:p>
            <a:r>
              <a:rPr 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f(t) = F</a:t>
            </a:r>
            <a:r>
              <a:rPr lang="en-US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cos(</a:t>
            </a:r>
            <a:r>
              <a:rPr lang="en-US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</a:t>
            </a:r>
            <a:r>
              <a:rPr 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t+ </a:t>
            </a:r>
            <a:r>
              <a:rPr lang="en-US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</a:t>
            </a:r>
            <a:r>
              <a:rPr 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>
                <a:latin typeface="Arial" pitchFamily="34" charset="0"/>
                <a:cs typeface="Arial" pitchFamily="34" charset="0"/>
              </a:rPr>
              <a:t>hoặc</a:t>
            </a:r>
            <a:r>
              <a:rPr lang="en-US" sz="2400" b="1">
                <a:latin typeface="Arial" pitchFamily="34" charset="0"/>
                <a:cs typeface="Arial" pitchFamily="34" charset="0"/>
              </a:rPr>
              <a:t> </a:t>
            </a:r>
            <a:endParaRPr lang="en-US" sz="2400">
              <a:latin typeface="Arial" pitchFamily="34" charset="0"/>
              <a:cs typeface="Arial" pitchFamily="34" charset="0"/>
            </a:endParaRPr>
          </a:p>
          <a:p>
            <a:r>
              <a:rPr 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f(t) = F</a:t>
            </a:r>
            <a:r>
              <a:rPr lang="en-US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sin(</a:t>
            </a:r>
            <a:r>
              <a:rPr lang="en-US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</a:t>
            </a:r>
            <a:r>
              <a:rPr 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t+ </a:t>
            </a:r>
            <a:r>
              <a:rPr lang="en-US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</a:t>
            </a:r>
            <a:r>
              <a:rPr 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2590800"/>
            <a:ext cx="441297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f(t)</a:t>
            </a:r>
            <a:r>
              <a:rPr 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>
                <a:latin typeface="Arial" pitchFamily="34" charset="0"/>
                <a:cs typeface="Arial" pitchFamily="34" charset="0"/>
              </a:rPr>
              <a:t>có thể là dòng điện </a:t>
            </a:r>
            <a:r>
              <a:rPr 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i(t)</a:t>
            </a:r>
            <a:r>
              <a:rPr lang="en-US" sz="2400" i="1">
                <a:latin typeface="Arial" pitchFamily="34" charset="0"/>
                <a:cs typeface="Arial" pitchFamily="34" charset="0"/>
              </a:rPr>
              <a:t>, </a:t>
            </a:r>
          </a:p>
          <a:p>
            <a:r>
              <a:rPr lang="en-US" sz="2400" i="1">
                <a:latin typeface="Arial" pitchFamily="34" charset="0"/>
                <a:cs typeface="Arial" pitchFamily="34" charset="0"/>
              </a:rPr>
              <a:t>điện áp </a:t>
            </a:r>
            <a:r>
              <a:rPr 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u(t)</a:t>
            </a:r>
            <a:r>
              <a:rPr lang="en-US" sz="2400" i="1">
                <a:latin typeface="Arial" pitchFamily="34" charset="0"/>
                <a:cs typeface="Arial" pitchFamily="34" charset="0"/>
              </a:rPr>
              <a:t>, các nguồn </a:t>
            </a:r>
            <a:r>
              <a:rPr 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e(t), j(t)</a:t>
            </a:r>
          </a:p>
        </p:txBody>
      </p:sp>
      <p:sp>
        <p:nvSpPr>
          <p:cNvPr id="17203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72042" name="Rectangle 10"/>
          <p:cNvSpPr>
            <a:spLocks noChangeArrowheads="1"/>
          </p:cNvSpPr>
          <p:nvPr/>
        </p:nvSpPr>
        <p:spPr bwMode="auto">
          <a:xfrm>
            <a:off x="0" y="3905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609600" y="3685907"/>
            <a:ext cx="7848600" cy="18004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lang="en-US" sz="2400">
                <a:latin typeface="Arial" pitchFamily="34" charset="0"/>
                <a:ea typeface="Times New Roman" pitchFamily="18" charset="0"/>
                <a:cs typeface="Arial" pitchFamily="34" charset="0"/>
              </a:rPr>
              <a:t>Đ</a:t>
            </a:r>
            <a:r>
              <a: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ại lượng điều hoà:  </a:t>
            </a:r>
            <a:r>
              <a:rPr kumimoji="0" lang="en-US" sz="2400" b="1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f(t) = F</a:t>
            </a:r>
            <a:r>
              <a:rPr kumimoji="0" lang="en-US" sz="2400" b="1" i="1" u="none" strike="noStrike" cap="none" normalizeH="0" baseline="-3000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kumimoji="0" lang="en-US" sz="2400" b="1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cos(</a:t>
            </a:r>
            <a:r>
              <a:rPr kumimoji="0" lang="en-US" sz="2400" b="1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</a:t>
            </a:r>
            <a:r>
              <a:rPr kumimoji="0" lang="en-US" sz="2400" b="1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t+ </a:t>
            </a:r>
            <a:r>
              <a:rPr kumimoji="0" lang="en-US" sz="2400" b="1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</a:t>
            </a:r>
            <a:r>
              <a:rPr kumimoji="0" lang="en-US" sz="2400" b="1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0" lang="en-US" sz="24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Symbol" pitchFamily="18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>
                <a:tab pos="457200" algn="r"/>
                <a:tab pos="2743200" algn="ctr"/>
                <a:tab pos="5486400" algn="r"/>
              </a:tabLst>
            </a:pPr>
            <a:r>
              <a:rPr kumimoji="0" lang="en-US" sz="2400" b="1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F</a:t>
            </a:r>
            <a:r>
              <a:rPr kumimoji="0" lang="en-US" sz="2400" b="1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m</a:t>
            </a:r>
            <a:r>
              <a: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 - </a:t>
            </a:r>
            <a:r>
              <a: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  <a:sym typeface="Symbol" pitchFamily="18" charset="2"/>
              </a:rPr>
              <a:t>Biên</a:t>
            </a:r>
            <a:r>
              <a:rPr kumimoji="0" lang="en-US" sz="2400" b="0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  <a:sym typeface="Symbol" pitchFamily="18" charset="2"/>
              </a:rPr>
              <a:t> độ</a:t>
            </a:r>
          </a:p>
          <a:p>
            <a:pPr marL="342900" lvl="0" indent="-342900" eaLnBrk="0" fontAlgn="base" hangingPunct="0"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  <a:tabLst>
                <a:tab pos="457200" algn="r"/>
                <a:tab pos="2743200" algn="ctr"/>
                <a:tab pos="5486400" algn="r"/>
              </a:tabLst>
            </a:pPr>
            <a:r>
              <a:rPr lang="en-US" sz="2400" b="1" i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  </a:t>
            </a:r>
            <a:r>
              <a:rPr lang="en-US" sz="2400" i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-</a:t>
            </a:r>
            <a:r>
              <a:rPr lang="en-US" sz="2400" b="1" i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sz="24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itchFamily="18" charset="2"/>
              </a:rPr>
              <a:t>Tần số góc</a:t>
            </a:r>
          </a:p>
          <a:p>
            <a:pPr marL="342900" lvl="0" indent="-342900" eaLnBrk="0" fontAlgn="base" hangingPunct="0"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  <a:tabLst>
                <a:tab pos="457200" algn="r"/>
                <a:tab pos="2743200" algn="ctr"/>
                <a:tab pos="5486400" algn="r"/>
              </a:tabLst>
            </a:pPr>
            <a:r>
              <a:rPr lang="en-US" sz="2400" b="1" i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  </a:t>
            </a:r>
            <a:r>
              <a:rPr lang="en-US" sz="2400" i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- </a:t>
            </a:r>
            <a:r>
              <a:rPr lang="en-US" sz="24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sz="24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itchFamily="18" charset="2"/>
              </a:rPr>
              <a:t>Góc pha ban đầu</a:t>
            </a:r>
            <a:r>
              <a:rPr lang="en-US" sz="2400" b="1" i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</a:t>
            </a:r>
            <a:endParaRPr kumimoji="0" lang="en-US" sz="240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itchFamily="18" charset="0"/>
              <a:cs typeface="Arial" panose="020B0604020202020204" pitchFamily="34" charset="0"/>
              <a:sym typeface="Symbol" pitchFamily="18" charset="2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400" y="1219200"/>
            <a:ext cx="3712164" cy="2178319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02F8123-DE24-3ABC-9D90-1607D1C292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723" y="5634335"/>
            <a:ext cx="253447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lang="en-US" sz="2400">
                <a:latin typeface="Arial" pitchFamily="34" charset="0"/>
                <a:ea typeface="Times New Roman" pitchFamily="18" charset="0"/>
                <a:cs typeface="Arial" pitchFamily="34" charset="0"/>
              </a:rPr>
              <a:t>Giá trị hiệu dụng</a:t>
            </a:r>
            <a:r>
              <a: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:</a:t>
            </a:r>
            <a:r>
              <a:rPr kumimoji="0" lang="en-US" sz="2400" b="0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endParaRPr kumimoji="0" lang="en-US" sz="24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Symbol" pitchFamily="18" charset="2"/>
            </a:endParaRP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7AADBF59-1C36-CE1D-8A59-E14AB8D682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9575720"/>
              </p:ext>
            </p:extLst>
          </p:nvPr>
        </p:nvGraphicFramePr>
        <p:xfrm>
          <a:off x="3054626" y="5476461"/>
          <a:ext cx="1136373" cy="9090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71320" imgH="457200" progId="Equation.DSMT4">
                  <p:embed/>
                </p:oleObj>
              </mc:Choice>
              <mc:Fallback>
                <p:oleObj name="Equation" r:id="rId4" imgW="57132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54626" y="5476461"/>
                        <a:ext cx="1136373" cy="9090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30232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104" y="304800"/>
            <a:ext cx="7854696" cy="609600"/>
          </a:xfrm>
        </p:spPr>
        <p:txBody>
          <a:bodyPr anchor="t" anchorCtr="0">
            <a:normAutofit fontScale="90000"/>
          </a:bodyPr>
          <a:lstStyle/>
          <a:p>
            <a:pPr algn="l"/>
            <a:r>
              <a:rPr lang="en-US" sz="32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2.2 </a:t>
            </a:r>
            <a:r>
              <a:rPr lang="en-US" sz="31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PHƯƠNG PHÁP BIÊN ĐỘ PHỨC</a:t>
            </a:r>
          </a:p>
        </p:txBody>
      </p:sp>
      <p:sp>
        <p:nvSpPr>
          <p:cNvPr id="33" name="Title 1"/>
          <p:cNvSpPr txBox="1">
            <a:spLocks/>
          </p:cNvSpPr>
          <p:nvPr/>
        </p:nvSpPr>
        <p:spPr>
          <a:xfrm>
            <a:off x="434008" y="887849"/>
            <a:ext cx="3363645" cy="4572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600" b="1">
                <a:solidFill>
                  <a:srgbClr val="C00000"/>
                </a:solidFill>
                <a:latin typeface="Arial" pitchFamily="34" charset="0"/>
                <a:ea typeface="+mj-ea"/>
                <a:cs typeface="Arial" pitchFamily="34" charset="0"/>
              </a:rPr>
              <a:t>2</a:t>
            </a:r>
            <a:r>
              <a:rPr kumimoji="0" lang="en-US" sz="2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.2.1 SỐ</a:t>
            </a:r>
            <a:r>
              <a:rPr kumimoji="0" lang="en-US" sz="2600" b="1" i="0" u="none" strike="noStrike" kern="1200" cap="none" spc="0" normalizeH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 PHỨC</a:t>
            </a:r>
            <a:endParaRPr kumimoji="0" lang="en-US" sz="26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  <p:grpSp>
        <p:nvGrpSpPr>
          <p:cNvPr id="13" name="Group 17"/>
          <p:cNvGrpSpPr>
            <a:grpSpLocks/>
          </p:cNvGrpSpPr>
          <p:nvPr/>
        </p:nvGrpSpPr>
        <p:grpSpPr bwMode="auto">
          <a:xfrm>
            <a:off x="5770563" y="2298700"/>
            <a:ext cx="3011487" cy="2663825"/>
            <a:chOff x="3560" y="981"/>
            <a:chExt cx="1897" cy="1678"/>
          </a:xfrm>
        </p:grpSpPr>
        <p:sp>
          <p:nvSpPr>
            <p:cNvPr id="14" name="Line 5"/>
            <p:cNvSpPr>
              <a:spLocks noChangeShapeType="1"/>
            </p:cNvSpPr>
            <p:nvPr/>
          </p:nvSpPr>
          <p:spPr bwMode="auto">
            <a:xfrm>
              <a:off x="3560" y="2069"/>
              <a:ext cx="181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Line 7"/>
            <p:cNvSpPr>
              <a:spLocks noChangeShapeType="1"/>
            </p:cNvSpPr>
            <p:nvPr/>
          </p:nvSpPr>
          <p:spPr bwMode="auto">
            <a:xfrm flipV="1">
              <a:off x="4241" y="1071"/>
              <a:ext cx="0" cy="1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Oval 8"/>
            <p:cNvSpPr>
              <a:spLocks noChangeArrowheads="1"/>
            </p:cNvSpPr>
            <p:nvPr/>
          </p:nvSpPr>
          <p:spPr bwMode="auto">
            <a:xfrm>
              <a:off x="4762" y="1457"/>
              <a:ext cx="68" cy="6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/>
            </a:p>
          </p:txBody>
        </p:sp>
        <p:sp>
          <p:nvSpPr>
            <p:cNvPr id="17" name="Line 9"/>
            <p:cNvSpPr>
              <a:spLocks noChangeShapeType="1"/>
            </p:cNvSpPr>
            <p:nvPr/>
          </p:nvSpPr>
          <p:spPr bwMode="auto">
            <a:xfrm>
              <a:off x="4794" y="1525"/>
              <a:ext cx="0" cy="5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10"/>
            <p:cNvSpPr>
              <a:spLocks noChangeShapeType="1"/>
            </p:cNvSpPr>
            <p:nvPr/>
          </p:nvSpPr>
          <p:spPr bwMode="auto">
            <a:xfrm flipH="1">
              <a:off x="4241" y="1480"/>
              <a:ext cx="5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Rectangle 11"/>
            <p:cNvSpPr>
              <a:spLocks noChangeArrowheads="1"/>
            </p:cNvSpPr>
            <p:nvPr/>
          </p:nvSpPr>
          <p:spPr bwMode="auto">
            <a:xfrm>
              <a:off x="4346" y="981"/>
              <a:ext cx="318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sz="2400" b="1"/>
                <a:t>Im Z</a:t>
              </a:r>
            </a:p>
          </p:txBody>
        </p:sp>
        <p:sp>
          <p:nvSpPr>
            <p:cNvPr id="20" name="Rectangle 12"/>
            <p:cNvSpPr>
              <a:spLocks noChangeArrowheads="1"/>
            </p:cNvSpPr>
            <p:nvPr/>
          </p:nvSpPr>
          <p:spPr bwMode="auto">
            <a:xfrm>
              <a:off x="5139" y="1757"/>
              <a:ext cx="318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sz="2400" b="1"/>
                <a:t>Re Z</a:t>
              </a:r>
            </a:p>
          </p:txBody>
        </p:sp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4644" y="2028"/>
              <a:ext cx="318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sz="2400" b="1">
                  <a:solidFill>
                    <a:srgbClr val="C00000"/>
                  </a:solidFill>
                </a:rPr>
                <a:t>a</a:t>
              </a:r>
            </a:p>
          </p:txBody>
        </p:sp>
        <p:sp>
          <p:nvSpPr>
            <p:cNvPr id="22" name="Rectangle 14"/>
            <p:cNvSpPr>
              <a:spLocks noChangeArrowheads="1"/>
            </p:cNvSpPr>
            <p:nvPr/>
          </p:nvSpPr>
          <p:spPr bwMode="auto">
            <a:xfrm>
              <a:off x="3950" y="1298"/>
              <a:ext cx="318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sz="2400" b="1">
                  <a:solidFill>
                    <a:srgbClr val="C00000"/>
                  </a:solidFill>
                </a:rPr>
                <a:t>b</a:t>
              </a:r>
            </a:p>
          </p:txBody>
        </p:sp>
        <p:sp>
          <p:nvSpPr>
            <p:cNvPr id="23" name="Rectangle 15"/>
            <p:cNvSpPr>
              <a:spLocks noChangeArrowheads="1"/>
            </p:cNvSpPr>
            <p:nvPr/>
          </p:nvSpPr>
          <p:spPr bwMode="auto">
            <a:xfrm>
              <a:off x="4797" y="1298"/>
              <a:ext cx="318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sz="2400" b="1">
                  <a:solidFill>
                    <a:srgbClr val="C00000"/>
                  </a:solidFill>
                </a:rPr>
                <a:t>Z</a:t>
              </a:r>
            </a:p>
          </p:txBody>
        </p:sp>
        <p:sp>
          <p:nvSpPr>
            <p:cNvPr id="24" name="Rectangle 16"/>
            <p:cNvSpPr>
              <a:spLocks noChangeArrowheads="1"/>
            </p:cNvSpPr>
            <p:nvPr/>
          </p:nvSpPr>
          <p:spPr bwMode="auto">
            <a:xfrm>
              <a:off x="3995" y="2045"/>
              <a:ext cx="318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sz="2400" b="1"/>
                <a:t>0</a:t>
              </a:r>
            </a:p>
          </p:txBody>
        </p:sp>
      </p:grpSp>
      <p:grpSp>
        <p:nvGrpSpPr>
          <p:cNvPr id="26" name="Group 36"/>
          <p:cNvGrpSpPr>
            <a:grpSpLocks/>
          </p:cNvGrpSpPr>
          <p:nvPr/>
        </p:nvGrpSpPr>
        <p:grpSpPr bwMode="auto">
          <a:xfrm>
            <a:off x="533400" y="2286000"/>
            <a:ext cx="4578097" cy="1329486"/>
            <a:chOff x="249" y="2097"/>
            <a:chExt cx="3221" cy="1103"/>
          </a:xfrm>
        </p:grpSpPr>
        <p:sp>
          <p:nvSpPr>
            <p:cNvPr id="27" name="Rectangle 23"/>
            <p:cNvSpPr>
              <a:spLocks noChangeArrowheads="1"/>
            </p:cNvSpPr>
            <p:nvPr/>
          </p:nvSpPr>
          <p:spPr bwMode="auto">
            <a:xfrm>
              <a:off x="249" y="2432"/>
              <a:ext cx="635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609600" indent="-609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None/>
              </a:pPr>
              <a:r>
                <a:rPr lang="en-US" sz="2400"/>
                <a:t>Với:</a:t>
              </a:r>
            </a:p>
          </p:txBody>
        </p:sp>
        <p:graphicFrame>
          <p:nvGraphicFramePr>
            <p:cNvPr id="28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5587132"/>
                </p:ext>
              </p:extLst>
            </p:nvPr>
          </p:nvGraphicFramePr>
          <p:xfrm>
            <a:off x="1132" y="2097"/>
            <a:ext cx="1682" cy="5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977760" imgH="304560" progId="Equation.3">
                    <p:embed/>
                  </p:oleObj>
                </mc:Choice>
                <mc:Fallback>
                  <p:oleObj name="Equation" r:id="rId3" imgW="977760" imgH="3045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32" y="2097"/>
                          <a:ext cx="1682" cy="5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Object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4389318"/>
                </p:ext>
              </p:extLst>
            </p:nvPr>
          </p:nvGraphicFramePr>
          <p:xfrm>
            <a:off x="1145" y="2614"/>
            <a:ext cx="2325" cy="5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701720" imgH="342720" progId="Equation.3">
                    <p:embed/>
                  </p:oleObj>
                </mc:Choice>
                <mc:Fallback>
                  <p:oleObj name="Equation" r:id="rId5" imgW="1701720" imgH="34272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45" y="2614"/>
                          <a:ext cx="2325" cy="5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" name="AutoShape 26"/>
            <p:cNvSpPr>
              <a:spLocks/>
            </p:cNvSpPr>
            <p:nvPr/>
          </p:nvSpPr>
          <p:spPr bwMode="auto">
            <a:xfrm>
              <a:off x="930" y="2205"/>
              <a:ext cx="90" cy="953"/>
            </a:xfrm>
            <a:prstGeom prst="leftBrace">
              <a:avLst>
                <a:gd name="adj1" fmla="val 88241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/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603503" y="1447800"/>
            <a:ext cx="6203699" cy="720353"/>
            <a:chOff x="603503" y="1689652"/>
            <a:chExt cx="6203699" cy="720353"/>
          </a:xfrm>
          <a:noFill/>
        </p:grpSpPr>
        <p:graphicFrame>
          <p:nvGraphicFramePr>
            <p:cNvPr id="25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65871648"/>
                </p:ext>
              </p:extLst>
            </p:nvPr>
          </p:nvGraphicFramePr>
          <p:xfrm>
            <a:off x="603503" y="1793394"/>
            <a:ext cx="1706309" cy="5624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736560" imgH="228600" progId="Equation.DSMT4">
                    <p:embed/>
                  </p:oleObj>
                </mc:Choice>
                <mc:Fallback>
                  <p:oleObj name="Equation" r:id="rId7" imgW="73656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3503" y="1793394"/>
                          <a:ext cx="1706309" cy="5624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Object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121458"/>
                </p:ext>
              </p:extLst>
            </p:nvPr>
          </p:nvGraphicFramePr>
          <p:xfrm>
            <a:off x="2408237" y="1689652"/>
            <a:ext cx="1249363" cy="7203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507960" imgH="279360" progId="Equation.3">
                    <p:embed/>
                  </p:oleObj>
                </mc:Choice>
                <mc:Fallback>
                  <p:oleObj name="Equation" r:id="rId9" imgW="507960" imgH="2793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8237" y="1689652"/>
                          <a:ext cx="1249363" cy="7203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" name="Object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56945506"/>
                </p:ext>
              </p:extLst>
            </p:nvPr>
          </p:nvGraphicFramePr>
          <p:xfrm>
            <a:off x="3684732" y="1741487"/>
            <a:ext cx="3122470" cy="6557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333440" imgH="266400" progId="Equation.DSMT4">
                    <p:embed/>
                  </p:oleObj>
                </mc:Choice>
                <mc:Fallback>
                  <p:oleObj name="Equation" r:id="rId11" imgW="1333440" imgH="266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84732" y="1741487"/>
                          <a:ext cx="3122470" cy="6557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6" name="Group 35"/>
          <p:cNvGrpSpPr>
            <a:grpSpLocks/>
          </p:cNvGrpSpPr>
          <p:nvPr/>
        </p:nvGrpSpPr>
        <p:grpSpPr bwMode="auto">
          <a:xfrm>
            <a:off x="6877050" y="3070225"/>
            <a:ext cx="863600" cy="936625"/>
            <a:chOff x="4332" y="1842"/>
            <a:chExt cx="544" cy="590"/>
          </a:xfrm>
        </p:grpSpPr>
        <p:sp>
          <p:nvSpPr>
            <p:cNvPr id="37" name="Line 30"/>
            <p:cNvSpPr>
              <a:spLocks noChangeShapeType="1"/>
            </p:cNvSpPr>
            <p:nvPr/>
          </p:nvSpPr>
          <p:spPr bwMode="auto">
            <a:xfrm flipV="1">
              <a:off x="4332" y="1842"/>
              <a:ext cx="544" cy="59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Arc 31"/>
            <p:cNvSpPr>
              <a:spLocks/>
            </p:cNvSpPr>
            <p:nvPr/>
          </p:nvSpPr>
          <p:spPr bwMode="auto">
            <a:xfrm flipV="1">
              <a:off x="4513" y="2227"/>
              <a:ext cx="91" cy="181"/>
            </a:xfrm>
            <a:custGeom>
              <a:avLst/>
              <a:gdLst>
                <a:gd name="T0" fmla="*/ 0 w 21600"/>
                <a:gd name="T1" fmla="*/ 0 h 42092"/>
                <a:gd name="T2" fmla="*/ 0 w 21600"/>
                <a:gd name="T3" fmla="*/ 1 h 42092"/>
                <a:gd name="T4" fmla="*/ 0 w 21600"/>
                <a:gd name="T5" fmla="*/ 0 h 42092"/>
                <a:gd name="T6" fmla="*/ 0 60000 65536"/>
                <a:gd name="T7" fmla="*/ 0 60000 65536"/>
                <a:gd name="T8" fmla="*/ 0 60000 65536"/>
                <a:gd name="T9" fmla="*/ 0 w 21600"/>
                <a:gd name="T10" fmla="*/ 0 h 42092"/>
                <a:gd name="T11" fmla="*/ 21600 w 21600"/>
                <a:gd name="T12" fmla="*/ 42092 h 420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2092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0897"/>
                    <a:pt x="15650" y="39151"/>
                    <a:pt x="6829" y="42091"/>
                  </a:cubicBezTo>
                </a:path>
                <a:path w="21600" h="42092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0897"/>
                    <a:pt x="15650" y="39151"/>
                    <a:pt x="6829" y="42091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C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>
                <a:solidFill>
                  <a:srgbClr val="C00000"/>
                </a:solidFill>
              </a:endParaRPr>
            </a:p>
          </p:txBody>
        </p:sp>
        <p:sp>
          <p:nvSpPr>
            <p:cNvPr id="44" name="Rectangle 32"/>
            <p:cNvSpPr>
              <a:spLocks noChangeArrowheads="1"/>
            </p:cNvSpPr>
            <p:nvPr/>
          </p:nvSpPr>
          <p:spPr bwMode="auto">
            <a:xfrm>
              <a:off x="4613" y="2157"/>
              <a:ext cx="22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sz="2400" b="1">
                  <a:solidFill>
                    <a:srgbClr val="C00000"/>
                  </a:solidFill>
                  <a:sym typeface="Symbol" panose="05050102010706020507" pitchFamily="18" charset="2"/>
                </a:rPr>
                <a:t></a:t>
              </a:r>
            </a:p>
          </p:txBody>
        </p:sp>
        <p:sp>
          <p:nvSpPr>
            <p:cNvPr id="45" name="Rectangle 34"/>
            <p:cNvSpPr>
              <a:spLocks noChangeArrowheads="1"/>
            </p:cNvSpPr>
            <p:nvPr/>
          </p:nvSpPr>
          <p:spPr bwMode="auto">
            <a:xfrm>
              <a:off x="4420" y="1933"/>
              <a:ext cx="22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sz="2400" b="1">
                  <a:solidFill>
                    <a:srgbClr val="C00000"/>
                  </a:solidFill>
                  <a:sym typeface="Symbol" panose="05050102010706020507" pitchFamily="18" charset="2"/>
                </a:rPr>
                <a:t>/z/</a:t>
              </a:r>
            </a:p>
          </p:txBody>
        </p:sp>
      </p:grpSp>
      <p:sp>
        <p:nvSpPr>
          <p:cNvPr id="46" name="Rectangle 37"/>
          <p:cNvSpPr>
            <a:spLocks noChangeArrowheads="1"/>
          </p:cNvSpPr>
          <p:nvPr/>
        </p:nvSpPr>
        <p:spPr bwMode="auto">
          <a:xfrm>
            <a:off x="560502" y="5486400"/>
            <a:ext cx="954889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sz="2400"/>
              <a:t>Ví dụ: </a:t>
            </a:r>
          </a:p>
        </p:txBody>
      </p:sp>
      <p:graphicFrame>
        <p:nvGraphicFramePr>
          <p:cNvPr id="47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3952611"/>
              </p:ext>
            </p:extLst>
          </p:nvPr>
        </p:nvGraphicFramePr>
        <p:xfrm>
          <a:off x="2868613" y="4614863"/>
          <a:ext cx="2697162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371600" imgH="279360" progId="Equation.3">
                  <p:embed/>
                </p:oleObj>
              </mc:Choice>
              <mc:Fallback>
                <p:oleObj name="Equation" r:id="rId13" imgW="1371600" imgH="279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8613" y="4614863"/>
                        <a:ext cx="2697162" cy="67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0244736"/>
              </p:ext>
            </p:extLst>
          </p:nvPr>
        </p:nvGraphicFramePr>
        <p:xfrm>
          <a:off x="1994694" y="3848654"/>
          <a:ext cx="2719388" cy="5330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358640" imgH="253800" progId="Equation.3">
                  <p:embed/>
                </p:oleObj>
              </mc:Choice>
              <mc:Fallback>
                <p:oleObj name="Equation" r:id="rId15" imgW="135864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4694" y="3848654"/>
                        <a:ext cx="2719388" cy="533041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1">
                            <a:shade val="50000"/>
                          </a:schemeClr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Rectangle 42"/>
          <p:cNvSpPr>
            <a:spLocks noChangeArrowheads="1"/>
          </p:cNvSpPr>
          <p:nvPr/>
        </p:nvSpPr>
        <p:spPr bwMode="auto">
          <a:xfrm>
            <a:off x="533400" y="3919537"/>
            <a:ext cx="2808288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92100" indent="-292100" eaLnBrk="1" hangingPunct="1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v"/>
            </a:pPr>
            <a:r>
              <a:rPr lang="en-US" sz="2400" b="1" i="1"/>
              <a:t> Euler:</a:t>
            </a:r>
          </a:p>
        </p:txBody>
      </p:sp>
      <p:sp>
        <p:nvSpPr>
          <p:cNvPr id="39" name="Rectangle 37"/>
          <p:cNvSpPr>
            <a:spLocks noChangeArrowheads="1"/>
          </p:cNvSpPr>
          <p:nvPr/>
        </p:nvSpPr>
        <p:spPr bwMode="auto">
          <a:xfrm>
            <a:off x="586408" y="4610849"/>
            <a:ext cx="252095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sz="2400"/>
              <a:t>Liên hiệp phức: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702271" y="5297488"/>
            <a:ext cx="6527329" cy="973137"/>
            <a:chOff x="1702271" y="5297488"/>
            <a:chExt cx="6527329" cy="973137"/>
          </a:xfrm>
        </p:grpSpPr>
        <p:graphicFrame>
          <p:nvGraphicFramePr>
            <p:cNvPr id="41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32995993"/>
                </p:ext>
              </p:extLst>
            </p:nvPr>
          </p:nvGraphicFramePr>
          <p:xfrm>
            <a:off x="1702271" y="5624363"/>
            <a:ext cx="1429868" cy="4766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647640" imgH="203040" progId="Equation.DSMT4">
                    <p:embed/>
                  </p:oleObj>
                </mc:Choice>
                <mc:Fallback>
                  <p:oleObj name="Equation" r:id="rId17" imgW="64764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02271" y="5624363"/>
                          <a:ext cx="1429868" cy="4766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" name="Object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84584637"/>
                </p:ext>
              </p:extLst>
            </p:nvPr>
          </p:nvGraphicFramePr>
          <p:xfrm>
            <a:off x="3300413" y="5297488"/>
            <a:ext cx="1500187" cy="758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685800" imgH="330120" progId="Equation.DSMT4">
                    <p:embed/>
                  </p:oleObj>
                </mc:Choice>
                <mc:Fallback>
                  <p:oleObj name="Equation" r:id="rId19" imgW="685800" imgH="3301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00413" y="5297488"/>
                          <a:ext cx="1500187" cy="7588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" name="Object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90944429"/>
                </p:ext>
              </p:extLst>
            </p:nvPr>
          </p:nvGraphicFramePr>
          <p:xfrm>
            <a:off x="4914900" y="5434013"/>
            <a:ext cx="3314700" cy="8366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1638000" imgH="393480" progId="Equation.DSMT4">
                    <p:embed/>
                  </p:oleObj>
                </mc:Choice>
                <mc:Fallback>
                  <p:oleObj name="Equation" r:id="rId21" imgW="1638000" imgH="393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14900" y="5434013"/>
                          <a:ext cx="3314700" cy="8366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" name="Rounded Rectangle 3"/>
          <p:cNvSpPr/>
          <p:nvPr/>
        </p:nvSpPr>
        <p:spPr>
          <a:xfrm>
            <a:off x="533400" y="1371600"/>
            <a:ext cx="6362447" cy="9144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114800" y="2975212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010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9" grpId="0"/>
      <p:bldP spid="3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36"/>
          <p:cNvSpPr>
            <a:spLocks noChangeArrowheads="1"/>
          </p:cNvSpPr>
          <p:nvPr/>
        </p:nvSpPr>
        <p:spPr bwMode="auto">
          <a:xfrm>
            <a:off x="323850" y="331788"/>
            <a:ext cx="5329238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Font typeface="Wingdings" panose="05000000000000000000" pitchFamily="2" charset="2"/>
              <a:buChar char="v"/>
            </a:pPr>
            <a:r>
              <a:rPr lang="en-US" sz="2800" b="1">
                <a:solidFill>
                  <a:srgbClr val="C00000"/>
                </a:solidFill>
              </a:rPr>
              <a:t> Các phép tính trên số phức:</a:t>
            </a:r>
          </a:p>
        </p:txBody>
      </p:sp>
      <p:graphicFrame>
        <p:nvGraphicFramePr>
          <p:cNvPr id="13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686202"/>
              </p:ext>
            </p:extLst>
          </p:nvPr>
        </p:nvGraphicFramePr>
        <p:xfrm>
          <a:off x="876300" y="1169986"/>
          <a:ext cx="2852876" cy="6731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60160" imgH="279360" progId="Equation.3">
                  <p:embed/>
                </p:oleObj>
              </mc:Choice>
              <mc:Fallback>
                <p:oleObj name="Equation" r:id="rId3" imgW="1460160" imgH="279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300" y="1169986"/>
                        <a:ext cx="2852876" cy="6731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9472665"/>
              </p:ext>
            </p:extLst>
          </p:nvPr>
        </p:nvGraphicFramePr>
        <p:xfrm>
          <a:off x="4254500" y="1123950"/>
          <a:ext cx="3127375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98320" imgH="279360" progId="Equation.3">
                  <p:embed/>
                </p:oleObj>
              </mc:Choice>
              <mc:Fallback>
                <p:oleObj name="Equation" r:id="rId5" imgW="1498320" imgH="279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4500" y="1123950"/>
                        <a:ext cx="3127375" cy="719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5863788"/>
              </p:ext>
            </p:extLst>
          </p:nvPr>
        </p:nvGraphicFramePr>
        <p:xfrm>
          <a:off x="2424113" y="1989139"/>
          <a:ext cx="4052887" cy="5833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070000" imgH="241200" progId="Equation.3">
                  <p:embed/>
                </p:oleObj>
              </mc:Choice>
              <mc:Fallback>
                <p:oleObj name="Equation" r:id="rId7" imgW="207000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3" y="1989139"/>
                        <a:ext cx="4052887" cy="5833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2373674"/>
              </p:ext>
            </p:extLst>
          </p:nvPr>
        </p:nvGraphicFramePr>
        <p:xfrm>
          <a:off x="2413000" y="2900363"/>
          <a:ext cx="2835275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58640" imgH="279360" progId="Equation.3">
                  <p:embed/>
                </p:oleObj>
              </mc:Choice>
              <mc:Fallback>
                <p:oleObj name="Equation" r:id="rId9" imgW="1358640" imgH="279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3000" y="2900363"/>
                        <a:ext cx="2835275" cy="719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9688759"/>
              </p:ext>
            </p:extLst>
          </p:nvPr>
        </p:nvGraphicFramePr>
        <p:xfrm>
          <a:off x="2424113" y="3787775"/>
          <a:ext cx="2497137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143000" imgH="533160" progId="Equation.3">
                  <p:embed/>
                </p:oleObj>
              </mc:Choice>
              <mc:Fallback>
                <p:oleObj name="Equation" r:id="rId11" imgW="1143000" imgH="533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3" y="3787775"/>
                        <a:ext cx="2497137" cy="1368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43"/>
          <p:cNvSpPr>
            <a:spLocks noChangeArrowheads="1"/>
          </p:cNvSpPr>
          <p:nvPr/>
        </p:nvSpPr>
        <p:spPr bwMode="auto">
          <a:xfrm>
            <a:off x="396875" y="1916113"/>
            <a:ext cx="1655763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Font typeface="Wingdings" panose="05000000000000000000" pitchFamily="2" charset="2"/>
              <a:buChar char="§"/>
            </a:pPr>
            <a:r>
              <a:rPr lang="en-US" sz="2600"/>
              <a:t> Cộng trừ:</a:t>
            </a:r>
          </a:p>
        </p:txBody>
      </p:sp>
      <p:sp>
        <p:nvSpPr>
          <p:cNvPr id="21" name="Rectangle 44"/>
          <p:cNvSpPr>
            <a:spLocks noChangeArrowheads="1"/>
          </p:cNvSpPr>
          <p:nvPr/>
        </p:nvSpPr>
        <p:spPr bwMode="auto">
          <a:xfrm>
            <a:off x="396875" y="2851150"/>
            <a:ext cx="1655763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Font typeface="Wingdings" panose="05000000000000000000" pitchFamily="2" charset="2"/>
              <a:buChar char="§"/>
            </a:pPr>
            <a:r>
              <a:rPr lang="en-US" sz="2600"/>
              <a:t> Nhân:</a:t>
            </a:r>
          </a:p>
        </p:txBody>
      </p:sp>
      <p:sp>
        <p:nvSpPr>
          <p:cNvPr id="22" name="Rectangle 45"/>
          <p:cNvSpPr>
            <a:spLocks noChangeArrowheads="1"/>
          </p:cNvSpPr>
          <p:nvPr/>
        </p:nvSpPr>
        <p:spPr bwMode="auto">
          <a:xfrm>
            <a:off x="396875" y="4003675"/>
            <a:ext cx="1655763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Font typeface="Wingdings" panose="05000000000000000000" pitchFamily="2" charset="2"/>
              <a:buChar char="§"/>
            </a:pPr>
            <a:r>
              <a:rPr lang="en-US" sz="2600"/>
              <a:t> Chia:</a:t>
            </a:r>
          </a:p>
        </p:txBody>
      </p:sp>
      <p:sp>
        <p:nvSpPr>
          <p:cNvPr id="23" name="Rectangle 46"/>
          <p:cNvSpPr>
            <a:spLocks noChangeArrowheads="1"/>
          </p:cNvSpPr>
          <p:nvPr/>
        </p:nvSpPr>
        <p:spPr bwMode="auto">
          <a:xfrm>
            <a:off x="396875" y="5373688"/>
            <a:ext cx="2087563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Font typeface="Wingdings" panose="05000000000000000000" pitchFamily="2" charset="2"/>
              <a:buChar char="§"/>
            </a:pPr>
            <a:r>
              <a:rPr lang="en-US" sz="2600"/>
              <a:t> Tính chất:</a:t>
            </a:r>
          </a:p>
        </p:txBody>
      </p:sp>
      <p:graphicFrame>
        <p:nvGraphicFramePr>
          <p:cNvPr id="24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5896509"/>
              </p:ext>
            </p:extLst>
          </p:nvPr>
        </p:nvGraphicFramePr>
        <p:xfrm>
          <a:off x="2413000" y="5300663"/>
          <a:ext cx="2058988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939600" imgH="266400" progId="Equation.3">
                  <p:embed/>
                </p:oleObj>
              </mc:Choice>
              <mc:Fallback>
                <p:oleObj name="Equation" r:id="rId13" imgW="939600" imgH="26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3000" y="5300663"/>
                        <a:ext cx="2058988" cy="719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416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85800" y="457200"/>
            <a:ext cx="74676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>
                <a:latin typeface="Arial" pitchFamily="34" charset="0"/>
                <a:cs typeface="Arial" pitchFamily="34" charset="0"/>
              </a:rPr>
              <a:t>2.2.2  ĐẶT VẤN ĐỀ</a:t>
            </a:r>
            <a:endParaRPr lang="en-US" sz="2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7203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72042" name="Rectangle 10"/>
          <p:cNvSpPr>
            <a:spLocks noChangeArrowheads="1"/>
          </p:cNvSpPr>
          <p:nvPr/>
        </p:nvSpPr>
        <p:spPr bwMode="auto">
          <a:xfrm>
            <a:off x="0" y="3905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1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0711087"/>
              </p:ext>
            </p:extLst>
          </p:nvPr>
        </p:nvGraphicFramePr>
        <p:xfrm>
          <a:off x="484188" y="1082675"/>
          <a:ext cx="4240212" cy="804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71520" imgH="393480" progId="Equation.DSMT4">
                  <p:embed/>
                </p:oleObj>
              </mc:Choice>
              <mc:Fallback>
                <p:oleObj name="Equation" r:id="rId3" imgW="217152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188" y="1082675"/>
                        <a:ext cx="4240212" cy="8048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2146529"/>
              </p:ext>
            </p:extLst>
          </p:nvPr>
        </p:nvGraphicFramePr>
        <p:xfrm>
          <a:off x="457200" y="1981200"/>
          <a:ext cx="4240213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387520" imgH="444240" progId="Equation.DSMT4">
                  <p:embed/>
                </p:oleObj>
              </mc:Choice>
              <mc:Fallback>
                <p:oleObj name="Equation" r:id="rId5" imgW="23875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981200"/>
                        <a:ext cx="4240213" cy="8302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2133" name="Group 172132"/>
          <p:cNvGrpSpPr/>
          <p:nvPr/>
        </p:nvGrpSpPr>
        <p:grpSpPr>
          <a:xfrm>
            <a:off x="4697413" y="476534"/>
            <a:ext cx="4459839" cy="2645120"/>
            <a:chOff x="146304" y="860477"/>
            <a:chExt cx="4143072" cy="2414739"/>
          </a:xfrm>
        </p:grpSpPr>
        <p:cxnSp>
          <p:nvCxnSpPr>
            <p:cNvPr id="172112" name="Straight Arrow Connector 172111"/>
            <p:cNvCxnSpPr/>
            <p:nvPr/>
          </p:nvCxnSpPr>
          <p:spPr>
            <a:xfrm>
              <a:off x="1981200" y="1716340"/>
              <a:ext cx="6096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Rectangle 44"/>
            <p:cNvSpPr>
              <a:spLocks noChangeArrowheads="1"/>
            </p:cNvSpPr>
            <p:nvPr/>
          </p:nvSpPr>
          <p:spPr bwMode="auto">
            <a:xfrm>
              <a:off x="1981200" y="1716340"/>
              <a:ext cx="593725" cy="3727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just"/>
              <a:r>
                <a:rPr lang="en-US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i(t)</a:t>
              </a:r>
            </a:p>
          </p:txBody>
        </p:sp>
        <p:pic>
          <p:nvPicPr>
            <p:cNvPr id="172132" name="Picture 172131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46304" y="860477"/>
              <a:ext cx="4143072" cy="2414739"/>
            </a:xfrm>
            <a:prstGeom prst="rect">
              <a:avLst/>
            </a:prstGeom>
          </p:spPr>
        </p:pic>
      </p:grpSp>
      <p:grpSp>
        <p:nvGrpSpPr>
          <p:cNvPr id="6" name="Group 5"/>
          <p:cNvGrpSpPr/>
          <p:nvPr/>
        </p:nvGrpSpPr>
        <p:grpSpPr>
          <a:xfrm>
            <a:off x="609600" y="2971800"/>
            <a:ext cx="6286500" cy="550901"/>
            <a:chOff x="484188" y="2971800"/>
            <a:chExt cx="6286500" cy="550901"/>
          </a:xfrm>
        </p:grpSpPr>
        <p:cxnSp>
          <p:nvCxnSpPr>
            <p:cNvPr id="172135" name="Straight Arrow Connector 172134"/>
            <p:cNvCxnSpPr/>
            <p:nvPr/>
          </p:nvCxnSpPr>
          <p:spPr>
            <a:xfrm>
              <a:off x="3581400" y="3382810"/>
              <a:ext cx="1116013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" name="Group 1"/>
            <p:cNvGrpSpPr/>
            <p:nvPr/>
          </p:nvGrpSpPr>
          <p:grpSpPr>
            <a:xfrm>
              <a:off x="484188" y="2971800"/>
              <a:ext cx="6286500" cy="550901"/>
              <a:chOff x="484188" y="2971800"/>
              <a:chExt cx="6286500" cy="550901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auto">
              <a:xfrm>
                <a:off x="484188" y="3097969"/>
                <a:ext cx="6286500" cy="4247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R="0" lvl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457200" algn="r"/>
                    <a:tab pos="2743200" algn="ctr"/>
                    <a:tab pos="5486400" algn="r"/>
                  </a:tabLst>
                </a:pPr>
                <a:r>
                  <a:rPr lang="en-US" sz="2400">
                    <a:latin typeface="Arial" pitchFamily="34" charset="0"/>
                    <a:ea typeface="Times New Roman" pitchFamily="18" charset="0"/>
                    <a:cs typeface="Arial" pitchFamily="34" charset="0"/>
                    <a:sym typeface="Symbol" pitchFamily="18" charset="2"/>
                  </a:rPr>
                  <a:t>Phương trình vi phân                </a:t>
                </a:r>
                <a:r>
                  <a:rPr lang="en-US" sz="2400" b="1" i="1">
                    <a:solidFill>
                      <a:srgbClr val="0000FF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  <a:sym typeface="Symbol" pitchFamily="18" charset="2"/>
                  </a:rPr>
                  <a:t>i(t)</a:t>
                </a:r>
                <a:r>
                  <a:rPr lang="en-US" sz="2400" i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  <a:sym typeface="Symbol" pitchFamily="18" charset="2"/>
                  </a:rPr>
                  <a:t>: Phức tạp</a:t>
                </a:r>
                <a:endParaRPr kumimoji="0" lang="en-US" sz="24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  <a:sym typeface="Symbol" pitchFamily="18" charset="2"/>
                </a:endParaRPr>
              </a:p>
            </p:txBody>
          </p:sp>
          <p:sp>
            <p:nvSpPr>
              <p:cNvPr id="172137" name="Rectangle 172136"/>
              <p:cNvSpPr/>
              <p:nvPr/>
            </p:nvSpPr>
            <p:spPr>
              <a:xfrm>
                <a:off x="3798887" y="2971800"/>
                <a:ext cx="705642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000" i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  <a:sym typeface="Symbol" pitchFamily="18" charset="2"/>
                  </a:rPr>
                  <a:t> </a:t>
                </a:r>
                <a:r>
                  <a:rPr lang="en-US" sz="2000" i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  <a:sym typeface="Symbol" pitchFamily="18" charset="2"/>
                  </a:rPr>
                  <a:t>Giải</a:t>
                </a:r>
                <a:endParaRPr lang="en-US" sz="2000" i="1"/>
              </a:p>
            </p:txBody>
          </p:sp>
        </p:grpSp>
      </p:grpSp>
      <p:cxnSp>
        <p:nvCxnSpPr>
          <p:cNvPr id="172140" name="Straight Arrow Connector 172139"/>
          <p:cNvCxnSpPr/>
          <p:nvPr/>
        </p:nvCxnSpPr>
        <p:spPr>
          <a:xfrm>
            <a:off x="824948" y="3505200"/>
            <a:ext cx="0" cy="208411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Rectangle 174"/>
          <p:cNvSpPr/>
          <p:nvPr/>
        </p:nvSpPr>
        <p:spPr>
          <a:xfrm>
            <a:off x="762000" y="4876800"/>
            <a:ext cx="196560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i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sz="2000" i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itchFamily="18" charset="2"/>
              </a:rPr>
              <a:t>Biểu diễn phức</a:t>
            </a:r>
            <a:endParaRPr lang="en-US" sz="2000" i="1"/>
          </a:p>
        </p:txBody>
      </p:sp>
      <p:sp>
        <p:nvSpPr>
          <p:cNvPr id="21" name="Rectangle 20"/>
          <p:cNvSpPr/>
          <p:nvPr/>
        </p:nvSpPr>
        <p:spPr>
          <a:xfrm>
            <a:off x="457200" y="3733800"/>
            <a:ext cx="824071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i="1">
                <a:latin typeface="Arial" pitchFamily="34" charset="0"/>
                <a:cs typeface="Arial" pitchFamily="34" charset="0"/>
              </a:rPr>
              <a:t>Mạch điện ở trạng thái xác lập, đáp ứng trong mạch u(t),i(t) sẽ có cùng </a:t>
            </a:r>
            <a:r>
              <a:rPr lang="en-US" sz="2400" b="1" i="1">
                <a:latin typeface="Arial" pitchFamily="34" charset="0"/>
                <a:cs typeface="Arial" pitchFamily="34" charset="0"/>
              </a:rPr>
              <a:t>tần số</a:t>
            </a:r>
            <a:r>
              <a:rPr lang="en-US" sz="2400" i="1">
                <a:latin typeface="Arial" pitchFamily="34" charset="0"/>
                <a:cs typeface="Arial" pitchFamily="34" charset="0"/>
              </a:rPr>
              <a:t> với các nguồn tác động e(t),j(t)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533400" y="5389263"/>
            <a:ext cx="7277100" cy="554337"/>
            <a:chOff x="533400" y="5160663"/>
            <a:chExt cx="7277100" cy="554337"/>
          </a:xfrm>
        </p:grpSpPr>
        <p:sp>
          <p:nvSpPr>
            <p:cNvPr id="173" name="Rectangle 4"/>
            <p:cNvSpPr>
              <a:spLocks noChangeArrowheads="1"/>
            </p:cNvSpPr>
            <p:nvPr/>
          </p:nvSpPr>
          <p:spPr bwMode="auto">
            <a:xfrm>
              <a:off x="533400" y="5290268"/>
              <a:ext cx="7277100" cy="4247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457200" algn="r"/>
                  <a:tab pos="2743200" algn="ctr"/>
                  <a:tab pos="5486400" algn="r"/>
                </a:tabLst>
              </a:pPr>
              <a:r>
                <a:rPr lang="en-US" sz="2400">
                  <a:latin typeface="Arial" pitchFamily="34" charset="0"/>
                  <a:ea typeface="Times New Roman" pitchFamily="18" charset="0"/>
                  <a:cs typeface="Arial" pitchFamily="34" charset="0"/>
                  <a:sym typeface="Symbol" pitchFamily="18" charset="2"/>
                </a:rPr>
                <a:t>Phương trình đại số            Biên độ &amp; Pha của  </a:t>
              </a:r>
              <a:r>
                <a:rPr lang="en-US" sz="2400" b="1" i="1">
                  <a:solidFill>
                    <a:srgbClr val="0000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i(t)</a:t>
              </a:r>
              <a:endParaRPr kumimoji="0" lang="en-US" sz="2400" b="1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itchFamily="18" charset="2"/>
              </a:endParaRPr>
            </a:p>
          </p:txBody>
        </p:sp>
        <p:cxnSp>
          <p:nvCxnSpPr>
            <p:cNvPr id="174" name="Straight Arrow Connector 173"/>
            <p:cNvCxnSpPr/>
            <p:nvPr/>
          </p:nvCxnSpPr>
          <p:spPr>
            <a:xfrm>
              <a:off x="3487822" y="5522844"/>
              <a:ext cx="69206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3422651" y="5160663"/>
              <a:ext cx="705642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i="1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 </a:t>
              </a:r>
              <a:r>
                <a:rPr lang="en-US" sz="2000" i="1"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  <a:sym typeface="Symbol" pitchFamily="18" charset="2"/>
                </a:rPr>
                <a:t>Giải</a:t>
              </a:r>
              <a:endParaRPr lang="en-US" sz="2000" i="1"/>
            </a:p>
          </p:txBody>
        </p:sp>
      </p:grp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329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" grpId="0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04800" y="345757"/>
            <a:ext cx="83820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>
                <a:latin typeface="Arial" pitchFamily="34" charset="0"/>
                <a:cs typeface="Arial" pitchFamily="34" charset="0"/>
              </a:rPr>
              <a:t>2.2.3 BIÊN ĐỘ PHỨC CỦA ĐẠI LƯỢNG ĐIỀU HÒA</a:t>
            </a:r>
            <a:endParaRPr lang="en-US" sz="2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7203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72042" name="Rectangle 10"/>
          <p:cNvSpPr>
            <a:spLocks noChangeArrowheads="1"/>
          </p:cNvSpPr>
          <p:nvPr/>
        </p:nvSpPr>
        <p:spPr bwMode="auto">
          <a:xfrm>
            <a:off x="0" y="3905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374904" y="990600"/>
            <a:ext cx="61782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lang="en-US" sz="2400">
                <a:latin typeface="Arial" pitchFamily="34" charset="0"/>
                <a:ea typeface="Times New Roman" pitchFamily="18" charset="0"/>
                <a:cs typeface="Arial" pitchFamily="34" charset="0"/>
              </a:rPr>
              <a:t>Đại lượng</a:t>
            </a:r>
            <a:r>
              <a: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điều hoà:  </a:t>
            </a:r>
            <a:r>
              <a:rPr kumimoji="0" lang="en-US" sz="2400" b="1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f(t) = F</a:t>
            </a:r>
            <a:r>
              <a:rPr kumimoji="0" lang="en-US" sz="2400" b="1" i="1" u="none" strike="noStrike" cap="none" normalizeH="0" baseline="-3000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kumimoji="0" lang="en-US" sz="2400" b="1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cos(</a:t>
            </a:r>
            <a:r>
              <a:rPr kumimoji="0" lang="en-US" sz="2400" b="1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</a:t>
            </a:r>
            <a:r>
              <a:rPr kumimoji="0" lang="en-US" sz="2400" b="1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t+ </a:t>
            </a:r>
            <a:r>
              <a:rPr kumimoji="0" lang="en-US" sz="2400" b="1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</a:t>
            </a:r>
            <a:r>
              <a:rPr kumimoji="0" lang="en-US" sz="2400" b="1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0" lang="en-US" sz="24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Symbol" pitchFamily="18" charset="2"/>
            </a:endParaRPr>
          </a:p>
        </p:txBody>
      </p:sp>
      <p:graphicFrame>
        <p:nvGraphicFramePr>
          <p:cNvPr id="1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9871723"/>
              </p:ext>
            </p:extLst>
          </p:nvPr>
        </p:nvGraphicFramePr>
        <p:xfrm>
          <a:off x="5118653" y="1553702"/>
          <a:ext cx="2959100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33440" imgH="253800" progId="Equation.DSMT4">
                  <p:embed/>
                </p:oleObj>
              </mc:Choice>
              <mc:Fallback>
                <p:oleObj name="Equation" r:id="rId3" imgW="133344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8653" y="1553702"/>
                        <a:ext cx="2959100" cy="5619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6"/>
          <p:cNvSpPr/>
          <p:nvPr/>
        </p:nvSpPr>
        <p:spPr>
          <a:xfrm>
            <a:off x="364435" y="1595735"/>
            <a:ext cx="47409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Biên độ phức đại lượng điều hòa: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57B83C-976B-9ABF-8898-EC5522F10D5F}"/>
              </a:ext>
            </a:extLst>
          </p:cNvPr>
          <p:cNvSpPr/>
          <p:nvPr/>
        </p:nvSpPr>
        <p:spPr>
          <a:xfrm>
            <a:off x="381000" y="2209800"/>
            <a:ext cx="762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</a:pPr>
            <a:r>
              <a:rPr lang="en-US" sz="2400" u="sng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VD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: </a:t>
            </a:r>
          </a:p>
        </p:txBody>
      </p:sp>
      <p:graphicFrame>
        <p:nvGraphicFramePr>
          <p:cNvPr id="8" name="Object 3">
            <a:extLst>
              <a:ext uri="{FF2B5EF4-FFF2-40B4-BE49-F238E27FC236}">
                <a16:creationId xmlns:a16="http://schemas.microsoft.com/office/drawing/2014/main" id="{912E19B9-91FE-3104-0304-E4C4001634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8013789"/>
              </p:ext>
            </p:extLst>
          </p:nvPr>
        </p:nvGraphicFramePr>
        <p:xfrm>
          <a:off x="1030356" y="2135999"/>
          <a:ext cx="7772400" cy="6292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987720" imgH="317160" progId="Equation.DSMT4">
                  <p:embed/>
                </p:oleObj>
              </mc:Choice>
              <mc:Fallback>
                <p:oleObj name="Equation" r:id="rId5" imgW="3987720" imgH="317160" progId="Equation.DSMT4">
                  <p:embed/>
                  <p:pic>
                    <p:nvPicPr>
                      <p:cNvPr id="1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0356" y="2135999"/>
                        <a:ext cx="7772400" cy="62926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36">
            <a:extLst>
              <a:ext uri="{FF2B5EF4-FFF2-40B4-BE49-F238E27FC236}">
                <a16:creationId xmlns:a16="http://schemas.microsoft.com/office/drawing/2014/main" id="{D1B470CF-10F9-0E77-988D-79E4A92867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650" y="2709863"/>
            <a:ext cx="843915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Font typeface="Wingdings" panose="05000000000000000000" pitchFamily="2" charset="2"/>
              <a:buChar char="v"/>
            </a:pPr>
            <a:r>
              <a:rPr lang="en-US" sz="2400" b="1">
                <a:solidFill>
                  <a:srgbClr val="C00000"/>
                </a:solidFill>
              </a:rPr>
              <a:t> Các phép tính tương đương: ĐL điều hòa        BĐP</a:t>
            </a:r>
          </a:p>
        </p:txBody>
      </p:sp>
      <p:sp>
        <p:nvSpPr>
          <p:cNvPr id="10" name="Left-Right Arrow 3">
            <a:extLst>
              <a:ext uri="{FF2B5EF4-FFF2-40B4-BE49-F238E27FC236}">
                <a16:creationId xmlns:a16="http://schemas.microsoft.com/office/drawing/2014/main" id="{D006086F-27B1-8D78-2AD4-26AF81C3540F}"/>
              </a:ext>
            </a:extLst>
          </p:cNvPr>
          <p:cNvSpPr/>
          <p:nvPr/>
        </p:nvSpPr>
        <p:spPr>
          <a:xfrm>
            <a:off x="6858000" y="2971800"/>
            <a:ext cx="381000" cy="228600"/>
          </a:xfrm>
          <a:prstGeom prst="leftRightArrow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43">
            <a:extLst>
              <a:ext uri="{FF2B5EF4-FFF2-40B4-BE49-F238E27FC236}">
                <a16:creationId xmlns:a16="http://schemas.microsoft.com/office/drawing/2014/main" id="{2CD9C006-914C-B9BB-2DCE-2711174580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475" y="3962400"/>
            <a:ext cx="1655763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Font typeface="Wingdings" panose="05000000000000000000" pitchFamily="2" charset="2"/>
              <a:buChar char="§"/>
            </a:pPr>
            <a:r>
              <a:rPr lang="en-US" sz="2400"/>
              <a:t> Cộng trừ:</a:t>
            </a:r>
          </a:p>
        </p:txBody>
      </p:sp>
      <p:sp>
        <p:nvSpPr>
          <p:cNvPr id="12" name="Rectangle 44">
            <a:extLst>
              <a:ext uri="{FF2B5EF4-FFF2-40B4-BE49-F238E27FC236}">
                <a16:creationId xmlns:a16="http://schemas.microsoft.com/office/drawing/2014/main" id="{244AF1F7-CB4C-6D2B-207A-CBAB7DD0AD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475" y="4800600"/>
            <a:ext cx="1655763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Font typeface="Wingdings" panose="05000000000000000000" pitchFamily="2" charset="2"/>
              <a:buChar char="§"/>
            </a:pPr>
            <a:r>
              <a:rPr lang="en-US" sz="2400"/>
              <a:t> Đạo hàm:</a:t>
            </a:r>
          </a:p>
        </p:txBody>
      </p:sp>
      <p:sp>
        <p:nvSpPr>
          <p:cNvPr id="13" name="Rectangle 43">
            <a:extLst>
              <a:ext uri="{FF2B5EF4-FFF2-40B4-BE49-F238E27FC236}">
                <a16:creationId xmlns:a16="http://schemas.microsoft.com/office/drawing/2014/main" id="{9C002E56-70C4-649A-3DDC-EFE1EF8E8D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475" y="3238500"/>
            <a:ext cx="2193925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Font typeface="Wingdings" panose="05000000000000000000" pitchFamily="2" charset="2"/>
              <a:buChar char="§"/>
            </a:pPr>
            <a:r>
              <a:rPr lang="en-US" sz="2400"/>
              <a:t> Nhân hệ số:</a:t>
            </a:r>
          </a:p>
        </p:txBody>
      </p:sp>
      <p:sp>
        <p:nvSpPr>
          <p:cNvPr id="14" name="Rectangle 44">
            <a:extLst>
              <a:ext uri="{FF2B5EF4-FFF2-40B4-BE49-F238E27FC236}">
                <a16:creationId xmlns:a16="http://schemas.microsoft.com/office/drawing/2014/main" id="{A7365821-19FA-E052-8744-4F70875A27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475" y="5638800"/>
            <a:ext cx="1889125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Font typeface="Wingdings" panose="05000000000000000000" pitchFamily="2" charset="2"/>
              <a:buChar char="§"/>
            </a:pPr>
            <a:r>
              <a:rPr lang="en-US" sz="2400"/>
              <a:t> Tích phân:</a:t>
            </a:r>
          </a:p>
        </p:txBody>
      </p:sp>
      <p:graphicFrame>
        <p:nvGraphicFramePr>
          <p:cNvPr id="21" name="Object 39">
            <a:extLst>
              <a:ext uri="{FF2B5EF4-FFF2-40B4-BE49-F238E27FC236}">
                <a16:creationId xmlns:a16="http://schemas.microsoft.com/office/drawing/2014/main" id="{44C65E97-E6B0-0231-AF07-042C1482CF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2159417"/>
              </p:ext>
            </p:extLst>
          </p:nvPr>
        </p:nvGraphicFramePr>
        <p:xfrm>
          <a:off x="3810000" y="3352800"/>
          <a:ext cx="2089150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66680" imgH="228600" progId="Equation.DSMT4">
                  <p:embed/>
                </p:oleObj>
              </mc:Choice>
              <mc:Fallback>
                <p:oleObj name="Equation" r:id="rId7" imgW="1066680" imgH="228600" progId="Equation.DSMT4">
                  <p:embed/>
                  <p:pic>
                    <p:nvPicPr>
                      <p:cNvPr id="17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3352800"/>
                        <a:ext cx="2089150" cy="55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39">
            <a:extLst>
              <a:ext uri="{FF2B5EF4-FFF2-40B4-BE49-F238E27FC236}">
                <a16:creationId xmlns:a16="http://schemas.microsoft.com/office/drawing/2014/main" id="{8B692B9D-1CC1-2ABF-6FF5-7669000E63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9292248"/>
              </p:ext>
            </p:extLst>
          </p:nvPr>
        </p:nvGraphicFramePr>
        <p:xfrm>
          <a:off x="2657475" y="4038600"/>
          <a:ext cx="4276725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184120" imgH="241200" progId="Equation.DSMT4">
                  <p:embed/>
                </p:oleObj>
              </mc:Choice>
              <mc:Fallback>
                <p:oleObj name="Equation" r:id="rId9" imgW="2184120" imgH="241200" progId="Equation.DSMT4">
                  <p:embed/>
                  <p:pic>
                    <p:nvPicPr>
                      <p:cNvPr id="28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7475" y="4038600"/>
                        <a:ext cx="4276725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39">
            <a:extLst>
              <a:ext uri="{FF2B5EF4-FFF2-40B4-BE49-F238E27FC236}">
                <a16:creationId xmlns:a16="http://schemas.microsoft.com/office/drawing/2014/main" id="{4AC1A63B-9451-0A67-6614-5C4B1EA393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6987715"/>
              </p:ext>
            </p:extLst>
          </p:nvPr>
        </p:nvGraphicFramePr>
        <p:xfrm>
          <a:off x="3581400" y="4689475"/>
          <a:ext cx="2667000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206360" imgH="393480" progId="Equation.DSMT4">
                  <p:embed/>
                </p:oleObj>
              </mc:Choice>
              <mc:Fallback>
                <p:oleObj name="Equation" r:id="rId11" imgW="1206360" imgH="393480" progId="Equation.DSMT4">
                  <p:embed/>
                  <p:pic>
                    <p:nvPicPr>
                      <p:cNvPr id="29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4689475"/>
                        <a:ext cx="2667000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39">
            <a:extLst>
              <a:ext uri="{FF2B5EF4-FFF2-40B4-BE49-F238E27FC236}">
                <a16:creationId xmlns:a16="http://schemas.microsoft.com/office/drawing/2014/main" id="{23C6D5EF-6EC9-A6E9-9020-3BFB9C6C18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6033928"/>
              </p:ext>
            </p:extLst>
          </p:nvPr>
        </p:nvGraphicFramePr>
        <p:xfrm>
          <a:off x="3394074" y="5562600"/>
          <a:ext cx="3159126" cy="1011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396800" imgH="419040" progId="Equation.DSMT4">
                  <p:embed/>
                </p:oleObj>
              </mc:Choice>
              <mc:Fallback>
                <p:oleObj name="Equation" r:id="rId13" imgW="1396800" imgH="419040" progId="Equation.DSMT4">
                  <p:embed/>
                  <p:pic>
                    <p:nvPicPr>
                      <p:cNvPr id="31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4074" y="5562600"/>
                        <a:ext cx="3159126" cy="1011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56115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4" grpId="0"/>
      <p:bldP spid="11" grpId="0"/>
      <p:bldP spid="12" grpId="0"/>
      <p:bldP spid="13" grpId="0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85800" y="457200"/>
            <a:ext cx="1371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u="sng">
                <a:latin typeface="Arial" pitchFamily="34" charset="0"/>
                <a:cs typeface="Arial" pitchFamily="34" charset="0"/>
              </a:rPr>
              <a:t>Ví dụ:</a:t>
            </a:r>
          </a:p>
        </p:txBody>
      </p:sp>
      <p:sp>
        <p:nvSpPr>
          <p:cNvPr id="17203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172133" name="Group 172132"/>
          <p:cNvGrpSpPr/>
          <p:nvPr/>
        </p:nvGrpSpPr>
        <p:grpSpPr>
          <a:xfrm>
            <a:off x="4785209" y="152400"/>
            <a:ext cx="4459839" cy="2645120"/>
            <a:chOff x="146304" y="860477"/>
            <a:chExt cx="4143072" cy="2414739"/>
          </a:xfrm>
        </p:grpSpPr>
        <p:cxnSp>
          <p:nvCxnSpPr>
            <p:cNvPr id="172112" name="Straight Arrow Connector 172111"/>
            <p:cNvCxnSpPr/>
            <p:nvPr/>
          </p:nvCxnSpPr>
          <p:spPr>
            <a:xfrm>
              <a:off x="1981200" y="1716340"/>
              <a:ext cx="6096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Rectangle 44"/>
            <p:cNvSpPr>
              <a:spLocks noChangeArrowheads="1"/>
            </p:cNvSpPr>
            <p:nvPr/>
          </p:nvSpPr>
          <p:spPr bwMode="auto">
            <a:xfrm>
              <a:off x="1981200" y="1716340"/>
              <a:ext cx="593725" cy="3727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just"/>
              <a:r>
                <a:rPr lang="en-US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i(t)</a:t>
              </a:r>
            </a:p>
          </p:txBody>
        </p:sp>
        <p:pic>
          <p:nvPicPr>
            <p:cNvPr id="172132" name="Picture 17213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6304" y="860477"/>
              <a:ext cx="4143072" cy="2414739"/>
            </a:xfrm>
            <a:prstGeom prst="rect">
              <a:avLst/>
            </a:prstGeom>
          </p:spPr>
        </p:pic>
      </p:grpSp>
      <p:cxnSp>
        <p:nvCxnSpPr>
          <p:cNvPr id="172140" name="Straight Arrow Connector 172139"/>
          <p:cNvCxnSpPr/>
          <p:nvPr/>
        </p:nvCxnSpPr>
        <p:spPr>
          <a:xfrm>
            <a:off x="609600" y="1600200"/>
            <a:ext cx="0" cy="6858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Rectangle 174"/>
          <p:cNvSpPr/>
          <p:nvPr/>
        </p:nvSpPr>
        <p:spPr>
          <a:xfrm>
            <a:off x="508552" y="1752600"/>
            <a:ext cx="17860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i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itchFamily="18" charset="2"/>
              </a:rPr>
              <a:t>Biểu diễn phức</a:t>
            </a:r>
            <a:endParaRPr lang="en-US" i="1"/>
          </a:p>
        </p:txBody>
      </p:sp>
      <p:graphicFrame>
        <p:nvGraphicFramePr>
          <p:cNvPr id="2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4800499"/>
              </p:ext>
            </p:extLst>
          </p:nvPr>
        </p:nvGraphicFramePr>
        <p:xfrm>
          <a:off x="560387" y="990599"/>
          <a:ext cx="4374244" cy="8304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71520" imgH="393480" progId="Equation.DSMT4">
                  <p:embed/>
                </p:oleObj>
              </mc:Choice>
              <mc:Fallback>
                <p:oleObj name="Equation" r:id="rId4" imgW="217152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387" y="990599"/>
                        <a:ext cx="4374244" cy="83042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3474771"/>
              </p:ext>
            </p:extLst>
          </p:nvPr>
        </p:nvGraphicFramePr>
        <p:xfrm>
          <a:off x="747713" y="2209800"/>
          <a:ext cx="2998787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11280" imgH="419040" progId="Equation.DSMT4">
                  <p:embed/>
                </p:oleObj>
              </mc:Choice>
              <mc:Fallback>
                <p:oleObj name="Equation" r:id="rId6" imgW="151128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713" y="2209800"/>
                        <a:ext cx="2998787" cy="8699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8118475"/>
              </p:ext>
            </p:extLst>
          </p:nvPr>
        </p:nvGraphicFramePr>
        <p:xfrm>
          <a:off x="603250" y="3048000"/>
          <a:ext cx="2978150" cy="897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87240" imgH="457200" progId="Equation.DSMT4">
                  <p:embed/>
                </p:oleObj>
              </mc:Choice>
              <mc:Fallback>
                <p:oleObj name="Equation" r:id="rId8" imgW="158724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250" y="3048000"/>
                        <a:ext cx="2978150" cy="89770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23"/>
          <p:cNvSpPr/>
          <p:nvPr/>
        </p:nvSpPr>
        <p:spPr>
          <a:xfrm>
            <a:off x="5317025" y="2590800"/>
            <a:ext cx="314117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i="1">
                <a:latin typeface="Times New Roman" panose="02020603050405020304" pitchFamily="18" charset="0"/>
                <a:cs typeface="Times New Roman" panose="02020603050405020304" pitchFamily="18" charset="0"/>
              </a:rPr>
              <a:t>R=2</a:t>
            </a:r>
            <a:r>
              <a:rPr lang="en-US" sz="22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; L=40mH; C=5mF</a:t>
            </a:r>
          </a:p>
          <a:p>
            <a:r>
              <a:rPr lang="en-US" sz="22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e(t)=10sin(</a:t>
            </a:r>
            <a:r>
              <a:rPr lang="en-US" sz="22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100</a:t>
            </a:r>
            <a:r>
              <a:rPr lang="en-US" sz="22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t), V</a:t>
            </a:r>
            <a:endParaRPr lang="en-US" sz="22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714336" y="3886200"/>
            <a:ext cx="0" cy="6921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660400" y="4095750"/>
            <a:ext cx="10631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i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itchFamily="18" charset="2"/>
              </a:rPr>
              <a:t>Thay số</a:t>
            </a:r>
            <a:endParaRPr lang="en-US" i="1"/>
          </a:p>
        </p:txBody>
      </p:sp>
      <p:graphicFrame>
        <p:nvGraphicFramePr>
          <p:cNvPr id="2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1312029"/>
              </p:ext>
            </p:extLst>
          </p:nvPr>
        </p:nvGraphicFramePr>
        <p:xfrm>
          <a:off x="657225" y="4419600"/>
          <a:ext cx="4303713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120760" imgH="457200" progId="Equation.DSMT4">
                  <p:embed/>
                </p:oleObj>
              </mc:Choice>
              <mc:Fallback>
                <p:oleObj name="Equation" r:id="rId10" imgW="212076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225" y="4419600"/>
                        <a:ext cx="4303713" cy="9715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6476122"/>
              </p:ext>
            </p:extLst>
          </p:nvPr>
        </p:nvGraphicFramePr>
        <p:xfrm>
          <a:off x="1219200" y="5362575"/>
          <a:ext cx="3530600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752480" imgH="419040" progId="Equation.DSMT4">
                  <p:embed/>
                </p:oleObj>
              </mc:Choice>
              <mc:Fallback>
                <p:oleObj name="Equation" r:id="rId12" imgW="175248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5362575"/>
                        <a:ext cx="3530600" cy="88265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C0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27"/>
          <p:cNvSpPr/>
          <p:nvPr/>
        </p:nvSpPr>
        <p:spPr>
          <a:xfrm>
            <a:off x="5317025" y="3617000"/>
            <a:ext cx="314117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i="1">
                <a:latin typeface="Times New Roman" panose="02020603050405020304" pitchFamily="18" charset="0"/>
                <a:cs typeface="Times New Roman" panose="02020603050405020304" pitchFamily="18" charset="0"/>
              </a:rPr>
              <a:t>Dòng điện trong mạch sẽ có tần số </a:t>
            </a:r>
            <a:r>
              <a:rPr lang="en-US" sz="22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=100 </a:t>
            </a:r>
            <a:r>
              <a:rPr lang="en-US" sz="22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(rad/s)</a:t>
            </a:r>
            <a:r>
              <a:rPr lang="en-US" sz="2200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6858000" y="3341450"/>
            <a:ext cx="0" cy="28299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2534052"/>
              </p:ext>
            </p:extLst>
          </p:nvPr>
        </p:nvGraphicFramePr>
        <p:xfrm>
          <a:off x="5317025" y="4340736"/>
          <a:ext cx="2881311" cy="426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612800" imgH="228600" progId="Equation.DSMT4">
                  <p:embed/>
                </p:oleObj>
              </mc:Choice>
              <mc:Fallback>
                <p:oleObj name="Equation" r:id="rId14" imgW="1612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7025" y="4340736"/>
                        <a:ext cx="2881311" cy="426705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2034" name="Group 172033"/>
          <p:cNvGrpSpPr/>
          <p:nvPr/>
        </p:nvGrpSpPr>
        <p:grpSpPr>
          <a:xfrm>
            <a:off x="714336" y="5181600"/>
            <a:ext cx="352464" cy="622300"/>
            <a:chOff x="714336" y="5181600"/>
            <a:chExt cx="352464" cy="622300"/>
          </a:xfrm>
        </p:grpSpPr>
        <p:cxnSp>
          <p:nvCxnSpPr>
            <p:cNvPr id="18" name="Straight Arrow Connector 17"/>
            <p:cNvCxnSpPr/>
            <p:nvPr/>
          </p:nvCxnSpPr>
          <p:spPr>
            <a:xfrm>
              <a:off x="714336" y="5803900"/>
              <a:ext cx="35246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V="1">
              <a:off x="714336" y="5181600"/>
              <a:ext cx="0" cy="6223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983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72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" grpId="0"/>
      <p:bldP spid="26" grpId="0"/>
      <p:bldP spid="2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7848600" cy="609600"/>
          </a:xfrm>
        </p:spPr>
        <p:txBody>
          <a:bodyPr anchor="t" anchorCtr="0">
            <a:normAutofit/>
          </a:bodyPr>
          <a:lstStyle/>
          <a:p>
            <a:pPr algn="l"/>
            <a:r>
              <a:rPr lang="en-US" sz="28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2.3 TRỞ KHÁNG &amp; DẪN NẠP</a:t>
            </a:r>
            <a:endParaRPr lang="en-US" sz="28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6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6227619" cy="457200"/>
          </a:xfrm>
        </p:spPr>
        <p:txBody>
          <a:bodyPr>
            <a:noAutofit/>
          </a:bodyPr>
          <a:lstStyle/>
          <a:p>
            <a:pPr>
              <a:buClrTx/>
              <a:buFont typeface="Wingdings" panose="05000000000000000000" pitchFamily="2" charset="2"/>
              <a:buChar char="ü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Trở kháng </a:t>
            </a: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và dẫn nạp </a:t>
            </a: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Y 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được xác định: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304800" y="3124200"/>
            <a:ext cx="7924800" cy="507831"/>
          </a:xfrm>
          <a:prstGeom prst="rect">
            <a:avLst/>
          </a:prstGeom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TRỞ KHÁNG &amp; DẪN NẠP CỦA R,L,C</a:t>
            </a:r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5184353"/>
              </p:ext>
            </p:extLst>
          </p:nvPr>
        </p:nvGraphicFramePr>
        <p:xfrm>
          <a:off x="609600" y="1361661"/>
          <a:ext cx="2144713" cy="88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28520" imgH="419040" progId="Equation.DSMT4">
                  <p:embed/>
                </p:oleObj>
              </mc:Choice>
              <mc:Fallback>
                <p:oleObj name="Equation" r:id="rId3" imgW="102852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361661"/>
                        <a:ext cx="2144713" cy="887412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4809963"/>
              </p:ext>
            </p:extLst>
          </p:nvPr>
        </p:nvGraphicFramePr>
        <p:xfrm>
          <a:off x="3657477" y="1389809"/>
          <a:ext cx="2590923" cy="8592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82680" imgH="419040" progId="Equation.DSMT4">
                  <p:embed/>
                </p:oleObj>
              </mc:Choice>
              <mc:Fallback>
                <p:oleObj name="Equation" r:id="rId5" imgW="128268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477" y="1389809"/>
                        <a:ext cx="2590923" cy="859264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Group 18"/>
          <p:cNvGrpSpPr/>
          <p:nvPr/>
        </p:nvGrpSpPr>
        <p:grpSpPr>
          <a:xfrm>
            <a:off x="7269958" y="685800"/>
            <a:ext cx="1112042" cy="2199172"/>
            <a:chOff x="6629401" y="676550"/>
            <a:chExt cx="1112042" cy="2199172"/>
          </a:xfrm>
        </p:grpSpPr>
        <p:sp>
          <p:nvSpPr>
            <p:cNvPr id="8" name="Rectangle 7"/>
            <p:cNvSpPr/>
            <p:nvPr/>
          </p:nvSpPr>
          <p:spPr>
            <a:xfrm>
              <a:off x="7436643" y="1625475"/>
              <a:ext cx="304800" cy="838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 8"/>
            <p:cNvSpPr/>
            <p:nvPr/>
          </p:nvSpPr>
          <p:spPr>
            <a:xfrm>
              <a:off x="6629401" y="1205948"/>
              <a:ext cx="964096" cy="424069"/>
            </a:xfrm>
            <a:custGeom>
              <a:avLst/>
              <a:gdLst>
                <a:gd name="connsiteX0" fmla="*/ 0 w 702365"/>
                <a:gd name="connsiteY0" fmla="*/ 0 h 424069"/>
                <a:gd name="connsiteX1" fmla="*/ 702365 w 702365"/>
                <a:gd name="connsiteY1" fmla="*/ 0 h 424069"/>
                <a:gd name="connsiteX2" fmla="*/ 702365 w 702365"/>
                <a:gd name="connsiteY2" fmla="*/ 424069 h 424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02365" h="424069">
                  <a:moveTo>
                    <a:pt x="0" y="0"/>
                  </a:moveTo>
                  <a:lnTo>
                    <a:pt x="702365" y="0"/>
                  </a:lnTo>
                  <a:lnTo>
                    <a:pt x="702365" y="424069"/>
                  </a:lnTo>
                </a:path>
              </a:pathLst>
            </a:custGeom>
            <a:noFill/>
            <a:ln w="25400">
              <a:solidFill>
                <a:schemeClr val="tx1"/>
              </a:solidFill>
              <a:headEnd type="oval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6629401" y="2491409"/>
              <a:ext cx="964095" cy="384313"/>
            </a:xfrm>
            <a:custGeom>
              <a:avLst/>
              <a:gdLst>
                <a:gd name="connsiteX0" fmla="*/ 649357 w 649357"/>
                <a:gd name="connsiteY0" fmla="*/ 0 h 384313"/>
                <a:gd name="connsiteX1" fmla="*/ 649357 w 649357"/>
                <a:gd name="connsiteY1" fmla="*/ 384313 h 384313"/>
                <a:gd name="connsiteX2" fmla="*/ 0 w 649357"/>
                <a:gd name="connsiteY2" fmla="*/ 384313 h 384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9357" h="384313">
                  <a:moveTo>
                    <a:pt x="649357" y="0"/>
                  </a:moveTo>
                  <a:lnTo>
                    <a:pt x="649357" y="384313"/>
                  </a:lnTo>
                  <a:lnTo>
                    <a:pt x="0" y="384313"/>
                  </a:lnTo>
                </a:path>
              </a:pathLst>
            </a:custGeom>
            <a:noFill/>
            <a:ln w="25400">
              <a:solidFill>
                <a:schemeClr val="tx1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>
              <a:off x="6858000" y="1066800"/>
              <a:ext cx="57864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7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82175653"/>
                </p:ext>
              </p:extLst>
            </p:nvPr>
          </p:nvGraphicFramePr>
          <p:xfrm>
            <a:off x="7049586" y="676550"/>
            <a:ext cx="279400" cy="390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26720" imgH="190440" progId="Equation.DSMT4">
                    <p:embed/>
                  </p:oleObj>
                </mc:Choice>
                <mc:Fallback>
                  <p:oleObj name="Equation" r:id="rId7" imgW="126720" imgH="1904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49586" y="676550"/>
                          <a:ext cx="279400" cy="3902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76199524"/>
                </p:ext>
              </p:extLst>
            </p:nvPr>
          </p:nvGraphicFramePr>
          <p:xfrm>
            <a:off x="6671072" y="1762538"/>
            <a:ext cx="361950" cy="454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64880" imgH="203040" progId="Equation.DSMT4">
                    <p:embed/>
                  </p:oleObj>
                </mc:Choice>
                <mc:Fallback>
                  <p:oleObj name="Equation" r:id="rId9" imgW="1648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71072" y="1762538"/>
                          <a:ext cx="361950" cy="45402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6" name="Straight Arrow Connector 15"/>
            <p:cNvCxnSpPr/>
            <p:nvPr/>
          </p:nvCxnSpPr>
          <p:spPr>
            <a:xfrm>
              <a:off x="6629401" y="1327087"/>
              <a:ext cx="0" cy="13564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" name="Picture 2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0281" y="3733800"/>
            <a:ext cx="1812021" cy="1828800"/>
          </a:xfrm>
          <a:prstGeom prst="rect">
            <a:avLst/>
          </a:prstGeom>
        </p:spPr>
      </p:pic>
      <p:graphicFrame>
        <p:nvGraphicFramePr>
          <p:cNvPr id="30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7207473"/>
              </p:ext>
            </p:extLst>
          </p:nvPr>
        </p:nvGraphicFramePr>
        <p:xfrm>
          <a:off x="685800" y="3962400"/>
          <a:ext cx="2898304" cy="4576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447800" imgH="228600" progId="Equation.DSMT4">
                  <p:embed/>
                </p:oleObj>
              </mc:Choice>
              <mc:Fallback>
                <p:oleObj name="Equation" r:id="rId12" imgW="1447800" imgH="2286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962400"/>
                        <a:ext cx="2898304" cy="45762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7016157"/>
              </p:ext>
            </p:extLst>
          </p:nvPr>
        </p:nvGraphicFramePr>
        <p:xfrm>
          <a:off x="4524375" y="3986766"/>
          <a:ext cx="160972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812520" imgH="241200" progId="Equation.DSMT4">
                  <p:embed/>
                </p:oleObj>
              </mc:Choice>
              <mc:Fallback>
                <p:oleObj name="Equation" r:id="rId14" imgW="812520" imgH="2412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4375" y="3986766"/>
                        <a:ext cx="1609725" cy="4730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Right Arrow 32"/>
          <p:cNvSpPr/>
          <p:nvPr/>
        </p:nvSpPr>
        <p:spPr>
          <a:xfrm>
            <a:off x="4038600" y="4051853"/>
            <a:ext cx="228600" cy="291974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4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4799831"/>
              </p:ext>
            </p:extLst>
          </p:nvPr>
        </p:nvGraphicFramePr>
        <p:xfrm>
          <a:off x="685800" y="4428956"/>
          <a:ext cx="32289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612800" imgH="228600" progId="Equation.DSMT4">
                  <p:embed/>
                </p:oleObj>
              </mc:Choice>
              <mc:Fallback>
                <p:oleObj name="Equation" r:id="rId16" imgW="1612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4428956"/>
                        <a:ext cx="3228975" cy="4572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8848689"/>
              </p:ext>
            </p:extLst>
          </p:nvPr>
        </p:nvGraphicFramePr>
        <p:xfrm>
          <a:off x="4462463" y="4454356"/>
          <a:ext cx="1862137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939600" imgH="241200" progId="Equation.DSMT4">
                  <p:embed/>
                </p:oleObj>
              </mc:Choice>
              <mc:Fallback>
                <p:oleObj name="Equation" r:id="rId18" imgW="9396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2463" y="4454356"/>
                        <a:ext cx="1862137" cy="4730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Right Arrow 35"/>
          <p:cNvSpPr/>
          <p:nvPr/>
        </p:nvSpPr>
        <p:spPr>
          <a:xfrm>
            <a:off x="4038600" y="4518409"/>
            <a:ext cx="228600" cy="291974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8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3092803"/>
              </p:ext>
            </p:extLst>
          </p:nvPr>
        </p:nvGraphicFramePr>
        <p:xfrm>
          <a:off x="755650" y="5400675"/>
          <a:ext cx="2292350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130040" imgH="457200" progId="Equation.DSMT4">
                  <p:embed/>
                </p:oleObj>
              </mc:Choice>
              <mc:Fallback>
                <p:oleObj name="Equation" r:id="rId20" imgW="1130040" imgH="4572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5400675"/>
                        <a:ext cx="2292350" cy="923925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1">
                            <a:shade val="5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4291185"/>
              </p:ext>
            </p:extLst>
          </p:nvPr>
        </p:nvGraphicFramePr>
        <p:xfrm>
          <a:off x="3514725" y="5426075"/>
          <a:ext cx="3038475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498320" imgH="431640" progId="Equation.DSMT4">
                  <p:embed/>
                </p:oleObj>
              </mc:Choice>
              <mc:Fallback>
                <p:oleObj name="Equation" r:id="rId22" imgW="14983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4725" y="5426075"/>
                        <a:ext cx="3038475" cy="873125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1">
                            <a:shade val="5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Content Placeholder 2"/>
          <p:cNvSpPr txBox="1">
            <a:spLocks/>
          </p:cNvSpPr>
          <p:nvPr/>
        </p:nvSpPr>
        <p:spPr>
          <a:xfrm>
            <a:off x="649357" y="4876800"/>
            <a:ext cx="6056243" cy="457200"/>
          </a:xfrm>
          <a:prstGeom prst="rect">
            <a:avLst/>
          </a:prstGeom>
        </p:spPr>
        <p:txBody>
          <a:bodyPr vert="horz">
            <a:normAutofit fontScale="92500"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Tx/>
              <a:buNone/>
            </a:pPr>
            <a:r>
              <a:rPr lang="en-US" sz="2400" i="1">
                <a:latin typeface="Arial" panose="020B0604020202020204" pitchFamily="34" charset="0"/>
                <a:cs typeface="Arial" panose="020B0604020202020204" pitchFamily="34" charset="0"/>
              </a:rPr>
              <a:t>Dòng điện &amp; điện áp trên R cùng pha với nhau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7AD649C-CEA1-E159-9A49-A2ADD16A1F99}"/>
              </a:ext>
            </a:extLst>
          </p:cNvPr>
          <p:cNvSpPr txBox="1">
            <a:spLocks/>
          </p:cNvSpPr>
          <p:nvPr/>
        </p:nvSpPr>
        <p:spPr>
          <a:xfrm>
            <a:off x="609600" y="2249073"/>
            <a:ext cx="2144712" cy="830997"/>
          </a:xfrm>
          <a:prstGeom prst="rect">
            <a:avLst/>
          </a:prstGeom>
        </p:spPr>
        <p:txBody>
          <a:bodyPr vert="horz" wrap="square">
            <a:sp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Tx/>
              <a:buNone/>
            </a:pPr>
            <a:r>
              <a:rPr 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R - Điện </a:t>
            </a:r>
            <a:r>
              <a:rPr 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</a:p>
          <a:p>
            <a:pPr marL="0" indent="0">
              <a:spcBef>
                <a:spcPts val="0"/>
              </a:spcBef>
              <a:buClrTx/>
              <a:buNone/>
            </a:pPr>
            <a:r>
              <a:rPr 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X - Điện </a:t>
            </a:r>
            <a:r>
              <a:rPr 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kháng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61BFC6B-2D65-5D1F-871B-0FA05F706255}"/>
              </a:ext>
            </a:extLst>
          </p:cNvPr>
          <p:cNvSpPr txBox="1">
            <a:spLocks/>
          </p:cNvSpPr>
          <p:nvPr/>
        </p:nvSpPr>
        <p:spPr>
          <a:xfrm>
            <a:off x="3646488" y="2249073"/>
            <a:ext cx="2144712" cy="830997"/>
          </a:xfrm>
          <a:prstGeom prst="rect">
            <a:avLst/>
          </a:prstGeom>
        </p:spPr>
        <p:txBody>
          <a:bodyPr vert="horz" wrap="square">
            <a:sp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Tx/>
              <a:buNone/>
            </a:pPr>
            <a:r>
              <a:rPr 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G - Điện </a:t>
            </a:r>
            <a:r>
              <a:rPr 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</a:p>
          <a:p>
            <a:pPr marL="0" indent="0">
              <a:spcBef>
                <a:spcPts val="0"/>
              </a:spcBef>
              <a:buClrTx/>
              <a:buNone/>
            </a:pPr>
            <a:r>
              <a:rPr 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B - Điện </a:t>
            </a:r>
            <a:r>
              <a:rPr 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nạp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4821078-3C0F-7F20-8CC4-E2429C18A07A}"/>
              </a:ext>
            </a:extLst>
          </p:cNvPr>
          <p:cNvSpPr txBox="1">
            <a:spLocks/>
          </p:cNvSpPr>
          <p:nvPr/>
        </p:nvSpPr>
        <p:spPr>
          <a:xfrm>
            <a:off x="325093" y="3505200"/>
            <a:ext cx="1960908" cy="457200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Font typeface="Wingdings" panose="05000000000000000000" pitchFamily="2" charset="2"/>
              <a:buChar char="v"/>
            </a:pPr>
            <a:r>
              <a:rPr lang="en-US" sz="24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 trở:</a:t>
            </a:r>
          </a:p>
        </p:txBody>
      </p:sp>
    </p:spTree>
    <p:extLst>
      <p:ext uri="{BB962C8B-B14F-4D97-AF65-F5344CB8AC3E}">
        <p14:creationId xmlns:p14="http://schemas.microsoft.com/office/powerpoint/2010/main" val="3212975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3" grpId="0" animBg="1"/>
      <p:bldP spid="36" grpId="0" animBg="1"/>
      <p:bldP spid="27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2518004"/>
              </p:ext>
            </p:extLst>
          </p:nvPr>
        </p:nvGraphicFramePr>
        <p:xfrm>
          <a:off x="388938" y="685800"/>
          <a:ext cx="29495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73120" imgH="228600" progId="Equation.DSMT4">
                  <p:embed/>
                </p:oleObj>
              </mc:Choice>
              <mc:Fallback>
                <p:oleObj name="Equation" r:id="rId3" imgW="14731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938" y="685800"/>
                        <a:ext cx="2949575" cy="4572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0688729"/>
              </p:ext>
            </p:extLst>
          </p:nvPr>
        </p:nvGraphicFramePr>
        <p:xfrm>
          <a:off x="4560886" y="709613"/>
          <a:ext cx="158432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99920" imgH="241200" progId="Equation.DSMT4">
                  <p:embed/>
                </p:oleObj>
              </mc:Choice>
              <mc:Fallback>
                <p:oleObj name="Equation" r:id="rId5" imgW="7999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0886" y="709613"/>
                        <a:ext cx="1584325" cy="4730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Right Arrow 32"/>
          <p:cNvSpPr/>
          <p:nvPr/>
        </p:nvSpPr>
        <p:spPr>
          <a:xfrm>
            <a:off x="4114800" y="774700"/>
            <a:ext cx="228600" cy="291974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4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5920139"/>
              </p:ext>
            </p:extLst>
          </p:nvPr>
        </p:nvGraphicFramePr>
        <p:xfrm>
          <a:off x="377895" y="1032553"/>
          <a:ext cx="3708332" cy="7600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955520" imgH="393480" progId="Equation.DSMT4">
                  <p:embed/>
                </p:oleObj>
              </mc:Choice>
              <mc:Fallback>
                <p:oleObj name="Equation" r:id="rId7" imgW="195552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895" y="1032553"/>
                        <a:ext cx="3708332" cy="76006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0935166"/>
              </p:ext>
            </p:extLst>
          </p:nvPr>
        </p:nvGraphicFramePr>
        <p:xfrm>
          <a:off x="4506913" y="1071563"/>
          <a:ext cx="2287587" cy="760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282680" imgH="393480" progId="Equation.DSMT4">
                  <p:embed/>
                </p:oleObj>
              </mc:Choice>
              <mc:Fallback>
                <p:oleObj name="Equation" r:id="rId9" imgW="12826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6913" y="1071563"/>
                        <a:ext cx="2287587" cy="7604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Right Arrow 35"/>
          <p:cNvSpPr/>
          <p:nvPr/>
        </p:nvSpPr>
        <p:spPr>
          <a:xfrm>
            <a:off x="4114800" y="1274406"/>
            <a:ext cx="228600" cy="291974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8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4427137"/>
              </p:ext>
            </p:extLst>
          </p:nvPr>
        </p:nvGraphicFramePr>
        <p:xfrm>
          <a:off x="533400" y="2300950"/>
          <a:ext cx="3733800" cy="89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892160" imgH="457200" progId="Equation.DSMT4">
                  <p:embed/>
                </p:oleObj>
              </mc:Choice>
              <mc:Fallback>
                <p:oleObj name="Equation" r:id="rId11" imgW="189216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300950"/>
                        <a:ext cx="3733800" cy="89945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1">
                            <a:shade val="5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7673661"/>
              </p:ext>
            </p:extLst>
          </p:nvPr>
        </p:nvGraphicFramePr>
        <p:xfrm>
          <a:off x="5029200" y="2317774"/>
          <a:ext cx="2888594" cy="8826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409400" imgH="431640" progId="Equation.DSMT4">
                  <p:embed/>
                </p:oleObj>
              </mc:Choice>
              <mc:Fallback>
                <p:oleObj name="Equation" r:id="rId13" imgW="14094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2317774"/>
                        <a:ext cx="2888594" cy="882626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1">
                            <a:shade val="5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Content Placeholder 2"/>
          <p:cNvSpPr txBox="1">
            <a:spLocks/>
          </p:cNvSpPr>
          <p:nvPr/>
        </p:nvSpPr>
        <p:spPr>
          <a:xfrm>
            <a:off x="377894" y="1752600"/>
            <a:ext cx="6556306" cy="4572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Tx/>
              <a:buNone/>
            </a:pPr>
            <a:r>
              <a:rPr lang="en-US" sz="2200" i="1">
                <a:latin typeface="Arial" panose="020B0604020202020204" pitchFamily="34" charset="0"/>
                <a:cs typeface="Arial" panose="020B0604020202020204" pitchFamily="34" charset="0"/>
              </a:rPr>
              <a:t>Điện áp trên L nhanh pha hơn dòng điện 1 góc </a:t>
            </a:r>
            <a:r>
              <a:rPr lang="en-US" sz="2200" i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/2</a:t>
            </a:r>
            <a:endParaRPr lang="en-US" sz="2200" i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325093" y="228600"/>
            <a:ext cx="1960908" cy="457200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Font typeface="Wingdings" panose="05000000000000000000" pitchFamily="2" charset="2"/>
              <a:buChar char="v"/>
            </a:pPr>
            <a:r>
              <a:rPr lang="en-US" sz="24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 cảm: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0" y="485799"/>
            <a:ext cx="1648239" cy="1453448"/>
          </a:xfrm>
          <a:prstGeom prst="rect">
            <a:avLst/>
          </a:prstGeom>
        </p:spPr>
      </p:pic>
      <p:graphicFrame>
        <p:nvGraphicFramePr>
          <p:cNvPr id="26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3501113"/>
              </p:ext>
            </p:extLst>
          </p:nvPr>
        </p:nvGraphicFramePr>
        <p:xfrm>
          <a:off x="381000" y="3756025"/>
          <a:ext cx="315436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574640" imgH="228600" progId="Equation.DSMT4">
                  <p:embed/>
                </p:oleObj>
              </mc:Choice>
              <mc:Fallback>
                <p:oleObj name="Equation" r:id="rId16" imgW="15746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756025"/>
                        <a:ext cx="3154362" cy="4572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4430363"/>
              </p:ext>
            </p:extLst>
          </p:nvPr>
        </p:nvGraphicFramePr>
        <p:xfrm>
          <a:off x="4343400" y="3779837"/>
          <a:ext cx="1785938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901440" imgH="241200" progId="Equation.DSMT4">
                  <p:embed/>
                </p:oleObj>
              </mc:Choice>
              <mc:Fallback>
                <p:oleObj name="Equation" r:id="rId18" imgW="9014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3779837"/>
                        <a:ext cx="1785938" cy="4730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ight Arrow 28"/>
          <p:cNvSpPr/>
          <p:nvPr/>
        </p:nvSpPr>
        <p:spPr>
          <a:xfrm>
            <a:off x="4038600" y="3844442"/>
            <a:ext cx="228600" cy="291974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1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5895098"/>
              </p:ext>
            </p:extLst>
          </p:nvPr>
        </p:nvGraphicFramePr>
        <p:xfrm>
          <a:off x="353220" y="4138612"/>
          <a:ext cx="3653156" cy="75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006280" imgH="393480" progId="Equation.DSMT4">
                  <p:embed/>
                </p:oleObj>
              </mc:Choice>
              <mc:Fallback>
                <p:oleObj name="Equation" r:id="rId20" imgW="20062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220" y="4138612"/>
                        <a:ext cx="3653156" cy="7520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1457937"/>
              </p:ext>
            </p:extLst>
          </p:nvPr>
        </p:nvGraphicFramePr>
        <p:xfrm>
          <a:off x="4354513" y="4149965"/>
          <a:ext cx="2554607" cy="7533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320480" imgH="393480" progId="Equation.DSMT4">
                  <p:embed/>
                </p:oleObj>
              </mc:Choice>
              <mc:Fallback>
                <p:oleObj name="Equation" r:id="rId22" imgW="13204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4513" y="4149965"/>
                        <a:ext cx="2554607" cy="75336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Right Arrow 39"/>
          <p:cNvSpPr/>
          <p:nvPr/>
        </p:nvSpPr>
        <p:spPr>
          <a:xfrm>
            <a:off x="4038600" y="4344596"/>
            <a:ext cx="228600" cy="291974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1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2540876"/>
              </p:ext>
            </p:extLst>
          </p:nvPr>
        </p:nvGraphicFramePr>
        <p:xfrm>
          <a:off x="533400" y="5281612"/>
          <a:ext cx="3690937" cy="1119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006280" imgH="609480" progId="Equation.DSMT4">
                  <p:embed/>
                </p:oleObj>
              </mc:Choice>
              <mc:Fallback>
                <p:oleObj name="Equation" r:id="rId24" imgW="2006280" imgH="609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5281612"/>
                        <a:ext cx="3690937" cy="1119188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1">
                            <a:shade val="5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749271"/>
              </p:ext>
            </p:extLst>
          </p:nvPr>
        </p:nvGraphicFramePr>
        <p:xfrm>
          <a:off x="5018088" y="5357812"/>
          <a:ext cx="2830512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396800" imgH="431640" progId="Equation.DSMT4">
                  <p:embed/>
                </p:oleObj>
              </mc:Choice>
              <mc:Fallback>
                <p:oleObj name="Equation" r:id="rId26" imgW="13968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8088" y="5357812"/>
                        <a:ext cx="2830512" cy="873125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1">
                            <a:shade val="5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Content Placeholder 2"/>
          <p:cNvSpPr txBox="1">
            <a:spLocks/>
          </p:cNvSpPr>
          <p:nvPr/>
        </p:nvSpPr>
        <p:spPr>
          <a:xfrm>
            <a:off x="342175" y="4824412"/>
            <a:ext cx="6556306" cy="4572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Tx/>
              <a:buNone/>
            </a:pPr>
            <a:r>
              <a:rPr lang="en-US" sz="2200" i="1">
                <a:latin typeface="Arial" panose="020B0604020202020204" pitchFamily="34" charset="0"/>
                <a:cs typeface="Arial" panose="020B0604020202020204" pitchFamily="34" charset="0"/>
              </a:rPr>
              <a:t>Điện áp trên C chậm pha hơn dòng điện 1 góc </a:t>
            </a:r>
            <a:r>
              <a:rPr lang="en-US" sz="2200" i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/2</a:t>
            </a:r>
            <a:endParaRPr lang="en-US" sz="2200" i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Content Placeholder 2"/>
          <p:cNvSpPr txBox="1">
            <a:spLocks/>
          </p:cNvSpPr>
          <p:nvPr/>
        </p:nvSpPr>
        <p:spPr>
          <a:xfrm>
            <a:off x="289374" y="3264095"/>
            <a:ext cx="2225226" cy="457200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Font typeface="Wingdings" panose="05000000000000000000" pitchFamily="2" charset="2"/>
              <a:buChar char="v"/>
            </a:pPr>
            <a:r>
              <a:rPr lang="en-US" sz="24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 dung: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0" y="3365501"/>
            <a:ext cx="1594033" cy="1816099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374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27" grpId="0"/>
      <p:bldP spid="29" grpId="0" animBg="1"/>
      <p:bldP spid="40" grpId="0" animBg="1"/>
      <p:bldP spid="43" grpId="0"/>
      <p:bldP spid="4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4"/>
          <p:cNvSpPr>
            <a:spLocks noChangeArrowheads="1"/>
          </p:cNvSpPr>
          <p:nvPr/>
        </p:nvSpPr>
        <p:spPr bwMode="auto">
          <a:xfrm>
            <a:off x="381000" y="457200"/>
            <a:ext cx="5154672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968375" marR="0" lvl="0" indent="-9683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lang="en-US" sz="2400" b="1" u="sng" dirty="0" err="1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Ví</a:t>
            </a:r>
            <a:r>
              <a:rPr lang="en-US" sz="2400" b="1" u="sng" dirty="0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 </a:t>
            </a:r>
            <a:r>
              <a:rPr lang="en-US" sz="2400" b="1" u="sng" dirty="0" err="1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dụ</a:t>
            </a:r>
            <a:r>
              <a:rPr lang="en-US" sz="2400" b="1" u="sng" dirty="0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:</a:t>
            </a:r>
            <a:r>
              <a:rPr lang="en-US" sz="2400" dirty="0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 </a:t>
            </a:r>
            <a:r>
              <a:rPr lang="en-US" sz="2400" err="1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Tính</a:t>
            </a:r>
            <a:r>
              <a:rPr lang="en-US" sz="2400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 trở kháng &amp; dẫn nạp ab biết =100 (rad/s) </a:t>
            </a:r>
            <a:endParaRPr kumimoji="0" lang="en-US" sz="2400" b="1" i="1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  <a:sym typeface="Symbol" pitchFamily="18" charset="2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5768876" y="457200"/>
            <a:ext cx="2765524" cy="1628728"/>
            <a:chOff x="5423769" y="1546852"/>
            <a:chExt cx="2765524" cy="1628728"/>
          </a:xfrm>
        </p:grpSpPr>
        <p:cxnSp>
          <p:nvCxnSpPr>
            <p:cNvPr id="47" name="Line 47"/>
            <p:cNvCxnSpPr>
              <a:cxnSpLocks noChangeShapeType="1"/>
            </p:cNvCxnSpPr>
            <p:nvPr/>
          </p:nvCxnSpPr>
          <p:spPr bwMode="auto">
            <a:xfrm>
              <a:off x="5547957" y="2099345"/>
              <a:ext cx="58771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53" name="Group 52"/>
            <p:cNvGrpSpPr>
              <a:grpSpLocks/>
            </p:cNvGrpSpPr>
            <p:nvPr/>
          </p:nvGrpSpPr>
          <p:grpSpPr bwMode="auto">
            <a:xfrm>
              <a:off x="6148997" y="1844879"/>
              <a:ext cx="649597" cy="506486"/>
              <a:chOff x="9964" y="3024"/>
              <a:chExt cx="780" cy="648"/>
            </a:xfrm>
          </p:grpSpPr>
          <p:grpSp>
            <p:nvGrpSpPr>
              <p:cNvPr id="75" name="Group 74"/>
              <p:cNvGrpSpPr>
                <a:grpSpLocks/>
              </p:cNvGrpSpPr>
              <p:nvPr/>
            </p:nvGrpSpPr>
            <p:grpSpPr bwMode="auto">
              <a:xfrm>
                <a:off x="10072" y="3456"/>
                <a:ext cx="574" cy="216"/>
                <a:chOff x="2307" y="1614"/>
                <a:chExt cx="567" cy="216"/>
              </a:xfrm>
            </p:grpSpPr>
            <p:grpSp>
              <p:nvGrpSpPr>
                <p:cNvPr id="85" name="Group 84"/>
                <p:cNvGrpSpPr>
                  <a:grpSpLocks/>
                </p:cNvGrpSpPr>
                <p:nvPr/>
              </p:nvGrpSpPr>
              <p:grpSpPr bwMode="auto">
                <a:xfrm>
                  <a:off x="2554" y="1614"/>
                  <a:ext cx="74" cy="216"/>
                  <a:chOff x="7702" y="4896"/>
                  <a:chExt cx="74" cy="216"/>
                </a:xfrm>
              </p:grpSpPr>
              <p:cxnSp>
                <p:nvCxnSpPr>
                  <p:cNvPr id="88" name="Line 34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7776" y="4896"/>
                    <a:ext cx="0" cy="216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89" name="Line 35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7702" y="4896"/>
                    <a:ext cx="0" cy="216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cxnSp>
              <p:nvCxnSpPr>
                <p:cNvPr id="86" name="Line 36"/>
                <p:cNvCxnSpPr>
                  <a:cxnSpLocks noChangeShapeType="1"/>
                </p:cNvCxnSpPr>
                <p:nvPr/>
              </p:nvCxnSpPr>
              <p:spPr bwMode="auto">
                <a:xfrm>
                  <a:off x="2307" y="1722"/>
                  <a:ext cx="245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87" name="Line 37"/>
                <p:cNvCxnSpPr>
                  <a:cxnSpLocks noChangeShapeType="1"/>
                </p:cNvCxnSpPr>
                <p:nvPr/>
              </p:nvCxnSpPr>
              <p:spPr bwMode="auto">
                <a:xfrm>
                  <a:off x="2629" y="1722"/>
                  <a:ext cx="245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76" name="Group 75"/>
              <p:cNvGrpSpPr>
                <a:grpSpLocks/>
              </p:cNvGrpSpPr>
              <p:nvPr/>
            </p:nvGrpSpPr>
            <p:grpSpPr bwMode="auto">
              <a:xfrm>
                <a:off x="10080" y="3024"/>
                <a:ext cx="571" cy="143"/>
                <a:chOff x="2448" y="1728"/>
                <a:chExt cx="571" cy="143"/>
              </a:xfrm>
            </p:grpSpPr>
            <p:sp>
              <p:nvSpPr>
                <p:cNvPr id="79" name="Freeform 78"/>
                <p:cNvSpPr>
                  <a:spLocks/>
                </p:cNvSpPr>
                <p:nvPr/>
              </p:nvSpPr>
              <p:spPr bwMode="auto">
                <a:xfrm>
                  <a:off x="2534" y="1733"/>
                  <a:ext cx="116" cy="138"/>
                </a:xfrm>
                <a:custGeom>
                  <a:avLst/>
                  <a:gdLst>
                    <a:gd name="T0" fmla="*/ 0 w 116"/>
                    <a:gd name="T1" fmla="*/ 89 h 138"/>
                    <a:gd name="T2" fmla="*/ 0 w 116"/>
                    <a:gd name="T3" fmla="*/ 69 h 138"/>
                    <a:gd name="T4" fmla="*/ 0 w 116"/>
                    <a:gd name="T5" fmla="*/ 54 h 138"/>
                    <a:gd name="T6" fmla="*/ 10 w 116"/>
                    <a:gd name="T7" fmla="*/ 40 h 138"/>
                    <a:gd name="T8" fmla="*/ 15 w 116"/>
                    <a:gd name="T9" fmla="*/ 25 h 138"/>
                    <a:gd name="T10" fmla="*/ 24 w 116"/>
                    <a:gd name="T11" fmla="*/ 15 h 138"/>
                    <a:gd name="T12" fmla="*/ 34 w 116"/>
                    <a:gd name="T13" fmla="*/ 5 h 138"/>
                    <a:gd name="T14" fmla="*/ 44 w 116"/>
                    <a:gd name="T15" fmla="*/ 0 h 138"/>
                    <a:gd name="T16" fmla="*/ 58 w 116"/>
                    <a:gd name="T17" fmla="*/ 0 h 138"/>
                    <a:gd name="T18" fmla="*/ 68 w 116"/>
                    <a:gd name="T19" fmla="*/ 0 h 138"/>
                    <a:gd name="T20" fmla="*/ 77 w 116"/>
                    <a:gd name="T21" fmla="*/ 5 h 138"/>
                    <a:gd name="T22" fmla="*/ 87 w 116"/>
                    <a:gd name="T23" fmla="*/ 15 h 138"/>
                    <a:gd name="T24" fmla="*/ 96 w 116"/>
                    <a:gd name="T25" fmla="*/ 25 h 138"/>
                    <a:gd name="T26" fmla="*/ 106 w 116"/>
                    <a:gd name="T27" fmla="*/ 40 h 138"/>
                    <a:gd name="T28" fmla="*/ 111 w 116"/>
                    <a:gd name="T29" fmla="*/ 54 h 138"/>
                    <a:gd name="T30" fmla="*/ 111 w 116"/>
                    <a:gd name="T31" fmla="*/ 69 h 138"/>
                    <a:gd name="T32" fmla="*/ 116 w 116"/>
                    <a:gd name="T33" fmla="*/ 89 h 138"/>
                    <a:gd name="T34" fmla="*/ 116 w 116"/>
                    <a:gd name="T35" fmla="*/ 93 h 138"/>
                    <a:gd name="T36" fmla="*/ 116 w 116"/>
                    <a:gd name="T37" fmla="*/ 98 h 138"/>
                    <a:gd name="T38" fmla="*/ 111 w 116"/>
                    <a:gd name="T39" fmla="*/ 108 h 138"/>
                    <a:gd name="T40" fmla="*/ 111 w 116"/>
                    <a:gd name="T41" fmla="*/ 113 h 138"/>
                    <a:gd name="T42" fmla="*/ 111 w 116"/>
                    <a:gd name="T43" fmla="*/ 118 h 138"/>
                    <a:gd name="T44" fmla="*/ 106 w 116"/>
                    <a:gd name="T45" fmla="*/ 128 h 138"/>
                    <a:gd name="T46" fmla="*/ 106 w 116"/>
                    <a:gd name="T47" fmla="*/ 133 h 138"/>
                    <a:gd name="T48" fmla="*/ 106 w 116"/>
                    <a:gd name="T49" fmla="*/ 138 h 1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116" h="138">
                      <a:moveTo>
                        <a:pt x="0" y="89"/>
                      </a:moveTo>
                      <a:lnTo>
                        <a:pt x="0" y="69"/>
                      </a:lnTo>
                      <a:lnTo>
                        <a:pt x="0" y="54"/>
                      </a:lnTo>
                      <a:lnTo>
                        <a:pt x="10" y="40"/>
                      </a:lnTo>
                      <a:lnTo>
                        <a:pt x="15" y="25"/>
                      </a:lnTo>
                      <a:lnTo>
                        <a:pt x="24" y="15"/>
                      </a:lnTo>
                      <a:lnTo>
                        <a:pt x="34" y="5"/>
                      </a:lnTo>
                      <a:lnTo>
                        <a:pt x="44" y="0"/>
                      </a:lnTo>
                      <a:lnTo>
                        <a:pt x="58" y="0"/>
                      </a:lnTo>
                      <a:lnTo>
                        <a:pt x="68" y="0"/>
                      </a:lnTo>
                      <a:lnTo>
                        <a:pt x="77" y="5"/>
                      </a:lnTo>
                      <a:lnTo>
                        <a:pt x="87" y="15"/>
                      </a:lnTo>
                      <a:lnTo>
                        <a:pt x="96" y="25"/>
                      </a:lnTo>
                      <a:lnTo>
                        <a:pt x="106" y="40"/>
                      </a:lnTo>
                      <a:lnTo>
                        <a:pt x="111" y="54"/>
                      </a:lnTo>
                      <a:lnTo>
                        <a:pt x="111" y="69"/>
                      </a:lnTo>
                      <a:lnTo>
                        <a:pt x="116" y="89"/>
                      </a:lnTo>
                      <a:lnTo>
                        <a:pt x="116" y="93"/>
                      </a:lnTo>
                      <a:lnTo>
                        <a:pt x="116" y="98"/>
                      </a:lnTo>
                      <a:lnTo>
                        <a:pt x="111" y="108"/>
                      </a:lnTo>
                      <a:lnTo>
                        <a:pt x="111" y="113"/>
                      </a:lnTo>
                      <a:lnTo>
                        <a:pt x="111" y="118"/>
                      </a:lnTo>
                      <a:lnTo>
                        <a:pt x="106" y="128"/>
                      </a:lnTo>
                      <a:lnTo>
                        <a:pt x="106" y="133"/>
                      </a:lnTo>
                      <a:lnTo>
                        <a:pt x="106" y="138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80" name="Freeform 79"/>
                <p:cNvSpPr>
                  <a:spLocks/>
                </p:cNvSpPr>
                <p:nvPr/>
              </p:nvSpPr>
              <p:spPr bwMode="auto">
                <a:xfrm>
                  <a:off x="2722" y="1728"/>
                  <a:ext cx="119" cy="143"/>
                </a:xfrm>
                <a:custGeom>
                  <a:avLst/>
                  <a:gdLst>
                    <a:gd name="T0" fmla="*/ 9 w 119"/>
                    <a:gd name="T1" fmla="*/ 143 h 143"/>
                    <a:gd name="T2" fmla="*/ 9 w 119"/>
                    <a:gd name="T3" fmla="*/ 138 h 143"/>
                    <a:gd name="T4" fmla="*/ 4 w 119"/>
                    <a:gd name="T5" fmla="*/ 128 h 143"/>
                    <a:gd name="T6" fmla="*/ 4 w 119"/>
                    <a:gd name="T7" fmla="*/ 123 h 143"/>
                    <a:gd name="T8" fmla="*/ 4 w 119"/>
                    <a:gd name="T9" fmla="*/ 118 h 143"/>
                    <a:gd name="T10" fmla="*/ 4 w 119"/>
                    <a:gd name="T11" fmla="*/ 113 h 143"/>
                    <a:gd name="T12" fmla="*/ 0 w 119"/>
                    <a:gd name="T13" fmla="*/ 103 h 143"/>
                    <a:gd name="T14" fmla="*/ 0 w 119"/>
                    <a:gd name="T15" fmla="*/ 98 h 143"/>
                    <a:gd name="T16" fmla="*/ 0 w 119"/>
                    <a:gd name="T17" fmla="*/ 89 h 143"/>
                    <a:gd name="T18" fmla="*/ 0 w 119"/>
                    <a:gd name="T19" fmla="*/ 74 h 143"/>
                    <a:gd name="T20" fmla="*/ 4 w 119"/>
                    <a:gd name="T21" fmla="*/ 54 h 143"/>
                    <a:gd name="T22" fmla="*/ 9 w 119"/>
                    <a:gd name="T23" fmla="*/ 40 h 143"/>
                    <a:gd name="T24" fmla="*/ 19 w 119"/>
                    <a:gd name="T25" fmla="*/ 30 h 143"/>
                    <a:gd name="T26" fmla="*/ 28 w 119"/>
                    <a:gd name="T27" fmla="*/ 15 h 143"/>
                    <a:gd name="T28" fmla="*/ 38 w 119"/>
                    <a:gd name="T29" fmla="*/ 10 h 143"/>
                    <a:gd name="T30" fmla="*/ 47 w 119"/>
                    <a:gd name="T31" fmla="*/ 5 h 143"/>
                    <a:gd name="T32" fmla="*/ 57 w 119"/>
                    <a:gd name="T33" fmla="*/ 0 h 143"/>
                    <a:gd name="T34" fmla="*/ 71 w 119"/>
                    <a:gd name="T35" fmla="*/ 5 h 143"/>
                    <a:gd name="T36" fmla="*/ 81 w 119"/>
                    <a:gd name="T37" fmla="*/ 10 h 143"/>
                    <a:gd name="T38" fmla="*/ 91 w 119"/>
                    <a:gd name="T39" fmla="*/ 15 h 143"/>
                    <a:gd name="T40" fmla="*/ 100 w 119"/>
                    <a:gd name="T41" fmla="*/ 30 h 143"/>
                    <a:gd name="T42" fmla="*/ 105 w 119"/>
                    <a:gd name="T43" fmla="*/ 40 h 143"/>
                    <a:gd name="T44" fmla="*/ 115 w 119"/>
                    <a:gd name="T45" fmla="*/ 54 h 143"/>
                    <a:gd name="T46" fmla="*/ 115 w 119"/>
                    <a:gd name="T47" fmla="*/ 74 h 143"/>
                    <a:gd name="T48" fmla="*/ 119 w 119"/>
                    <a:gd name="T49" fmla="*/ 89 h 143"/>
                    <a:gd name="T50" fmla="*/ 119 w 119"/>
                    <a:gd name="T51" fmla="*/ 98 h 143"/>
                    <a:gd name="T52" fmla="*/ 115 w 119"/>
                    <a:gd name="T53" fmla="*/ 103 h 143"/>
                    <a:gd name="T54" fmla="*/ 115 w 119"/>
                    <a:gd name="T55" fmla="*/ 113 h 143"/>
                    <a:gd name="T56" fmla="*/ 115 w 119"/>
                    <a:gd name="T57" fmla="*/ 118 h 143"/>
                    <a:gd name="T58" fmla="*/ 115 w 119"/>
                    <a:gd name="T59" fmla="*/ 123 h 143"/>
                    <a:gd name="T60" fmla="*/ 110 w 119"/>
                    <a:gd name="T61" fmla="*/ 128 h 143"/>
                    <a:gd name="T62" fmla="*/ 110 w 119"/>
                    <a:gd name="T63" fmla="*/ 138 h 143"/>
                    <a:gd name="T64" fmla="*/ 105 w 119"/>
                    <a:gd name="T65" fmla="*/ 143 h 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19" h="143">
                      <a:moveTo>
                        <a:pt x="9" y="143"/>
                      </a:moveTo>
                      <a:lnTo>
                        <a:pt x="9" y="138"/>
                      </a:lnTo>
                      <a:lnTo>
                        <a:pt x="4" y="128"/>
                      </a:lnTo>
                      <a:lnTo>
                        <a:pt x="4" y="123"/>
                      </a:lnTo>
                      <a:lnTo>
                        <a:pt x="4" y="118"/>
                      </a:lnTo>
                      <a:lnTo>
                        <a:pt x="4" y="113"/>
                      </a:lnTo>
                      <a:lnTo>
                        <a:pt x="0" y="103"/>
                      </a:lnTo>
                      <a:lnTo>
                        <a:pt x="0" y="98"/>
                      </a:lnTo>
                      <a:lnTo>
                        <a:pt x="0" y="89"/>
                      </a:lnTo>
                      <a:lnTo>
                        <a:pt x="0" y="74"/>
                      </a:lnTo>
                      <a:lnTo>
                        <a:pt x="4" y="54"/>
                      </a:lnTo>
                      <a:lnTo>
                        <a:pt x="9" y="40"/>
                      </a:lnTo>
                      <a:lnTo>
                        <a:pt x="19" y="30"/>
                      </a:lnTo>
                      <a:lnTo>
                        <a:pt x="28" y="15"/>
                      </a:lnTo>
                      <a:lnTo>
                        <a:pt x="38" y="10"/>
                      </a:lnTo>
                      <a:lnTo>
                        <a:pt x="47" y="5"/>
                      </a:lnTo>
                      <a:lnTo>
                        <a:pt x="57" y="0"/>
                      </a:lnTo>
                      <a:lnTo>
                        <a:pt x="71" y="5"/>
                      </a:lnTo>
                      <a:lnTo>
                        <a:pt x="81" y="10"/>
                      </a:lnTo>
                      <a:lnTo>
                        <a:pt x="91" y="15"/>
                      </a:lnTo>
                      <a:lnTo>
                        <a:pt x="100" y="30"/>
                      </a:lnTo>
                      <a:lnTo>
                        <a:pt x="105" y="40"/>
                      </a:lnTo>
                      <a:lnTo>
                        <a:pt x="115" y="54"/>
                      </a:lnTo>
                      <a:lnTo>
                        <a:pt x="115" y="74"/>
                      </a:lnTo>
                      <a:lnTo>
                        <a:pt x="119" y="89"/>
                      </a:lnTo>
                      <a:lnTo>
                        <a:pt x="119" y="98"/>
                      </a:lnTo>
                      <a:lnTo>
                        <a:pt x="115" y="103"/>
                      </a:lnTo>
                      <a:lnTo>
                        <a:pt x="115" y="113"/>
                      </a:lnTo>
                      <a:lnTo>
                        <a:pt x="115" y="118"/>
                      </a:lnTo>
                      <a:lnTo>
                        <a:pt x="115" y="123"/>
                      </a:lnTo>
                      <a:lnTo>
                        <a:pt x="110" y="128"/>
                      </a:lnTo>
                      <a:lnTo>
                        <a:pt x="110" y="138"/>
                      </a:lnTo>
                      <a:lnTo>
                        <a:pt x="105" y="143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81" name="Freeform 80"/>
                <p:cNvSpPr>
                  <a:spLocks/>
                </p:cNvSpPr>
                <p:nvPr/>
              </p:nvSpPr>
              <p:spPr bwMode="auto">
                <a:xfrm>
                  <a:off x="2817" y="1728"/>
                  <a:ext cx="116" cy="143"/>
                </a:xfrm>
                <a:custGeom>
                  <a:avLst/>
                  <a:gdLst>
                    <a:gd name="T0" fmla="*/ 10 w 116"/>
                    <a:gd name="T1" fmla="*/ 143 h 143"/>
                    <a:gd name="T2" fmla="*/ 10 w 116"/>
                    <a:gd name="T3" fmla="*/ 138 h 143"/>
                    <a:gd name="T4" fmla="*/ 5 w 116"/>
                    <a:gd name="T5" fmla="*/ 128 h 143"/>
                    <a:gd name="T6" fmla="*/ 5 w 116"/>
                    <a:gd name="T7" fmla="*/ 123 h 143"/>
                    <a:gd name="T8" fmla="*/ 5 w 116"/>
                    <a:gd name="T9" fmla="*/ 118 h 143"/>
                    <a:gd name="T10" fmla="*/ 0 w 116"/>
                    <a:gd name="T11" fmla="*/ 108 h 143"/>
                    <a:gd name="T12" fmla="*/ 0 w 116"/>
                    <a:gd name="T13" fmla="*/ 103 h 143"/>
                    <a:gd name="T14" fmla="*/ 0 w 116"/>
                    <a:gd name="T15" fmla="*/ 98 h 143"/>
                    <a:gd name="T16" fmla="*/ 0 w 116"/>
                    <a:gd name="T17" fmla="*/ 89 h 143"/>
                    <a:gd name="T18" fmla="*/ 0 w 116"/>
                    <a:gd name="T19" fmla="*/ 74 h 143"/>
                    <a:gd name="T20" fmla="*/ 5 w 116"/>
                    <a:gd name="T21" fmla="*/ 54 h 143"/>
                    <a:gd name="T22" fmla="*/ 10 w 116"/>
                    <a:gd name="T23" fmla="*/ 40 h 143"/>
                    <a:gd name="T24" fmla="*/ 20 w 116"/>
                    <a:gd name="T25" fmla="*/ 25 h 143"/>
                    <a:gd name="T26" fmla="*/ 24 w 116"/>
                    <a:gd name="T27" fmla="*/ 15 h 143"/>
                    <a:gd name="T28" fmla="*/ 34 w 116"/>
                    <a:gd name="T29" fmla="*/ 5 h 143"/>
                    <a:gd name="T30" fmla="*/ 48 w 116"/>
                    <a:gd name="T31" fmla="*/ 0 h 143"/>
                    <a:gd name="T32" fmla="*/ 58 w 116"/>
                    <a:gd name="T33" fmla="*/ 0 h 143"/>
                    <a:gd name="T34" fmla="*/ 72 w 116"/>
                    <a:gd name="T35" fmla="*/ 0 h 143"/>
                    <a:gd name="T36" fmla="*/ 82 w 116"/>
                    <a:gd name="T37" fmla="*/ 5 h 143"/>
                    <a:gd name="T38" fmla="*/ 92 w 116"/>
                    <a:gd name="T39" fmla="*/ 15 h 143"/>
                    <a:gd name="T40" fmla="*/ 101 w 116"/>
                    <a:gd name="T41" fmla="*/ 25 h 143"/>
                    <a:gd name="T42" fmla="*/ 106 w 116"/>
                    <a:gd name="T43" fmla="*/ 40 h 143"/>
                    <a:gd name="T44" fmla="*/ 111 w 116"/>
                    <a:gd name="T45" fmla="*/ 54 h 143"/>
                    <a:gd name="T46" fmla="*/ 116 w 116"/>
                    <a:gd name="T47" fmla="*/ 74 h 143"/>
                    <a:gd name="T48" fmla="*/ 116 w 116"/>
                    <a:gd name="T49" fmla="*/ 89 h 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116" h="143">
                      <a:moveTo>
                        <a:pt x="10" y="143"/>
                      </a:moveTo>
                      <a:lnTo>
                        <a:pt x="10" y="138"/>
                      </a:lnTo>
                      <a:lnTo>
                        <a:pt x="5" y="128"/>
                      </a:lnTo>
                      <a:lnTo>
                        <a:pt x="5" y="123"/>
                      </a:lnTo>
                      <a:lnTo>
                        <a:pt x="5" y="118"/>
                      </a:lnTo>
                      <a:lnTo>
                        <a:pt x="0" y="108"/>
                      </a:lnTo>
                      <a:lnTo>
                        <a:pt x="0" y="103"/>
                      </a:lnTo>
                      <a:lnTo>
                        <a:pt x="0" y="98"/>
                      </a:lnTo>
                      <a:lnTo>
                        <a:pt x="0" y="89"/>
                      </a:lnTo>
                      <a:lnTo>
                        <a:pt x="0" y="74"/>
                      </a:lnTo>
                      <a:lnTo>
                        <a:pt x="5" y="54"/>
                      </a:lnTo>
                      <a:lnTo>
                        <a:pt x="10" y="40"/>
                      </a:lnTo>
                      <a:lnTo>
                        <a:pt x="20" y="25"/>
                      </a:lnTo>
                      <a:lnTo>
                        <a:pt x="24" y="15"/>
                      </a:lnTo>
                      <a:lnTo>
                        <a:pt x="34" y="5"/>
                      </a:lnTo>
                      <a:lnTo>
                        <a:pt x="48" y="0"/>
                      </a:lnTo>
                      <a:lnTo>
                        <a:pt x="58" y="0"/>
                      </a:lnTo>
                      <a:lnTo>
                        <a:pt x="72" y="0"/>
                      </a:lnTo>
                      <a:lnTo>
                        <a:pt x="82" y="5"/>
                      </a:lnTo>
                      <a:lnTo>
                        <a:pt x="92" y="15"/>
                      </a:lnTo>
                      <a:lnTo>
                        <a:pt x="101" y="25"/>
                      </a:lnTo>
                      <a:lnTo>
                        <a:pt x="106" y="40"/>
                      </a:lnTo>
                      <a:lnTo>
                        <a:pt x="111" y="54"/>
                      </a:lnTo>
                      <a:lnTo>
                        <a:pt x="116" y="74"/>
                      </a:lnTo>
                      <a:lnTo>
                        <a:pt x="116" y="89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82" name="Freeform 81"/>
                <p:cNvSpPr>
                  <a:spLocks/>
                </p:cNvSpPr>
                <p:nvPr/>
              </p:nvSpPr>
              <p:spPr bwMode="auto">
                <a:xfrm>
                  <a:off x="2626" y="1728"/>
                  <a:ext cx="119" cy="143"/>
                </a:xfrm>
                <a:custGeom>
                  <a:avLst/>
                  <a:gdLst>
                    <a:gd name="T0" fmla="*/ 9 w 119"/>
                    <a:gd name="T1" fmla="*/ 143 h 143"/>
                    <a:gd name="T2" fmla="*/ 9 w 119"/>
                    <a:gd name="T3" fmla="*/ 138 h 143"/>
                    <a:gd name="T4" fmla="*/ 4 w 119"/>
                    <a:gd name="T5" fmla="*/ 128 h 143"/>
                    <a:gd name="T6" fmla="*/ 4 w 119"/>
                    <a:gd name="T7" fmla="*/ 123 h 143"/>
                    <a:gd name="T8" fmla="*/ 4 w 119"/>
                    <a:gd name="T9" fmla="*/ 118 h 143"/>
                    <a:gd name="T10" fmla="*/ 4 w 119"/>
                    <a:gd name="T11" fmla="*/ 113 h 143"/>
                    <a:gd name="T12" fmla="*/ 0 w 119"/>
                    <a:gd name="T13" fmla="*/ 103 h 143"/>
                    <a:gd name="T14" fmla="*/ 0 w 119"/>
                    <a:gd name="T15" fmla="*/ 98 h 143"/>
                    <a:gd name="T16" fmla="*/ 0 w 119"/>
                    <a:gd name="T17" fmla="*/ 89 h 143"/>
                    <a:gd name="T18" fmla="*/ 0 w 119"/>
                    <a:gd name="T19" fmla="*/ 74 h 143"/>
                    <a:gd name="T20" fmla="*/ 4 w 119"/>
                    <a:gd name="T21" fmla="*/ 54 h 143"/>
                    <a:gd name="T22" fmla="*/ 9 w 119"/>
                    <a:gd name="T23" fmla="*/ 40 h 143"/>
                    <a:gd name="T24" fmla="*/ 19 w 119"/>
                    <a:gd name="T25" fmla="*/ 30 h 143"/>
                    <a:gd name="T26" fmla="*/ 28 w 119"/>
                    <a:gd name="T27" fmla="*/ 15 h 143"/>
                    <a:gd name="T28" fmla="*/ 38 w 119"/>
                    <a:gd name="T29" fmla="*/ 10 h 143"/>
                    <a:gd name="T30" fmla="*/ 48 w 119"/>
                    <a:gd name="T31" fmla="*/ 5 h 143"/>
                    <a:gd name="T32" fmla="*/ 57 w 119"/>
                    <a:gd name="T33" fmla="*/ 0 h 143"/>
                    <a:gd name="T34" fmla="*/ 72 w 119"/>
                    <a:gd name="T35" fmla="*/ 5 h 143"/>
                    <a:gd name="T36" fmla="*/ 81 w 119"/>
                    <a:gd name="T37" fmla="*/ 10 h 143"/>
                    <a:gd name="T38" fmla="*/ 91 w 119"/>
                    <a:gd name="T39" fmla="*/ 15 h 143"/>
                    <a:gd name="T40" fmla="*/ 100 w 119"/>
                    <a:gd name="T41" fmla="*/ 30 h 143"/>
                    <a:gd name="T42" fmla="*/ 110 w 119"/>
                    <a:gd name="T43" fmla="*/ 40 h 143"/>
                    <a:gd name="T44" fmla="*/ 115 w 119"/>
                    <a:gd name="T45" fmla="*/ 54 h 143"/>
                    <a:gd name="T46" fmla="*/ 115 w 119"/>
                    <a:gd name="T47" fmla="*/ 74 h 143"/>
                    <a:gd name="T48" fmla="*/ 119 w 119"/>
                    <a:gd name="T49" fmla="*/ 89 h 143"/>
                    <a:gd name="T50" fmla="*/ 119 w 119"/>
                    <a:gd name="T51" fmla="*/ 98 h 143"/>
                    <a:gd name="T52" fmla="*/ 115 w 119"/>
                    <a:gd name="T53" fmla="*/ 103 h 143"/>
                    <a:gd name="T54" fmla="*/ 115 w 119"/>
                    <a:gd name="T55" fmla="*/ 113 h 143"/>
                    <a:gd name="T56" fmla="*/ 115 w 119"/>
                    <a:gd name="T57" fmla="*/ 118 h 143"/>
                    <a:gd name="T58" fmla="*/ 115 w 119"/>
                    <a:gd name="T59" fmla="*/ 123 h 143"/>
                    <a:gd name="T60" fmla="*/ 110 w 119"/>
                    <a:gd name="T61" fmla="*/ 128 h 143"/>
                    <a:gd name="T62" fmla="*/ 110 w 119"/>
                    <a:gd name="T63" fmla="*/ 138 h 143"/>
                    <a:gd name="T64" fmla="*/ 105 w 119"/>
                    <a:gd name="T65" fmla="*/ 143 h 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19" h="143">
                      <a:moveTo>
                        <a:pt x="9" y="143"/>
                      </a:moveTo>
                      <a:lnTo>
                        <a:pt x="9" y="138"/>
                      </a:lnTo>
                      <a:lnTo>
                        <a:pt x="4" y="128"/>
                      </a:lnTo>
                      <a:lnTo>
                        <a:pt x="4" y="123"/>
                      </a:lnTo>
                      <a:lnTo>
                        <a:pt x="4" y="118"/>
                      </a:lnTo>
                      <a:lnTo>
                        <a:pt x="4" y="113"/>
                      </a:lnTo>
                      <a:lnTo>
                        <a:pt x="0" y="103"/>
                      </a:lnTo>
                      <a:lnTo>
                        <a:pt x="0" y="98"/>
                      </a:lnTo>
                      <a:lnTo>
                        <a:pt x="0" y="89"/>
                      </a:lnTo>
                      <a:lnTo>
                        <a:pt x="0" y="74"/>
                      </a:lnTo>
                      <a:lnTo>
                        <a:pt x="4" y="54"/>
                      </a:lnTo>
                      <a:lnTo>
                        <a:pt x="9" y="40"/>
                      </a:lnTo>
                      <a:lnTo>
                        <a:pt x="19" y="30"/>
                      </a:lnTo>
                      <a:lnTo>
                        <a:pt x="28" y="15"/>
                      </a:lnTo>
                      <a:lnTo>
                        <a:pt x="38" y="10"/>
                      </a:lnTo>
                      <a:lnTo>
                        <a:pt x="48" y="5"/>
                      </a:lnTo>
                      <a:lnTo>
                        <a:pt x="57" y="0"/>
                      </a:lnTo>
                      <a:lnTo>
                        <a:pt x="72" y="5"/>
                      </a:lnTo>
                      <a:lnTo>
                        <a:pt x="81" y="10"/>
                      </a:lnTo>
                      <a:lnTo>
                        <a:pt x="91" y="15"/>
                      </a:lnTo>
                      <a:lnTo>
                        <a:pt x="100" y="30"/>
                      </a:lnTo>
                      <a:lnTo>
                        <a:pt x="110" y="40"/>
                      </a:lnTo>
                      <a:lnTo>
                        <a:pt x="115" y="54"/>
                      </a:lnTo>
                      <a:lnTo>
                        <a:pt x="115" y="74"/>
                      </a:lnTo>
                      <a:lnTo>
                        <a:pt x="119" y="89"/>
                      </a:lnTo>
                      <a:lnTo>
                        <a:pt x="119" y="98"/>
                      </a:lnTo>
                      <a:lnTo>
                        <a:pt x="115" y="103"/>
                      </a:lnTo>
                      <a:lnTo>
                        <a:pt x="115" y="113"/>
                      </a:lnTo>
                      <a:lnTo>
                        <a:pt x="115" y="118"/>
                      </a:lnTo>
                      <a:lnTo>
                        <a:pt x="115" y="123"/>
                      </a:lnTo>
                      <a:lnTo>
                        <a:pt x="110" y="128"/>
                      </a:lnTo>
                      <a:lnTo>
                        <a:pt x="110" y="138"/>
                      </a:lnTo>
                      <a:lnTo>
                        <a:pt x="105" y="143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/>
                </a:p>
              </p:txBody>
            </p:sp>
            <p:cxnSp>
              <p:nvCxnSpPr>
                <p:cNvPr id="83" name="Line 43"/>
                <p:cNvCxnSpPr>
                  <a:cxnSpLocks noChangeShapeType="1"/>
                </p:cNvCxnSpPr>
                <p:nvPr/>
              </p:nvCxnSpPr>
              <p:spPr bwMode="auto">
                <a:xfrm>
                  <a:off x="2933" y="1820"/>
                  <a:ext cx="86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84" name="Line 44"/>
                <p:cNvCxnSpPr>
                  <a:cxnSpLocks noChangeShapeType="1"/>
                </p:cNvCxnSpPr>
                <p:nvPr/>
              </p:nvCxnSpPr>
              <p:spPr bwMode="auto">
                <a:xfrm>
                  <a:off x="2448" y="1820"/>
                  <a:ext cx="86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77" name="Freeform 76"/>
              <p:cNvSpPr>
                <a:spLocks/>
              </p:cNvSpPr>
              <p:nvPr/>
            </p:nvSpPr>
            <p:spPr bwMode="auto">
              <a:xfrm>
                <a:off x="9964" y="3126"/>
                <a:ext cx="144" cy="432"/>
              </a:xfrm>
              <a:custGeom>
                <a:avLst/>
                <a:gdLst>
                  <a:gd name="T0" fmla="*/ 144 w 144"/>
                  <a:gd name="T1" fmla="*/ 0 h 432"/>
                  <a:gd name="T2" fmla="*/ 0 w 144"/>
                  <a:gd name="T3" fmla="*/ 0 h 432"/>
                  <a:gd name="T4" fmla="*/ 0 w 144"/>
                  <a:gd name="T5" fmla="*/ 432 h 432"/>
                  <a:gd name="T6" fmla="*/ 144 w 144"/>
                  <a:gd name="T7" fmla="*/ 432 h 4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4" h="432">
                    <a:moveTo>
                      <a:pt x="144" y="0"/>
                    </a:moveTo>
                    <a:lnTo>
                      <a:pt x="0" y="0"/>
                    </a:lnTo>
                    <a:lnTo>
                      <a:pt x="0" y="432"/>
                    </a:lnTo>
                    <a:lnTo>
                      <a:pt x="144" y="432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78" name="Freeform 77"/>
              <p:cNvSpPr>
                <a:spLocks/>
              </p:cNvSpPr>
              <p:nvPr/>
            </p:nvSpPr>
            <p:spPr bwMode="auto">
              <a:xfrm rot="10800000">
                <a:off x="10600" y="3122"/>
                <a:ext cx="144" cy="432"/>
              </a:xfrm>
              <a:custGeom>
                <a:avLst/>
                <a:gdLst>
                  <a:gd name="T0" fmla="*/ 144 w 144"/>
                  <a:gd name="T1" fmla="*/ 0 h 432"/>
                  <a:gd name="T2" fmla="*/ 0 w 144"/>
                  <a:gd name="T3" fmla="*/ 0 h 432"/>
                  <a:gd name="T4" fmla="*/ 0 w 144"/>
                  <a:gd name="T5" fmla="*/ 432 h 432"/>
                  <a:gd name="T6" fmla="*/ 144 w 144"/>
                  <a:gd name="T7" fmla="*/ 432 h 4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4" h="432">
                    <a:moveTo>
                      <a:pt x="144" y="0"/>
                    </a:moveTo>
                    <a:lnTo>
                      <a:pt x="0" y="0"/>
                    </a:lnTo>
                    <a:lnTo>
                      <a:pt x="0" y="432"/>
                    </a:lnTo>
                    <a:lnTo>
                      <a:pt x="144" y="432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/>
              </a:p>
            </p:txBody>
          </p:sp>
        </p:grpSp>
        <p:sp>
          <p:nvSpPr>
            <p:cNvPr id="56" name="Freeform 55"/>
            <p:cNvSpPr>
              <a:spLocks/>
            </p:cNvSpPr>
            <p:nvPr/>
          </p:nvSpPr>
          <p:spPr bwMode="auto">
            <a:xfrm>
              <a:off x="7106183" y="2013004"/>
              <a:ext cx="450209" cy="144078"/>
            </a:xfrm>
            <a:custGeom>
              <a:avLst/>
              <a:gdLst>
                <a:gd name="T0" fmla="*/ 0 w 1728"/>
                <a:gd name="T1" fmla="*/ 144 h 288"/>
                <a:gd name="T2" fmla="*/ 288 w 1728"/>
                <a:gd name="T3" fmla="*/ 144 h 288"/>
                <a:gd name="T4" fmla="*/ 432 w 1728"/>
                <a:gd name="T5" fmla="*/ 0 h 288"/>
                <a:gd name="T6" fmla="*/ 576 w 1728"/>
                <a:gd name="T7" fmla="*/ 288 h 288"/>
                <a:gd name="T8" fmla="*/ 720 w 1728"/>
                <a:gd name="T9" fmla="*/ 0 h 288"/>
                <a:gd name="T10" fmla="*/ 864 w 1728"/>
                <a:gd name="T11" fmla="*/ 288 h 288"/>
                <a:gd name="T12" fmla="*/ 1008 w 1728"/>
                <a:gd name="T13" fmla="*/ 0 h 288"/>
                <a:gd name="T14" fmla="*/ 1152 w 1728"/>
                <a:gd name="T15" fmla="*/ 288 h 288"/>
                <a:gd name="T16" fmla="*/ 1296 w 1728"/>
                <a:gd name="T17" fmla="*/ 0 h 288"/>
                <a:gd name="T18" fmla="*/ 1440 w 1728"/>
                <a:gd name="T19" fmla="*/ 144 h 288"/>
                <a:gd name="T20" fmla="*/ 1728 w 1728"/>
                <a:gd name="T21" fmla="*/ 144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28" h="288">
                  <a:moveTo>
                    <a:pt x="0" y="144"/>
                  </a:moveTo>
                  <a:lnTo>
                    <a:pt x="288" y="144"/>
                  </a:lnTo>
                  <a:lnTo>
                    <a:pt x="432" y="0"/>
                  </a:lnTo>
                  <a:lnTo>
                    <a:pt x="576" y="288"/>
                  </a:lnTo>
                  <a:lnTo>
                    <a:pt x="720" y="0"/>
                  </a:lnTo>
                  <a:lnTo>
                    <a:pt x="864" y="288"/>
                  </a:lnTo>
                  <a:lnTo>
                    <a:pt x="1008" y="0"/>
                  </a:lnTo>
                  <a:lnTo>
                    <a:pt x="1152" y="288"/>
                  </a:lnTo>
                  <a:lnTo>
                    <a:pt x="1296" y="0"/>
                  </a:lnTo>
                  <a:lnTo>
                    <a:pt x="1440" y="144"/>
                  </a:lnTo>
                  <a:lnTo>
                    <a:pt x="1728" y="144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60" name="Text Box 72"/>
            <p:cNvSpPr txBox="1">
              <a:spLocks noChangeArrowheads="1"/>
            </p:cNvSpPr>
            <p:nvPr/>
          </p:nvSpPr>
          <p:spPr bwMode="auto">
            <a:xfrm>
              <a:off x="6101154" y="1546852"/>
              <a:ext cx="738147" cy="26120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10 mH</a:t>
              </a:r>
              <a:endPara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roup 2"/>
            <p:cNvGrpSpPr/>
            <p:nvPr/>
          </p:nvGrpSpPr>
          <p:grpSpPr>
            <a:xfrm rot="16200000">
              <a:off x="6688352" y="2289114"/>
              <a:ext cx="239851" cy="1166245"/>
              <a:chOff x="7398872" y="626073"/>
              <a:chExt cx="239851" cy="1166245"/>
            </a:xfrm>
          </p:grpSpPr>
          <p:cxnSp>
            <p:nvCxnSpPr>
              <p:cNvPr id="54" name="Line 51"/>
              <p:cNvCxnSpPr>
                <a:cxnSpLocks noChangeShapeType="1"/>
              </p:cNvCxnSpPr>
              <p:nvPr/>
            </p:nvCxnSpPr>
            <p:spPr bwMode="auto">
              <a:xfrm>
                <a:off x="7534441" y="626073"/>
                <a:ext cx="0" cy="60731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5" name="Line 52"/>
              <p:cNvCxnSpPr>
                <a:cxnSpLocks noChangeShapeType="1"/>
              </p:cNvCxnSpPr>
              <p:nvPr/>
            </p:nvCxnSpPr>
            <p:spPr bwMode="auto">
              <a:xfrm>
                <a:off x="7534441" y="1301386"/>
                <a:ext cx="0" cy="49093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3" name="Straight Connector 62"/>
              <p:cNvCxnSpPr/>
              <p:nvPr/>
            </p:nvCxnSpPr>
            <p:spPr>
              <a:xfrm>
                <a:off x="7398872" y="1242664"/>
                <a:ext cx="239851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>
              <a:xfrm>
                <a:off x="7398872" y="1291600"/>
                <a:ext cx="239851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7" name="Straight Connector 66"/>
            <p:cNvCxnSpPr/>
            <p:nvPr/>
          </p:nvCxnSpPr>
          <p:spPr>
            <a:xfrm flipH="1">
              <a:off x="6801181" y="2079771"/>
              <a:ext cx="30980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 Box 72"/>
            <p:cNvSpPr txBox="1">
              <a:spLocks noChangeArrowheads="1"/>
            </p:cNvSpPr>
            <p:nvPr/>
          </p:nvSpPr>
          <p:spPr bwMode="auto">
            <a:xfrm>
              <a:off x="6229431" y="2365435"/>
              <a:ext cx="704769" cy="2024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5 mF</a:t>
              </a:r>
              <a:endPara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7" name="Straight Connector 96"/>
            <p:cNvCxnSpPr/>
            <p:nvPr/>
          </p:nvCxnSpPr>
          <p:spPr>
            <a:xfrm flipH="1">
              <a:off x="7556392" y="2082685"/>
              <a:ext cx="520808" cy="0"/>
            </a:xfrm>
            <a:prstGeom prst="line">
              <a:avLst/>
            </a:prstGeom>
            <a:ln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Freeform 4"/>
            <p:cNvSpPr/>
            <p:nvPr/>
          </p:nvSpPr>
          <p:spPr>
            <a:xfrm>
              <a:off x="5836257" y="2099144"/>
              <a:ext cx="469127" cy="755374"/>
            </a:xfrm>
            <a:custGeom>
              <a:avLst/>
              <a:gdLst>
                <a:gd name="connsiteX0" fmla="*/ 0 w 469127"/>
                <a:gd name="connsiteY0" fmla="*/ 0 h 755374"/>
                <a:gd name="connsiteX1" fmla="*/ 0 w 469127"/>
                <a:gd name="connsiteY1" fmla="*/ 755374 h 755374"/>
                <a:gd name="connsiteX2" fmla="*/ 469127 w 469127"/>
                <a:gd name="connsiteY2" fmla="*/ 755374 h 75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69127" h="755374">
                  <a:moveTo>
                    <a:pt x="0" y="0"/>
                  </a:moveTo>
                  <a:lnTo>
                    <a:pt x="0" y="755374"/>
                  </a:lnTo>
                  <a:lnTo>
                    <a:pt x="469127" y="755374"/>
                  </a:lnTo>
                </a:path>
              </a:pathLst>
            </a:cu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reeform 5"/>
            <p:cNvSpPr/>
            <p:nvPr/>
          </p:nvSpPr>
          <p:spPr>
            <a:xfrm>
              <a:off x="7243638" y="2083242"/>
              <a:ext cx="580445" cy="771276"/>
            </a:xfrm>
            <a:custGeom>
              <a:avLst/>
              <a:gdLst>
                <a:gd name="connsiteX0" fmla="*/ 580445 w 580445"/>
                <a:gd name="connsiteY0" fmla="*/ 0 h 771276"/>
                <a:gd name="connsiteX1" fmla="*/ 580445 w 580445"/>
                <a:gd name="connsiteY1" fmla="*/ 771276 h 771276"/>
                <a:gd name="connsiteX2" fmla="*/ 0 w 580445"/>
                <a:gd name="connsiteY2" fmla="*/ 771276 h 771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0445" h="771276">
                  <a:moveTo>
                    <a:pt x="580445" y="0"/>
                  </a:moveTo>
                  <a:lnTo>
                    <a:pt x="580445" y="771276"/>
                  </a:lnTo>
                  <a:lnTo>
                    <a:pt x="0" y="771276"/>
                  </a:lnTo>
                </a:path>
              </a:pathLst>
            </a:cu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Text Box 72"/>
            <p:cNvSpPr txBox="1">
              <a:spLocks noChangeArrowheads="1"/>
            </p:cNvSpPr>
            <p:nvPr/>
          </p:nvSpPr>
          <p:spPr bwMode="auto">
            <a:xfrm>
              <a:off x="5423769" y="1758205"/>
              <a:ext cx="256542" cy="2963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sp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a</a:t>
              </a:r>
              <a:endPara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99" name="Text Box 72"/>
            <p:cNvSpPr txBox="1">
              <a:spLocks noChangeArrowheads="1"/>
            </p:cNvSpPr>
            <p:nvPr/>
          </p:nvSpPr>
          <p:spPr bwMode="auto">
            <a:xfrm>
              <a:off x="7932751" y="1729893"/>
              <a:ext cx="256542" cy="28321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sp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b</a:t>
              </a:r>
              <a:endPara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00" name="Text Box 72"/>
            <p:cNvSpPr txBox="1">
              <a:spLocks noChangeArrowheads="1"/>
            </p:cNvSpPr>
            <p:nvPr/>
          </p:nvSpPr>
          <p:spPr bwMode="auto">
            <a:xfrm>
              <a:off x="7083011" y="1707345"/>
              <a:ext cx="566171" cy="2024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2</a:t>
              </a:r>
              <a:r>
                <a:rPr lang="en-US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01" name="Text Box 72"/>
            <p:cNvSpPr txBox="1">
              <a:spLocks noChangeArrowheads="1"/>
            </p:cNvSpPr>
            <p:nvPr/>
          </p:nvSpPr>
          <p:spPr bwMode="auto">
            <a:xfrm>
              <a:off x="6535151" y="2973142"/>
              <a:ext cx="704769" cy="2024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5 mF</a:t>
              </a:r>
              <a:endPara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102" name="Object 10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7118371"/>
              </p:ext>
            </p:extLst>
          </p:nvPr>
        </p:nvGraphicFramePr>
        <p:xfrm>
          <a:off x="457200" y="1601548"/>
          <a:ext cx="338613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892160" imgH="241200" progId="Equation.DSMT4">
                  <p:embed/>
                </p:oleObj>
              </mc:Choice>
              <mc:Fallback>
                <p:oleObj name="Equation" r:id="rId3" imgW="18921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601548"/>
                        <a:ext cx="3386137" cy="4572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" name="Object 10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5874804"/>
              </p:ext>
            </p:extLst>
          </p:nvPr>
        </p:nvGraphicFramePr>
        <p:xfrm>
          <a:off x="447675" y="3048000"/>
          <a:ext cx="5419725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971800" imgH="482400" progId="Equation.DSMT4">
                  <p:embed/>
                </p:oleObj>
              </mc:Choice>
              <mc:Fallback>
                <p:oleObj name="Equation" r:id="rId5" imgW="297180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675" y="3048000"/>
                        <a:ext cx="5419725" cy="9302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" name="Object 10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3123871"/>
              </p:ext>
            </p:extLst>
          </p:nvPr>
        </p:nvGraphicFramePr>
        <p:xfrm>
          <a:off x="457200" y="4191000"/>
          <a:ext cx="6462713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543120" imgH="431640" progId="Equation.DSMT4">
                  <p:embed/>
                </p:oleObj>
              </mc:Choice>
              <mc:Fallback>
                <p:oleObj name="Equation" r:id="rId7" imgW="35431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191000"/>
                        <a:ext cx="6462713" cy="8318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" name="Object 10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9244110"/>
              </p:ext>
            </p:extLst>
          </p:nvPr>
        </p:nvGraphicFramePr>
        <p:xfrm>
          <a:off x="457200" y="5111750"/>
          <a:ext cx="467995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565360" imgH="431640" progId="Equation.DSMT4">
                  <p:embed/>
                </p:oleObj>
              </mc:Choice>
              <mc:Fallback>
                <p:oleObj name="Equation" r:id="rId9" imgW="25653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5111750"/>
                        <a:ext cx="4679950" cy="8318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4621729"/>
              </p:ext>
            </p:extLst>
          </p:nvPr>
        </p:nvGraphicFramePr>
        <p:xfrm>
          <a:off x="474663" y="2209800"/>
          <a:ext cx="4021137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247840" imgH="419040" progId="Equation.DSMT4">
                  <p:embed/>
                </p:oleObj>
              </mc:Choice>
              <mc:Fallback>
                <p:oleObj name="Equation" r:id="rId11" imgW="224784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663" y="2209800"/>
                        <a:ext cx="4021137" cy="7937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3672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999" y="381000"/>
            <a:ext cx="8610601" cy="609600"/>
          </a:xfrm>
        </p:spPr>
        <p:txBody>
          <a:bodyPr anchor="t" anchorCtr="0">
            <a:normAutofit fontScale="90000"/>
          </a:bodyPr>
          <a:lstStyle/>
          <a:p>
            <a:pPr algn="l"/>
            <a:r>
              <a:rPr lang="en-US" sz="28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2.4 CÁC ĐỊNH LUẬT OHM, KIRCHHOFF DẠNG PHỨC </a:t>
            </a:r>
            <a:endParaRPr lang="en-US" sz="28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14717" y="1084080"/>
            <a:ext cx="5300994" cy="507831"/>
          </a:xfrm>
          <a:prstGeom prst="rect">
            <a:avLst/>
          </a:prstGeom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2.4.1 Định luật Ohm dạng phức: 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7057973" y="838200"/>
            <a:ext cx="1095427" cy="1656452"/>
            <a:chOff x="6629401" y="937428"/>
            <a:chExt cx="1112042" cy="1770821"/>
          </a:xfrm>
        </p:grpSpPr>
        <p:sp>
          <p:nvSpPr>
            <p:cNvPr id="8" name="Rectangle 7"/>
            <p:cNvSpPr/>
            <p:nvPr/>
          </p:nvSpPr>
          <p:spPr>
            <a:xfrm>
              <a:off x="7436643" y="1625475"/>
              <a:ext cx="304800" cy="838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 8"/>
            <p:cNvSpPr/>
            <p:nvPr/>
          </p:nvSpPr>
          <p:spPr>
            <a:xfrm>
              <a:off x="6629401" y="1424897"/>
              <a:ext cx="964096" cy="205119"/>
            </a:xfrm>
            <a:custGeom>
              <a:avLst/>
              <a:gdLst>
                <a:gd name="connsiteX0" fmla="*/ 0 w 702365"/>
                <a:gd name="connsiteY0" fmla="*/ 0 h 424069"/>
                <a:gd name="connsiteX1" fmla="*/ 702365 w 702365"/>
                <a:gd name="connsiteY1" fmla="*/ 0 h 424069"/>
                <a:gd name="connsiteX2" fmla="*/ 702365 w 702365"/>
                <a:gd name="connsiteY2" fmla="*/ 424069 h 424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02365" h="424069">
                  <a:moveTo>
                    <a:pt x="0" y="0"/>
                  </a:moveTo>
                  <a:lnTo>
                    <a:pt x="702365" y="0"/>
                  </a:lnTo>
                  <a:lnTo>
                    <a:pt x="702365" y="424069"/>
                  </a:lnTo>
                </a:path>
              </a:pathLst>
            </a:custGeom>
            <a:noFill/>
            <a:ln w="25400">
              <a:solidFill>
                <a:schemeClr val="tx1"/>
              </a:solidFill>
              <a:headEnd type="oval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6629401" y="2491409"/>
              <a:ext cx="964095" cy="216840"/>
            </a:xfrm>
            <a:custGeom>
              <a:avLst/>
              <a:gdLst>
                <a:gd name="connsiteX0" fmla="*/ 649357 w 649357"/>
                <a:gd name="connsiteY0" fmla="*/ 0 h 384313"/>
                <a:gd name="connsiteX1" fmla="*/ 649357 w 649357"/>
                <a:gd name="connsiteY1" fmla="*/ 384313 h 384313"/>
                <a:gd name="connsiteX2" fmla="*/ 0 w 649357"/>
                <a:gd name="connsiteY2" fmla="*/ 384313 h 384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9357" h="384313">
                  <a:moveTo>
                    <a:pt x="649357" y="0"/>
                  </a:moveTo>
                  <a:lnTo>
                    <a:pt x="649357" y="384313"/>
                  </a:lnTo>
                  <a:lnTo>
                    <a:pt x="0" y="384313"/>
                  </a:lnTo>
                </a:path>
              </a:pathLst>
            </a:custGeom>
            <a:noFill/>
            <a:ln w="25400">
              <a:solidFill>
                <a:schemeClr val="tx1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>
              <a:off x="6858001" y="1327959"/>
              <a:ext cx="578644" cy="0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7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89844247"/>
                </p:ext>
              </p:extLst>
            </p:nvPr>
          </p:nvGraphicFramePr>
          <p:xfrm>
            <a:off x="7050141" y="937428"/>
            <a:ext cx="279400" cy="3889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26720" imgH="190440" progId="Equation.DSMT4">
                    <p:embed/>
                  </p:oleObj>
                </mc:Choice>
                <mc:Fallback>
                  <p:oleObj name="Equation" r:id="rId3" imgW="126720" imgH="190440" progId="Equation.DSMT4">
                    <p:embed/>
                    <p:pic>
                      <p:nvPicPr>
                        <p:cNvPr id="17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50141" y="937428"/>
                          <a:ext cx="279400" cy="38893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44395265"/>
                </p:ext>
              </p:extLst>
            </p:nvPr>
          </p:nvGraphicFramePr>
          <p:xfrm>
            <a:off x="6663494" y="1874591"/>
            <a:ext cx="298814" cy="4240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64880" imgH="203040" progId="Equation.DSMT4">
                    <p:embed/>
                  </p:oleObj>
                </mc:Choice>
                <mc:Fallback>
                  <p:oleObj name="Equation" r:id="rId5" imgW="164880" imgH="203040" progId="Equation.DSMT4">
                    <p:embed/>
                    <p:pic>
                      <p:nvPicPr>
                        <p:cNvPr id="18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63494" y="1874591"/>
                          <a:ext cx="298814" cy="424069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6" name="Straight Arrow Connector 15"/>
            <p:cNvCxnSpPr>
              <a:cxnSpLocks/>
            </p:cNvCxnSpPr>
            <p:nvPr/>
          </p:nvCxnSpPr>
          <p:spPr>
            <a:xfrm flipH="1">
              <a:off x="6658028" y="1551098"/>
              <a:ext cx="5467" cy="1058090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0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0437487"/>
              </p:ext>
            </p:extLst>
          </p:nvPr>
        </p:nvGraphicFramePr>
        <p:xfrm>
          <a:off x="1219200" y="1679575"/>
          <a:ext cx="3179859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422360" imgH="203040" progId="Equation.DSMT4">
                  <p:embed/>
                </p:oleObj>
              </mc:Choice>
              <mc:Fallback>
                <p:oleObj name="Equation" r:id="rId7" imgW="1422360" imgH="203040" progId="Equation.DSMT4">
                  <p:embed/>
                  <p:pic>
                    <p:nvPicPr>
                      <p:cNvPr id="3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679575"/>
                        <a:ext cx="3179859" cy="4540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F0D904C-B5B2-D7C2-1306-EAECC315E04C}"/>
              </a:ext>
            </a:extLst>
          </p:cNvPr>
          <p:cNvSpPr txBox="1">
            <a:spLocks/>
          </p:cNvSpPr>
          <p:nvPr/>
        </p:nvSpPr>
        <p:spPr>
          <a:xfrm>
            <a:off x="381000" y="2438400"/>
            <a:ext cx="5868365" cy="507831"/>
          </a:xfrm>
          <a:prstGeom prst="rect">
            <a:avLst/>
          </a:prstGeom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2.4.2 Định luật Kirchhoff 1 dạng phức: 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12DC20D-38A9-46FF-3D6F-506A4DB2BE64}"/>
              </a:ext>
            </a:extLst>
          </p:cNvPr>
          <p:cNvGrpSpPr/>
          <p:nvPr/>
        </p:nvGrpSpPr>
        <p:grpSpPr>
          <a:xfrm>
            <a:off x="6864350" y="3075212"/>
            <a:ext cx="1670050" cy="887188"/>
            <a:chOff x="1462164" y="1600708"/>
            <a:chExt cx="1731904" cy="992610"/>
          </a:xfrm>
        </p:grpSpPr>
        <p:graphicFrame>
          <p:nvGraphicFramePr>
            <p:cNvPr id="11" name="Object 10">
              <a:extLst>
                <a:ext uri="{FF2B5EF4-FFF2-40B4-BE49-F238E27FC236}">
                  <a16:creationId xmlns:a16="http://schemas.microsoft.com/office/drawing/2014/main" id="{3FAC0BDA-2FE0-987B-1231-D854C2C0858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62164" y="1600708"/>
            <a:ext cx="1731904" cy="6145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711000" imgH="253800" progId="Equation.DSMT4">
                    <p:embed/>
                  </p:oleObj>
                </mc:Choice>
                <mc:Fallback>
                  <p:oleObj name="Equation" r:id="rId9" imgW="711000" imgH="253800" progId="Equation.DSMT4">
                    <p:embed/>
                    <p:pic>
                      <p:nvPicPr>
                        <p:cNvPr id="29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62164" y="1600708"/>
                          <a:ext cx="1731904" cy="614544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Content Placeholder 2">
              <a:extLst>
                <a:ext uri="{FF2B5EF4-FFF2-40B4-BE49-F238E27FC236}">
                  <a16:creationId xmlns:a16="http://schemas.microsoft.com/office/drawing/2014/main" id="{738B5935-D60C-474C-83D1-E68FBE584B05}"/>
                </a:ext>
              </a:extLst>
            </p:cNvPr>
            <p:cNvSpPr txBox="1">
              <a:spLocks/>
            </p:cNvSpPr>
            <p:nvPr/>
          </p:nvSpPr>
          <p:spPr>
            <a:xfrm>
              <a:off x="1462164" y="2177682"/>
              <a:ext cx="762000" cy="415636"/>
            </a:xfrm>
            <a:prstGeom prst="rect">
              <a:avLst/>
            </a:prstGeom>
          </p:spPr>
          <p:txBody>
            <a:bodyPr vert="horz">
              <a:no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ClrTx/>
                <a:buFont typeface="Wingdings 2"/>
                <a:buNone/>
              </a:pPr>
              <a:r>
                <a:rPr lang="en-US" sz="2000">
                  <a:latin typeface="Arial" panose="020B0604020202020204" pitchFamily="34" charset="0"/>
                  <a:cs typeface="Arial" panose="020B0604020202020204" pitchFamily="34" charset="0"/>
                </a:rPr>
                <a:t>nút</a:t>
              </a:r>
            </a:p>
          </p:txBody>
        </p:sp>
      </p:grp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3D66673C-C449-51EF-492F-E94167FB6BAF}"/>
              </a:ext>
            </a:extLst>
          </p:cNvPr>
          <p:cNvSpPr txBox="1">
            <a:spLocks/>
          </p:cNvSpPr>
          <p:nvPr/>
        </p:nvSpPr>
        <p:spPr>
          <a:xfrm>
            <a:off x="381000" y="3048000"/>
            <a:ext cx="5638800" cy="838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Tx/>
              <a:buFont typeface="Wingdings 2"/>
              <a:buNone/>
            </a:pPr>
            <a:r>
              <a:rPr lang="en-US" sz="2400" i="1">
                <a:latin typeface="Arial" panose="020B0604020202020204" pitchFamily="34" charset="0"/>
                <a:cs typeface="Arial" panose="020B0604020202020204" pitchFamily="34" charset="0"/>
              </a:rPr>
              <a:t>Tổng đại số các biên độ phức của dòng điện tại một nút bất kỳ thì bằng không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01432319-E923-BF1F-BC25-74E014C611B1}"/>
              </a:ext>
            </a:extLst>
          </p:cNvPr>
          <p:cNvSpPr txBox="1">
            <a:spLocks/>
          </p:cNvSpPr>
          <p:nvPr/>
        </p:nvSpPr>
        <p:spPr>
          <a:xfrm>
            <a:off x="381000" y="4267200"/>
            <a:ext cx="5868365" cy="507831"/>
          </a:xfrm>
          <a:prstGeom prst="rect">
            <a:avLst/>
          </a:prstGeom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2.4.3 Định luật Kirchhoff 2 dạng phức: 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9063915-6DE3-A5FD-CB90-CB2385B72FEE}"/>
              </a:ext>
            </a:extLst>
          </p:cNvPr>
          <p:cNvGrpSpPr/>
          <p:nvPr/>
        </p:nvGrpSpPr>
        <p:grpSpPr>
          <a:xfrm>
            <a:off x="6826250" y="5014275"/>
            <a:ext cx="1936750" cy="830106"/>
            <a:chOff x="2101850" y="1295083"/>
            <a:chExt cx="1936750" cy="830106"/>
          </a:xfrm>
        </p:grpSpPr>
        <p:graphicFrame>
          <p:nvGraphicFramePr>
            <p:cNvPr id="24" name="Object 23">
              <a:extLst>
                <a:ext uri="{FF2B5EF4-FFF2-40B4-BE49-F238E27FC236}">
                  <a16:creationId xmlns:a16="http://schemas.microsoft.com/office/drawing/2014/main" id="{99CA440B-053F-15B7-3AE1-A1444BF8974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74400357"/>
                </p:ext>
              </p:extLst>
            </p:nvPr>
          </p:nvGraphicFramePr>
          <p:xfrm>
            <a:off x="2220913" y="1295083"/>
            <a:ext cx="1817687" cy="549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774360" imgH="253800" progId="Equation.DSMT4">
                    <p:embed/>
                  </p:oleObj>
                </mc:Choice>
                <mc:Fallback>
                  <p:oleObj name="Equation" r:id="rId11" imgW="774360" imgH="253800" progId="Equation.DSMT4">
                    <p:embed/>
                    <p:pic>
                      <p:nvPicPr>
                        <p:cNvPr id="32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20913" y="1295083"/>
                          <a:ext cx="1817687" cy="54927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Content Placeholder 2">
              <a:extLst>
                <a:ext uri="{FF2B5EF4-FFF2-40B4-BE49-F238E27FC236}">
                  <a16:creationId xmlns:a16="http://schemas.microsoft.com/office/drawing/2014/main" id="{044EAB97-5D29-EA7D-448F-4E5FAFDD4E3F}"/>
                </a:ext>
              </a:extLst>
            </p:cNvPr>
            <p:cNvSpPr txBox="1">
              <a:spLocks/>
            </p:cNvSpPr>
            <p:nvPr/>
          </p:nvSpPr>
          <p:spPr>
            <a:xfrm>
              <a:off x="2101850" y="1753698"/>
              <a:ext cx="1295400" cy="371491"/>
            </a:xfrm>
            <a:prstGeom prst="rect">
              <a:avLst/>
            </a:prstGeom>
          </p:spPr>
          <p:txBody>
            <a:bodyPr vert="horz">
              <a:no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ClrTx/>
                <a:buFont typeface="Wingdings 2"/>
                <a:buNone/>
              </a:pPr>
              <a:r>
                <a:rPr lang="en-US" sz="2000">
                  <a:latin typeface="Arial" panose="020B0604020202020204" pitchFamily="34" charset="0"/>
                  <a:cs typeface="Arial" panose="020B0604020202020204" pitchFamily="34" charset="0"/>
                </a:rPr>
                <a:t>Vòng kín</a:t>
              </a:r>
            </a:p>
          </p:txBody>
        </p:sp>
      </p:grp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52A0664F-1A7B-0228-2A56-3A9861C926BC}"/>
              </a:ext>
            </a:extLst>
          </p:cNvPr>
          <p:cNvSpPr txBox="1">
            <a:spLocks/>
          </p:cNvSpPr>
          <p:nvPr/>
        </p:nvSpPr>
        <p:spPr>
          <a:xfrm>
            <a:off x="457199" y="4838856"/>
            <a:ext cx="6248401" cy="11809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Tx/>
              <a:buFont typeface="Wingdings 2"/>
              <a:buNone/>
            </a:pPr>
            <a:r>
              <a:rPr lang="en-US" sz="2400" i="1">
                <a:latin typeface="Arial" panose="020B0604020202020204" pitchFamily="34" charset="0"/>
                <a:cs typeface="Arial" panose="020B0604020202020204" pitchFamily="34" charset="0"/>
              </a:rPr>
              <a:t>Tổng đại số các biên độ phức của điện áp trên các phần tử trong một vòng kín bất kỳ thì bằng không.</a:t>
            </a:r>
          </a:p>
        </p:txBody>
      </p:sp>
    </p:spTree>
    <p:extLst>
      <p:ext uri="{BB962C8B-B14F-4D97-AF65-F5344CB8AC3E}">
        <p14:creationId xmlns:p14="http://schemas.microsoft.com/office/powerpoint/2010/main" val="2939757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Rectangle 4"/>
          <p:cNvSpPr>
            <a:spLocks noChangeArrowheads="1"/>
          </p:cNvSpPr>
          <p:nvPr/>
        </p:nvSpPr>
        <p:spPr bwMode="auto">
          <a:xfrm>
            <a:off x="219128" y="304800"/>
            <a:ext cx="4331743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lang="en-US" sz="2400" b="1" u="sng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Ví dụ:</a:t>
            </a:r>
            <a:r>
              <a:rPr lang="en-US" sz="2400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 </a:t>
            </a:r>
          </a:p>
          <a:p>
            <a:pPr marR="0" lvl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lang="en-US" sz="2400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Tìm dòng điện trên các nhánh</a:t>
            </a:r>
            <a:endParaRPr kumimoji="0" lang="en-US" sz="2400" b="1" i="1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  <a:sym typeface="Symbol" pitchFamily="18" charset="2"/>
            </a:endParaRP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323850" y="1208088"/>
          <a:ext cx="280474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65080" imgH="228600" progId="Equation.DSMT4">
                  <p:embed/>
                </p:oleObj>
              </mc:Choice>
              <mc:Fallback>
                <p:oleObj name="Equation" r:id="rId3" imgW="1765080" imgH="228600" progId="Equation.DSMT4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1208088"/>
                        <a:ext cx="2804745" cy="3968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339725" y="2125663"/>
          <a:ext cx="2792985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76160" imgH="228600" progId="Equation.DSMT4">
                  <p:embed/>
                </p:oleObj>
              </mc:Choice>
              <mc:Fallback>
                <p:oleObj name="Equation" r:id="rId5" imgW="1676160" imgH="228600" progId="Equation.DSMT4">
                  <p:embed/>
                  <p:pic>
                    <p:nvPicPr>
                      <p:cNvPr id="12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725" y="2125663"/>
                        <a:ext cx="2792985" cy="3889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/>
        </p:nvGraphicFramePr>
        <p:xfrm>
          <a:off x="228600" y="2554967"/>
          <a:ext cx="2025649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30040" imgH="241200" progId="Equation.DSMT4">
                  <p:embed/>
                </p:oleObj>
              </mc:Choice>
              <mc:Fallback>
                <p:oleObj name="Equation" r:id="rId7" imgW="1130040" imgH="241200" progId="Equation.DSMT4">
                  <p:embed/>
                  <p:pic>
                    <p:nvPicPr>
                      <p:cNvPr id="14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554967"/>
                        <a:ext cx="2025649" cy="4603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/>
        </p:nvGraphicFramePr>
        <p:xfrm>
          <a:off x="2509838" y="2552684"/>
          <a:ext cx="1959499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155600" imgH="241200" progId="Equation.DSMT4">
                  <p:embed/>
                </p:oleObj>
              </mc:Choice>
              <mc:Fallback>
                <p:oleObj name="Equation" r:id="rId9" imgW="1155600" imgH="241200" progId="Equation.DSMT4">
                  <p:embed/>
                  <p:pic>
                    <p:nvPicPr>
                      <p:cNvPr id="17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9838" y="2552684"/>
                        <a:ext cx="1959499" cy="4365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1"/>
          <p:cNvGraphicFramePr>
            <a:graphicFrameLocks noChangeAspect="1"/>
          </p:cNvGraphicFramePr>
          <p:nvPr/>
        </p:nvGraphicFramePr>
        <p:xfrm>
          <a:off x="883975" y="4801660"/>
          <a:ext cx="3770313" cy="148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171520" imgH="787320" progId="Equation.DSMT4">
                  <p:embed/>
                </p:oleObj>
              </mc:Choice>
              <mc:Fallback>
                <p:oleObj name="Equation" r:id="rId11" imgW="2171520" imgH="787320" progId="Equation.DSMT4">
                  <p:embed/>
                  <p:pic>
                    <p:nvPicPr>
                      <p:cNvPr id="22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975" y="4801660"/>
                        <a:ext cx="3770313" cy="14827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Content Placeholder 2"/>
          <p:cNvSpPr txBox="1">
            <a:spLocks/>
          </p:cNvSpPr>
          <p:nvPr/>
        </p:nvSpPr>
        <p:spPr>
          <a:xfrm>
            <a:off x="126676" y="3642294"/>
            <a:ext cx="1143000" cy="371492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Tx/>
              <a:buFont typeface="Wingdings 2"/>
              <a:buNone/>
            </a:pP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Vòng I:</a:t>
            </a:r>
          </a:p>
        </p:txBody>
      </p:sp>
      <p:sp>
        <p:nvSpPr>
          <p:cNvPr id="44" name="Content Placeholder 2"/>
          <p:cNvSpPr txBox="1">
            <a:spLocks/>
          </p:cNvSpPr>
          <p:nvPr/>
        </p:nvSpPr>
        <p:spPr>
          <a:xfrm>
            <a:off x="76200" y="4090341"/>
            <a:ext cx="1281059" cy="371492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Tx/>
              <a:buFont typeface="Wingdings 2"/>
              <a:buNone/>
            </a:pP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Vòng II:</a:t>
            </a:r>
          </a:p>
        </p:txBody>
      </p:sp>
      <p:sp>
        <p:nvSpPr>
          <p:cNvPr id="45" name="Content Placeholder 2"/>
          <p:cNvSpPr txBox="1">
            <a:spLocks/>
          </p:cNvSpPr>
          <p:nvPr/>
        </p:nvSpPr>
        <p:spPr>
          <a:xfrm>
            <a:off x="161872" y="3153664"/>
            <a:ext cx="1143000" cy="371492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Tx/>
              <a:buFont typeface="Wingdings 2"/>
              <a:buNone/>
            </a:pP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Nút 1: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12</a:t>
            </a:fld>
            <a:endParaRPr lang="en-US"/>
          </a:p>
        </p:txBody>
      </p:sp>
      <p:graphicFrame>
        <p:nvGraphicFramePr>
          <p:cNvPr id="24" name="Object 23"/>
          <p:cNvGraphicFramePr>
            <a:graphicFrameLocks noChangeAspect="1"/>
          </p:cNvGraphicFramePr>
          <p:nvPr/>
        </p:nvGraphicFramePr>
        <p:xfrm>
          <a:off x="293688" y="1671638"/>
          <a:ext cx="2904704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828800" imgH="228600" progId="Equation.DSMT4">
                  <p:embed/>
                </p:oleObj>
              </mc:Choice>
              <mc:Fallback>
                <p:oleObj name="Equation" r:id="rId13" imgW="1828800" imgH="228600" progId="Equation.DSMT4">
                  <p:embed/>
                  <p:pic>
                    <p:nvPicPr>
                      <p:cNvPr id="24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688" y="1671638"/>
                        <a:ext cx="2904704" cy="3968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3352800" y="3581400"/>
          <a:ext cx="2254052" cy="9542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511280" imgH="545760" progId="Equation.DSMT4">
                  <p:embed/>
                </p:oleObj>
              </mc:Choice>
              <mc:Fallback>
                <p:oleObj name="Equation" r:id="rId15" imgW="1511280" imgH="545760" progId="Equation.DSMT4">
                  <p:embed/>
                  <p:pic>
                    <p:nvPicPr>
                      <p:cNvPr id="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3581400"/>
                        <a:ext cx="2254052" cy="9542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5"/>
          <p:cNvGraphicFramePr>
            <a:graphicFrameLocks noChangeAspect="1"/>
          </p:cNvGraphicFramePr>
          <p:nvPr/>
        </p:nvGraphicFramePr>
        <p:xfrm>
          <a:off x="1189038" y="3111500"/>
          <a:ext cx="2089150" cy="148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231560" imgH="787320" progId="Equation.DSMT4">
                  <p:embed/>
                </p:oleObj>
              </mc:Choice>
              <mc:Fallback>
                <p:oleObj name="Equation" r:id="rId17" imgW="1231560" imgH="787320" progId="Equation.DSMT4">
                  <p:embed/>
                  <p:pic>
                    <p:nvPicPr>
                      <p:cNvPr id="26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9038" y="3111500"/>
                        <a:ext cx="2089150" cy="14827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6"/>
          <p:cNvGraphicFramePr>
            <a:graphicFrameLocks noChangeAspect="1"/>
          </p:cNvGraphicFramePr>
          <p:nvPr/>
        </p:nvGraphicFramePr>
        <p:xfrm>
          <a:off x="5029200" y="4956175"/>
          <a:ext cx="3371850" cy="148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942920" imgH="787320" progId="Equation.DSMT4">
                  <p:embed/>
                </p:oleObj>
              </mc:Choice>
              <mc:Fallback>
                <p:oleObj name="Equation" r:id="rId19" imgW="1942920" imgH="787320" progId="Equation.DSMT4">
                  <p:embed/>
                  <p:pic>
                    <p:nvPicPr>
                      <p:cNvPr id="27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4956175"/>
                        <a:ext cx="3371850" cy="14827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"/>
          <p:cNvGraphicFramePr>
            <a:graphicFrameLocks noChangeAspect="1"/>
          </p:cNvGraphicFramePr>
          <p:nvPr/>
        </p:nvGraphicFramePr>
        <p:xfrm>
          <a:off x="6035675" y="3124200"/>
          <a:ext cx="2784475" cy="158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562040" imgH="888840" progId="Equation.DSMT4">
                  <p:embed/>
                </p:oleObj>
              </mc:Choice>
              <mc:Fallback>
                <p:oleObj name="Equation" r:id="rId21" imgW="1562040" imgH="888840" progId="Equation.DSMT4">
                  <p:embed/>
                  <p:pic>
                    <p:nvPicPr>
                      <p:cNvPr id="23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5675" y="3124200"/>
                        <a:ext cx="2784475" cy="15811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82095E22-6A90-4858-A620-DF50F30CBFFC}"/>
              </a:ext>
            </a:extLst>
          </p:cNvPr>
          <p:cNvGrpSpPr/>
          <p:nvPr/>
        </p:nvGrpSpPr>
        <p:grpSpPr>
          <a:xfrm>
            <a:off x="3887199" y="201831"/>
            <a:ext cx="5180601" cy="2937781"/>
            <a:chOff x="3782844" y="201831"/>
            <a:chExt cx="5180601" cy="2937781"/>
          </a:xfrm>
        </p:grpSpPr>
        <p:grpSp>
          <p:nvGrpSpPr>
            <p:cNvPr id="39" name="Group 38"/>
            <p:cNvGrpSpPr/>
            <p:nvPr/>
          </p:nvGrpSpPr>
          <p:grpSpPr>
            <a:xfrm>
              <a:off x="3782844" y="201831"/>
              <a:ext cx="5180601" cy="2937781"/>
              <a:chOff x="3782844" y="201831"/>
              <a:chExt cx="5180601" cy="2937781"/>
            </a:xfrm>
          </p:grpSpPr>
          <p:grpSp>
            <p:nvGrpSpPr>
              <p:cNvPr id="7" name="Group 6"/>
              <p:cNvGrpSpPr/>
              <p:nvPr/>
            </p:nvGrpSpPr>
            <p:grpSpPr>
              <a:xfrm>
                <a:off x="3782844" y="201831"/>
                <a:ext cx="5180601" cy="2937781"/>
                <a:chOff x="3809307" y="152400"/>
                <a:chExt cx="5180601" cy="2937781"/>
              </a:xfrm>
            </p:grpSpPr>
            <p:pic>
              <p:nvPicPr>
                <p:cNvPr id="5" name="Picture 4"/>
                <p:cNvPicPr>
                  <a:picLocks noChangeAspect="1"/>
                </p:cNvPicPr>
                <p:nvPr/>
              </p:nvPicPr>
              <p:blipFill>
                <a:blip r:embed="rId2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09307" y="152400"/>
                  <a:ext cx="5180601" cy="2937781"/>
                </a:xfrm>
                <a:prstGeom prst="rect">
                  <a:avLst/>
                </a:prstGeom>
              </p:spPr>
            </p:pic>
            <p:sp>
              <p:nvSpPr>
                <p:cNvPr id="20" name="Content Placeholder 2"/>
                <p:cNvSpPr txBox="1">
                  <a:spLocks/>
                </p:cNvSpPr>
                <p:nvPr/>
              </p:nvSpPr>
              <p:spPr>
                <a:xfrm>
                  <a:off x="3847929" y="1905000"/>
                  <a:ext cx="647871" cy="37149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vert="horz">
                  <a:noAutofit/>
                </a:bodyPr>
                <a:lstStyle>
                  <a:lvl1pPr marL="274320" indent="-274320" algn="l" rtl="0" eaLnBrk="1" latinLnBrk="0" hangingPunct="1">
                    <a:spcBef>
                      <a:spcPts val="580"/>
                    </a:spcBef>
                    <a:buClr>
                      <a:schemeClr val="accent1"/>
                    </a:buClr>
                    <a:buSzPct val="85000"/>
                    <a:buFont typeface="Wingdings 2"/>
                    <a:buChar char=""/>
                    <a:defRPr kumimoji="0" sz="2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548640" indent="-228600" algn="l" rtl="0" eaLnBrk="1" latinLnBrk="0" hangingPunct="1">
                    <a:spcBef>
                      <a:spcPts val="370"/>
                    </a:spcBef>
                    <a:buClr>
                      <a:schemeClr val="accent2"/>
                    </a:buClr>
                    <a:buSzPct val="85000"/>
                    <a:buFont typeface="Wingdings 2"/>
                    <a:buChar char=""/>
                    <a:defRPr kumimoji="0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22960" indent="-228600" algn="l" rtl="0" eaLnBrk="1" latinLnBrk="0" hangingPunct="1">
                    <a:spcBef>
                      <a:spcPts val="370"/>
                    </a:spcBef>
                    <a:buClr>
                      <a:schemeClr val="accent1">
                        <a:tint val="60000"/>
                      </a:schemeClr>
                    </a:buClr>
                    <a:buSzPct val="85000"/>
                    <a:buFont typeface="Wingdings 2"/>
                    <a:buChar char=""/>
                    <a:defRPr kumimoji="0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97280" indent="-228600" algn="l" rtl="0" eaLnBrk="1" latinLnBrk="0" hangingPunct="1">
                    <a:spcBef>
                      <a:spcPts val="370"/>
                    </a:spcBef>
                    <a:buClr>
                      <a:schemeClr val="accent3"/>
                    </a:buClr>
                    <a:buSzPct val="80000"/>
                    <a:buFont typeface="Wingdings 2"/>
                    <a:buChar char=""/>
                    <a:defRPr kumimoji="0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1" latinLnBrk="0" hangingPunct="1">
                    <a:spcBef>
                      <a:spcPts val="370"/>
                    </a:spcBef>
                    <a:buClr>
                      <a:schemeClr val="accent3"/>
                    </a:buClr>
                    <a:buFontTx/>
                    <a:buChar char="o"/>
                    <a:defRPr kumimoji="0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645920" indent="-228600" algn="l" rtl="0" eaLnBrk="1" latinLnBrk="0" hangingPunct="1">
                    <a:spcBef>
                      <a:spcPts val="370"/>
                    </a:spcBef>
                    <a:buClr>
                      <a:schemeClr val="accent3"/>
                    </a:buClr>
                    <a:buChar char="•"/>
                    <a:defRPr kumimoji="0" sz="1800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1920240" indent="-228600" algn="l" rtl="0" eaLnBrk="1" latinLnBrk="0" hangingPunct="1">
                    <a:spcBef>
                      <a:spcPts val="370"/>
                    </a:spcBef>
                    <a:buClr>
                      <a:schemeClr val="accent2"/>
                    </a:buClr>
                    <a:buChar char="•"/>
                    <a:defRPr kumimoji="0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194560" indent="-228600" algn="l" rtl="0" eaLnBrk="1" latinLnBrk="0" hangingPunct="1">
                    <a:spcBef>
                      <a:spcPts val="370"/>
                    </a:spcBef>
                    <a:buClr>
                      <a:schemeClr val="accent1">
                        <a:tint val="60000"/>
                      </a:schemeClr>
                    </a:buClr>
                    <a:buChar char="•"/>
                    <a:defRPr kumimoji="0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468880" indent="-228600" algn="l" rtl="0" eaLnBrk="1" latinLnBrk="0" hangingPunct="1">
                    <a:spcBef>
                      <a:spcPts val="370"/>
                    </a:spcBef>
                    <a:buClr>
                      <a:schemeClr val="accent2">
                        <a:tint val="60000"/>
                      </a:schemeClr>
                    </a:buClr>
                    <a:buChar char="•"/>
                    <a:defRPr kumimoji="0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ClrTx/>
                    <a:buFont typeface="Wingdings 2"/>
                    <a:buNone/>
                  </a:pPr>
                  <a:r>
                    <a:rPr lang="en-US" sz="1800">
                      <a:latin typeface="Arial" panose="020B0604020202020204" pitchFamily="34" charset="0"/>
                      <a:cs typeface="Arial" panose="020B0604020202020204" pitchFamily="34" charset="0"/>
                    </a:rPr>
                    <a:t>V</a:t>
                  </a:r>
                </a:p>
              </p:txBody>
            </p:sp>
            <p:sp>
              <p:nvSpPr>
                <p:cNvPr id="21" name="Content Placeholder 2"/>
                <p:cNvSpPr txBox="1">
                  <a:spLocks/>
                </p:cNvSpPr>
                <p:nvPr/>
              </p:nvSpPr>
              <p:spPr>
                <a:xfrm>
                  <a:off x="8153400" y="1736999"/>
                  <a:ext cx="647871" cy="37149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vert="horz">
                  <a:noAutofit/>
                </a:bodyPr>
                <a:lstStyle>
                  <a:lvl1pPr marL="274320" indent="-274320" algn="l" rtl="0" eaLnBrk="1" latinLnBrk="0" hangingPunct="1">
                    <a:spcBef>
                      <a:spcPts val="580"/>
                    </a:spcBef>
                    <a:buClr>
                      <a:schemeClr val="accent1"/>
                    </a:buClr>
                    <a:buSzPct val="85000"/>
                    <a:buFont typeface="Wingdings 2"/>
                    <a:buChar char=""/>
                    <a:defRPr kumimoji="0" sz="2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548640" indent="-228600" algn="l" rtl="0" eaLnBrk="1" latinLnBrk="0" hangingPunct="1">
                    <a:spcBef>
                      <a:spcPts val="370"/>
                    </a:spcBef>
                    <a:buClr>
                      <a:schemeClr val="accent2"/>
                    </a:buClr>
                    <a:buSzPct val="85000"/>
                    <a:buFont typeface="Wingdings 2"/>
                    <a:buChar char=""/>
                    <a:defRPr kumimoji="0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22960" indent="-228600" algn="l" rtl="0" eaLnBrk="1" latinLnBrk="0" hangingPunct="1">
                    <a:spcBef>
                      <a:spcPts val="370"/>
                    </a:spcBef>
                    <a:buClr>
                      <a:schemeClr val="accent1">
                        <a:tint val="60000"/>
                      </a:schemeClr>
                    </a:buClr>
                    <a:buSzPct val="85000"/>
                    <a:buFont typeface="Wingdings 2"/>
                    <a:buChar char=""/>
                    <a:defRPr kumimoji="0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97280" indent="-228600" algn="l" rtl="0" eaLnBrk="1" latinLnBrk="0" hangingPunct="1">
                    <a:spcBef>
                      <a:spcPts val="370"/>
                    </a:spcBef>
                    <a:buClr>
                      <a:schemeClr val="accent3"/>
                    </a:buClr>
                    <a:buSzPct val="80000"/>
                    <a:buFont typeface="Wingdings 2"/>
                    <a:buChar char=""/>
                    <a:defRPr kumimoji="0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1" latinLnBrk="0" hangingPunct="1">
                    <a:spcBef>
                      <a:spcPts val="370"/>
                    </a:spcBef>
                    <a:buClr>
                      <a:schemeClr val="accent3"/>
                    </a:buClr>
                    <a:buFontTx/>
                    <a:buChar char="o"/>
                    <a:defRPr kumimoji="0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645920" indent="-228600" algn="l" rtl="0" eaLnBrk="1" latinLnBrk="0" hangingPunct="1">
                    <a:spcBef>
                      <a:spcPts val="370"/>
                    </a:spcBef>
                    <a:buClr>
                      <a:schemeClr val="accent3"/>
                    </a:buClr>
                    <a:buChar char="•"/>
                    <a:defRPr kumimoji="0" sz="1800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1920240" indent="-228600" algn="l" rtl="0" eaLnBrk="1" latinLnBrk="0" hangingPunct="1">
                    <a:spcBef>
                      <a:spcPts val="370"/>
                    </a:spcBef>
                    <a:buClr>
                      <a:schemeClr val="accent2"/>
                    </a:buClr>
                    <a:buChar char="•"/>
                    <a:defRPr kumimoji="0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194560" indent="-228600" algn="l" rtl="0" eaLnBrk="1" latinLnBrk="0" hangingPunct="1">
                    <a:spcBef>
                      <a:spcPts val="370"/>
                    </a:spcBef>
                    <a:buClr>
                      <a:schemeClr val="accent1">
                        <a:tint val="60000"/>
                      </a:schemeClr>
                    </a:buClr>
                    <a:buChar char="•"/>
                    <a:defRPr kumimoji="0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468880" indent="-228600" algn="l" rtl="0" eaLnBrk="1" latinLnBrk="0" hangingPunct="1">
                    <a:spcBef>
                      <a:spcPts val="370"/>
                    </a:spcBef>
                    <a:buClr>
                      <a:schemeClr val="accent2">
                        <a:tint val="60000"/>
                      </a:schemeClr>
                    </a:buClr>
                    <a:buChar char="•"/>
                    <a:defRPr kumimoji="0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ClrTx/>
                    <a:buFont typeface="Wingdings 2"/>
                    <a:buNone/>
                  </a:pPr>
                  <a:r>
                    <a:rPr lang="en-US" sz="1800">
                      <a:latin typeface="Arial" panose="020B0604020202020204" pitchFamily="34" charset="0"/>
                      <a:cs typeface="Arial" panose="020B0604020202020204" pitchFamily="34" charset="0"/>
                    </a:rPr>
                    <a:t>V</a:t>
                  </a:r>
                </a:p>
              </p:txBody>
            </p:sp>
          </p:grpSp>
          <p:sp>
            <p:nvSpPr>
              <p:cNvPr id="40" name="Content Placeholder 2"/>
              <p:cNvSpPr txBox="1">
                <a:spLocks/>
              </p:cNvSpPr>
              <p:nvPr/>
            </p:nvSpPr>
            <p:spPr>
              <a:xfrm>
                <a:off x="5257800" y="1676400"/>
                <a:ext cx="343104" cy="4219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>
                <a:noAutofit/>
              </a:bodyPr>
              <a:lstStyle>
                <a:lvl1pPr marL="274320" indent="-274320" algn="l" rtl="0" eaLnBrk="1" latinLnBrk="0" hangingPunct="1">
                  <a:spcBef>
                    <a:spcPts val="580"/>
                  </a:spcBef>
                  <a:buClr>
                    <a:schemeClr val="accent1"/>
                  </a:buClr>
                  <a:buSzPct val="85000"/>
                  <a:buFont typeface="Wingdings 2"/>
                  <a:buChar char=""/>
                  <a:defRPr kumimoji="0"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8640" indent="-228600" algn="l" rtl="0" eaLnBrk="1" latinLnBrk="0" hangingPunct="1">
                  <a:spcBef>
                    <a:spcPts val="370"/>
                  </a:spcBef>
                  <a:buClr>
                    <a:schemeClr val="accent2"/>
                  </a:buClr>
                  <a:buSzPct val="85000"/>
                  <a:buFont typeface="Wingdings 2"/>
                  <a:buChar char="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22960" indent="-228600" algn="l" rtl="0" eaLnBrk="1" latinLnBrk="0" hangingPunct="1">
                  <a:spcBef>
                    <a:spcPts val="370"/>
                  </a:spcBef>
                  <a:buClr>
                    <a:schemeClr val="accent1">
                      <a:tint val="60000"/>
                    </a:schemeClr>
                  </a:buClr>
                  <a:buSzPct val="85000"/>
                  <a:buFont typeface="Wingdings 2"/>
                  <a:buChar char="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728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SzPct val="80000"/>
                  <a:buFont typeface="Wingdings 2"/>
                  <a:buChar char="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FontTx/>
                  <a:buChar char="o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Char char="•"/>
                  <a:defRPr kumimoji="0"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920240" indent="-228600" algn="l" rtl="0" eaLnBrk="1" latinLnBrk="0" hangingPunct="1">
                  <a:spcBef>
                    <a:spcPts val="370"/>
                  </a:spcBef>
                  <a:buClr>
                    <a:schemeClr val="accent2"/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94560" indent="-228600" algn="l" rtl="0" eaLnBrk="1" latinLnBrk="0" hangingPunct="1">
                  <a:spcBef>
                    <a:spcPts val="370"/>
                  </a:spcBef>
                  <a:buClr>
                    <a:schemeClr val="accent1">
                      <a:tint val="60000"/>
                    </a:schemeClr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468880" indent="-228600" algn="l" rtl="0" eaLnBrk="1" latinLnBrk="0" hangingPunct="1">
                  <a:spcBef>
                    <a:spcPts val="370"/>
                  </a:spcBef>
                  <a:buClr>
                    <a:schemeClr val="accent2">
                      <a:tint val="60000"/>
                    </a:schemeClr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ClrTx/>
                  <a:buFont typeface="Wingdings 2"/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</a:p>
            </p:txBody>
          </p:sp>
          <p:sp>
            <p:nvSpPr>
              <p:cNvPr id="41" name="Content Placeholder 2"/>
              <p:cNvSpPr txBox="1">
                <a:spLocks/>
              </p:cNvSpPr>
              <p:nvPr/>
            </p:nvSpPr>
            <p:spPr>
              <a:xfrm>
                <a:off x="6880666" y="1736001"/>
                <a:ext cx="343104" cy="3975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>
                <a:noAutofit/>
              </a:bodyPr>
              <a:lstStyle>
                <a:lvl1pPr marL="274320" indent="-274320" algn="l" rtl="0" eaLnBrk="1" latinLnBrk="0" hangingPunct="1">
                  <a:spcBef>
                    <a:spcPts val="580"/>
                  </a:spcBef>
                  <a:buClr>
                    <a:schemeClr val="accent1"/>
                  </a:buClr>
                  <a:buSzPct val="85000"/>
                  <a:buFont typeface="Wingdings 2"/>
                  <a:buChar char=""/>
                  <a:defRPr kumimoji="0"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8640" indent="-228600" algn="l" rtl="0" eaLnBrk="1" latinLnBrk="0" hangingPunct="1">
                  <a:spcBef>
                    <a:spcPts val="370"/>
                  </a:spcBef>
                  <a:buClr>
                    <a:schemeClr val="accent2"/>
                  </a:buClr>
                  <a:buSzPct val="85000"/>
                  <a:buFont typeface="Wingdings 2"/>
                  <a:buChar char="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22960" indent="-228600" algn="l" rtl="0" eaLnBrk="1" latinLnBrk="0" hangingPunct="1">
                  <a:spcBef>
                    <a:spcPts val="370"/>
                  </a:spcBef>
                  <a:buClr>
                    <a:schemeClr val="accent1">
                      <a:tint val="60000"/>
                    </a:schemeClr>
                  </a:buClr>
                  <a:buSzPct val="85000"/>
                  <a:buFont typeface="Wingdings 2"/>
                  <a:buChar char="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728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SzPct val="80000"/>
                  <a:buFont typeface="Wingdings 2"/>
                  <a:buChar char="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FontTx/>
                  <a:buChar char="o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Char char="•"/>
                  <a:defRPr kumimoji="0"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920240" indent="-228600" algn="l" rtl="0" eaLnBrk="1" latinLnBrk="0" hangingPunct="1">
                  <a:spcBef>
                    <a:spcPts val="370"/>
                  </a:spcBef>
                  <a:buClr>
                    <a:schemeClr val="accent2"/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94560" indent="-228600" algn="l" rtl="0" eaLnBrk="1" latinLnBrk="0" hangingPunct="1">
                  <a:spcBef>
                    <a:spcPts val="370"/>
                  </a:spcBef>
                  <a:buClr>
                    <a:schemeClr val="accent1">
                      <a:tint val="60000"/>
                    </a:schemeClr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468880" indent="-228600" algn="l" rtl="0" eaLnBrk="1" latinLnBrk="0" hangingPunct="1">
                  <a:spcBef>
                    <a:spcPts val="370"/>
                  </a:spcBef>
                  <a:buClr>
                    <a:schemeClr val="accent2">
                      <a:tint val="60000"/>
                    </a:schemeClr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ClrTx/>
                  <a:buFont typeface="Wingdings 2"/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II</a:t>
                </a:r>
              </a:p>
            </p:txBody>
          </p:sp>
        </p:grp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D9B340D-0469-4DE2-B980-9EA1CFA920C9}"/>
                </a:ext>
              </a:extLst>
            </p:cNvPr>
            <p:cNvSpPr/>
            <p:nvPr/>
          </p:nvSpPr>
          <p:spPr>
            <a:xfrm>
              <a:off x="6146442" y="838200"/>
              <a:ext cx="381000" cy="369888"/>
            </a:xfrm>
            <a:prstGeom prst="ellipse">
              <a:avLst/>
            </a:prstGeom>
            <a:solidFill>
              <a:srgbClr val="FFFF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>
                  <a:solidFill>
                    <a:srgbClr val="FF0000"/>
                  </a:solidFill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92974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  <p:bldP spid="4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ight Arrow 32"/>
          <p:cNvSpPr/>
          <p:nvPr/>
        </p:nvSpPr>
        <p:spPr>
          <a:xfrm>
            <a:off x="3970337" y="1173352"/>
            <a:ext cx="304800" cy="358494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8" name="Object 37"/>
          <p:cNvGraphicFramePr>
            <a:graphicFrameLocks noChangeAspect="1"/>
          </p:cNvGraphicFramePr>
          <p:nvPr/>
        </p:nvGraphicFramePr>
        <p:xfrm>
          <a:off x="4556125" y="585788"/>
          <a:ext cx="3825875" cy="157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97080" imgH="901440" progId="Equation.DSMT4">
                  <p:embed/>
                </p:oleObj>
              </mc:Choice>
              <mc:Fallback>
                <p:oleObj name="Equation" r:id="rId3" imgW="2197080" imgH="901440" progId="Equation.DSMT4">
                  <p:embed/>
                  <p:pic>
                    <p:nvPicPr>
                      <p:cNvPr id="38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6125" y="585788"/>
                        <a:ext cx="3825875" cy="15716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13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24488E6-C525-49B0-8FB8-2DFB7E22BDB5}"/>
              </a:ext>
            </a:extLst>
          </p:cNvPr>
          <p:cNvGrpSpPr/>
          <p:nvPr/>
        </p:nvGrpSpPr>
        <p:grpSpPr>
          <a:xfrm>
            <a:off x="621019" y="621124"/>
            <a:ext cx="2884181" cy="1469184"/>
            <a:chOff x="621019" y="621124"/>
            <a:chExt cx="2884181" cy="1469184"/>
          </a:xfrm>
        </p:grpSpPr>
        <p:graphicFrame>
          <p:nvGraphicFramePr>
            <p:cNvPr id="25" name="Object 24"/>
            <p:cNvGraphicFramePr>
              <a:graphicFrameLocks noChangeAspect="1"/>
            </p:cNvGraphicFramePr>
            <p:nvPr/>
          </p:nvGraphicFramePr>
          <p:xfrm>
            <a:off x="966333" y="640442"/>
            <a:ext cx="2398713" cy="473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269720" imgH="253800" progId="Equation.DSMT4">
                    <p:embed/>
                  </p:oleObj>
                </mc:Choice>
                <mc:Fallback>
                  <p:oleObj name="Equation" r:id="rId5" imgW="1269720" imgH="253800" progId="Equation.DSMT4">
                    <p:embed/>
                    <p:pic>
                      <p:nvPicPr>
                        <p:cNvPr id="25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6333" y="640442"/>
                          <a:ext cx="2398713" cy="47307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Object 28"/>
            <p:cNvGraphicFramePr>
              <a:graphicFrameLocks noChangeAspect="1"/>
            </p:cNvGraphicFramePr>
            <p:nvPr/>
          </p:nvGraphicFramePr>
          <p:xfrm>
            <a:off x="966333" y="1169558"/>
            <a:ext cx="2092325" cy="449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104840" imgH="241200" progId="Equation.DSMT4">
                    <p:embed/>
                  </p:oleObj>
                </mc:Choice>
                <mc:Fallback>
                  <p:oleObj name="Equation" r:id="rId7" imgW="1104840" imgH="241200" progId="Equation.DSMT4">
                    <p:embed/>
                    <p:pic>
                      <p:nvPicPr>
                        <p:cNvPr id="29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6333" y="1169558"/>
                          <a:ext cx="2092325" cy="44926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" name="Object 34"/>
            <p:cNvGraphicFramePr>
              <a:graphicFrameLocks noChangeAspect="1"/>
            </p:cNvGraphicFramePr>
            <p:nvPr/>
          </p:nvGraphicFramePr>
          <p:xfrm>
            <a:off x="979487" y="1604533"/>
            <a:ext cx="2525713" cy="485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333440" imgH="253800" progId="Equation.DSMT4">
                    <p:embed/>
                  </p:oleObj>
                </mc:Choice>
                <mc:Fallback>
                  <p:oleObj name="Equation" r:id="rId9" imgW="1333440" imgH="253800" progId="Equation.DSMT4">
                    <p:embed/>
                    <p:pic>
                      <p:nvPicPr>
                        <p:cNvPr id="35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9487" y="1604533"/>
                          <a:ext cx="2525713" cy="48577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" name="Left Brace 2">
              <a:extLst>
                <a:ext uri="{FF2B5EF4-FFF2-40B4-BE49-F238E27FC236}">
                  <a16:creationId xmlns:a16="http://schemas.microsoft.com/office/drawing/2014/main" id="{EAC973DB-6D2E-42D4-9867-FB0F7E7E64E6}"/>
                </a:ext>
              </a:extLst>
            </p:cNvPr>
            <p:cNvSpPr/>
            <p:nvPr/>
          </p:nvSpPr>
          <p:spPr>
            <a:xfrm>
              <a:off x="621019" y="621124"/>
              <a:ext cx="317499" cy="1449866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34088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81000"/>
            <a:ext cx="7848600" cy="609600"/>
          </a:xfrm>
        </p:spPr>
        <p:txBody>
          <a:bodyPr anchor="t" anchorCtr="0">
            <a:normAutofit/>
          </a:bodyPr>
          <a:lstStyle/>
          <a:p>
            <a:pPr algn="l"/>
            <a:r>
              <a:rPr lang="en-US" sz="28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2.5 CÔNG SUẤT</a:t>
            </a:r>
            <a:endParaRPr lang="en-US" sz="28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14717" y="928504"/>
            <a:ext cx="7258862" cy="609600"/>
          </a:xfrm>
          <a:prstGeom prst="rect">
            <a:avLst/>
          </a:prstGeom>
        </p:spPr>
        <p:txBody>
          <a:bodyPr bIns="91440" anchor="t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2.5.1 Công suất tác dụng, phản kháng, biểu kiến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7674120" y="914400"/>
            <a:ext cx="1165080" cy="2212360"/>
            <a:chOff x="6576363" y="663362"/>
            <a:chExt cx="1165080" cy="2212360"/>
          </a:xfrm>
        </p:grpSpPr>
        <p:sp>
          <p:nvSpPr>
            <p:cNvPr id="8" name="Rectangle 7"/>
            <p:cNvSpPr/>
            <p:nvPr/>
          </p:nvSpPr>
          <p:spPr>
            <a:xfrm>
              <a:off x="7436643" y="1625475"/>
              <a:ext cx="304800" cy="838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 8"/>
            <p:cNvSpPr/>
            <p:nvPr/>
          </p:nvSpPr>
          <p:spPr>
            <a:xfrm>
              <a:off x="6629401" y="1205948"/>
              <a:ext cx="964096" cy="424069"/>
            </a:xfrm>
            <a:custGeom>
              <a:avLst/>
              <a:gdLst>
                <a:gd name="connsiteX0" fmla="*/ 0 w 702365"/>
                <a:gd name="connsiteY0" fmla="*/ 0 h 424069"/>
                <a:gd name="connsiteX1" fmla="*/ 702365 w 702365"/>
                <a:gd name="connsiteY1" fmla="*/ 0 h 424069"/>
                <a:gd name="connsiteX2" fmla="*/ 702365 w 702365"/>
                <a:gd name="connsiteY2" fmla="*/ 424069 h 424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02365" h="424069">
                  <a:moveTo>
                    <a:pt x="0" y="0"/>
                  </a:moveTo>
                  <a:lnTo>
                    <a:pt x="702365" y="0"/>
                  </a:lnTo>
                  <a:lnTo>
                    <a:pt x="702365" y="424069"/>
                  </a:lnTo>
                </a:path>
              </a:pathLst>
            </a:custGeom>
            <a:noFill/>
            <a:ln w="25400">
              <a:solidFill>
                <a:schemeClr val="tx1"/>
              </a:solidFill>
              <a:headEnd type="oval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6629401" y="2491409"/>
              <a:ext cx="964095" cy="384313"/>
            </a:xfrm>
            <a:custGeom>
              <a:avLst/>
              <a:gdLst>
                <a:gd name="connsiteX0" fmla="*/ 649357 w 649357"/>
                <a:gd name="connsiteY0" fmla="*/ 0 h 384313"/>
                <a:gd name="connsiteX1" fmla="*/ 649357 w 649357"/>
                <a:gd name="connsiteY1" fmla="*/ 384313 h 384313"/>
                <a:gd name="connsiteX2" fmla="*/ 0 w 649357"/>
                <a:gd name="connsiteY2" fmla="*/ 384313 h 384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9357" h="384313">
                  <a:moveTo>
                    <a:pt x="649357" y="0"/>
                  </a:moveTo>
                  <a:lnTo>
                    <a:pt x="649357" y="384313"/>
                  </a:lnTo>
                  <a:lnTo>
                    <a:pt x="0" y="384313"/>
                  </a:lnTo>
                </a:path>
              </a:pathLst>
            </a:custGeom>
            <a:noFill/>
            <a:ln w="25400">
              <a:solidFill>
                <a:schemeClr val="tx1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>
              <a:off x="6858000" y="1066800"/>
              <a:ext cx="57864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7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35940306"/>
                </p:ext>
              </p:extLst>
            </p:nvPr>
          </p:nvGraphicFramePr>
          <p:xfrm>
            <a:off x="6881233" y="663362"/>
            <a:ext cx="615950" cy="4159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279360" imgH="203040" progId="Equation.DSMT4">
                    <p:embed/>
                  </p:oleObj>
                </mc:Choice>
                <mc:Fallback>
                  <p:oleObj name="Equation" r:id="rId3" imgW="2793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81233" y="663362"/>
                          <a:ext cx="615950" cy="41592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23466070"/>
                </p:ext>
              </p:extLst>
            </p:nvPr>
          </p:nvGraphicFramePr>
          <p:xfrm>
            <a:off x="6576363" y="1796505"/>
            <a:ext cx="695325" cy="454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317160" imgH="203040" progId="Equation.DSMT4">
                    <p:embed/>
                  </p:oleObj>
                </mc:Choice>
                <mc:Fallback>
                  <p:oleObj name="Equation" r:id="rId5" imgW="3171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76363" y="1796505"/>
                          <a:ext cx="695325" cy="45402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6" name="Straight Arrow Connector 15"/>
            <p:cNvCxnSpPr/>
            <p:nvPr/>
          </p:nvCxnSpPr>
          <p:spPr>
            <a:xfrm>
              <a:off x="6576363" y="1327087"/>
              <a:ext cx="0" cy="13564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0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937866"/>
              </p:ext>
            </p:extLst>
          </p:nvPr>
        </p:nvGraphicFramePr>
        <p:xfrm>
          <a:off x="596900" y="1576388"/>
          <a:ext cx="2909491" cy="4815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84200" imgH="228600" progId="Equation.DSMT4">
                  <p:embed/>
                </p:oleObj>
              </mc:Choice>
              <mc:Fallback>
                <p:oleObj name="Equation" r:id="rId7" imgW="1384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900" y="1576388"/>
                        <a:ext cx="2909491" cy="48158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7097293"/>
              </p:ext>
            </p:extLst>
          </p:nvPr>
        </p:nvGraphicFramePr>
        <p:xfrm>
          <a:off x="3708400" y="1524000"/>
          <a:ext cx="3398221" cy="5240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485720" imgH="228600" progId="Equation.DSMT4">
                  <p:embed/>
                </p:oleObj>
              </mc:Choice>
              <mc:Fallback>
                <p:oleObj name="Equation" r:id="rId9" imgW="14857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1524000"/>
                        <a:ext cx="3398221" cy="52405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6569480"/>
              </p:ext>
            </p:extLst>
          </p:nvPr>
        </p:nvGraphicFramePr>
        <p:xfrm>
          <a:off x="555810" y="2781299"/>
          <a:ext cx="7319778" cy="13809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340080" imgH="634680" progId="Equation.DSMT4">
                  <p:embed/>
                </p:oleObj>
              </mc:Choice>
              <mc:Fallback>
                <p:oleObj name="Equation" r:id="rId11" imgW="3340080" imgH="63468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810" y="2781299"/>
                        <a:ext cx="7319778" cy="138095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3234709"/>
              </p:ext>
            </p:extLst>
          </p:nvPr>
        </p:nvGraphicFramePr>
        <p:xfrm>
          <a:off x="596899" y="4756416"/>
          <a:ext cx="2505161" cy="11109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091726" imgH="482391" progId="Equation.DSMT4">
                  <p:embed/>
                </p:oleObj>
              </mc:Choice>
              <mc:Fallback>
                <p:oleObj name="Equation" r:id="rId13" imgW="1091726" imgH="482391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899" y="4756416"/>
                        <a:ext cx="2505161" cy="111098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5484644"/>
              </p:ext>
            </p:extLst>
          </p:nvPr>
        </p:nvGraphicFramePr>
        <p:xfrm>
          <a:off x="3191108" y="4800600"/>
          <a:ext cx="3285892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295400" imgH="393700" progId="Equation.DSMT4">
                  <p:embed/>
                </p:oleObj>
              </mc:Choice>
              <mc:Fallback>
                <p:oleObj name="Equation" r:id="rId15" imgW="1295400" imgH="3937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1108" y="4800600"/>
                        <a:ext cx="3285892" cy="990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Content Placeholder 2"/>
          <p:cNvSpPr txBox="1">
            <a:spLocks/>
          </p:cNvSpPr>
          <p:nvPr/>
        </p:nvSpPr>
        <p:spPr>
          <a:xfrm>
            <a:off x="457200" y="4389783"/>
            <a:ext cx="6556306" cy="4572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Font typeface="Wingdings" panose="05000000000000000000" pitchFamily="2" charset="2"/>
              <a:buChar char="ü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Công suất trung bình trong 1 chu kỳ T:</a:t>
            </a:r>
          </a:p>
        </p:txBody>
      </p:sp>
      <p:sp>
        <p:nvSpPr>
          <p:cNvPr id="40" name="Content Placeholder 2"/>
          <p:cNvSpPr txBox="1">
            <a:spLocks/>
          </p:cNvSpPr>
          <p:nvPr/>
        </p:nvSpPr>
        <p:spPr>
          <a:xfrm>
            <a:off x="430247" y="2247900"/>
            <a:ext cx="6556306" cy="4572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Font typeface="Wingdings" panose="05000000000000000000" pitchFamily="2" charset="2"/>
              <a:buChar char="ü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Công suất tức thời: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592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4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4801256"/>
              </p:ext>
            </p:extLst>
          </p:nvPr>
        </p:nvGraphicFramePr>
        <p:xfrm>
          <a:off x="715962" y="2667000"/>
          <a:ext cx="6840062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187440" imgH="393480" progId="Equation.DSMT4">
                  <p:embed/>
                </p:oleObj>
              </mc:Choice>
              <mc:Fallback>
                <p:oleObj name="Equation" r:id="rId3" imgW="318744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962" y="2667000"/>
                        <a:ext cx="6840062" cy="8382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C0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Content Placeholder 2"/>
          <p:cNvSpPr txBox="1">
            <a:spLocks/>
          </p:cNvSpPr>
          <p:nvPr/>
        </p:nvSpPr>
        <p:spPr>
          <a:xfrm>
            <a:off x="454094" y="2136217"/>
            <a:ext cx="7116624" cy="457200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Font typeface="Wingdings" panose="05000000000000000000" pitchFamily="2" charset="2"/>
              <a:buChar char="Ø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Công suất phản kháng:</a:t>
            </a:r>
          </a:p>
        </p:txBody>
      </p:sp>
      <p:graphicFrame>
        <p:nvGraphicFramePr>
          <p:cNvPr id="22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0722041"/>
              </p:ext>
            </p:extLst>
          </p:nvPr>
        </p:nvGraphicFramePr>
        <p:xfrm>
          <a:off x="762000" y="4275137"/>
          <a:ext cx="3476664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98320" imgH="393480" progId="Equation.DSMT4">
                  <p:embed/>
                </p:oleObj>
              </mc:Choice>
              <mc:Fallback>
                <p:oleObj name="Equation" r:id="rId5" imgW="149832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4275137"/>
                        <a:ext cx="3476664" cy="906463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C0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2"/>
          <p:cNvSpPr txBox="1">
            <a:spLocks/>
          </p:cNvSpPr>
          <p:nvPr/>
        </p:nvSpPr>
        <p:spPr>
          <a:xfrm>
            <a:off x="419458" y="3741738"/>
            <a:ext cx="7116624" cy="457200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Font typeface="Wingdings" panose="05000000000000000000" pitchFamily="2" charset="2"/>
              <a:buChar char="Ø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Công suất biểu kiến:</a:t>
            </a:r>
          </a:p>
        </p:txBody>
      </p:sp>
      <p:graphicFrame>
        <p:nvGraphicFramePr>
          <p:cNvPr id="24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8062015"/>
              </p:ext>
            </p:extLst>
          </p:nvPr>
        </p:nvGraphicFramePr>
        <p:xfrm>
          <a:off x="614030" y="987983"/>
          <a:ext cx="7297591" cy="8408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390840" imgH="393480" progId="Equation.DSMT4">
                  <p:embed/>
                </p:oleObj>
              </mc:Choice>
              <mc:Fallback>
                <p:oleObj name="Equation" r:id="rId7" imgW="339084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030" y="987983"/>
                        <a:ext cx="7297591" cy="840817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C0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Content Placeholder 2"/>
          <p:cNvSpPr txBox="1">
            <a:spLocks/>
          </p:cNvSpPr>
          <p:nvPr/>
        </p:nvSpPr>
        <p:spPr>
          <a:xfrm>
            <a:off x="442649" y="457201"/>
            <a:ext cx="7468972" cy="457200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Font typeface="Wingdings" panose="05000000000000000000" pitchFamily="2" charset="2"/>
              <a:buChar char="Ø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Công suất tác dụng (công suất TB trong 1 chu kỳ):</a:t>
            </a:r>
          </a:p>
        </p:txBody>
      </p:sp>
      <p:graphicFrame>
        <p:nvGraphicFramePr>
          <p:cNvPr id="26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8805214"/>
              </p:ext>
            </p:extLst>
          </p:nvPr>
        </p:nvGraphicFramePr>
        <p:xfrm>
          <a:off x="1143000" y="5532305"/>
          <a:ext cx="1974850" cy="5636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38080" imgH="241200" progId="Equation.DSMT4">
                  <p:embed/>
                </p:oleObj>
              </mc:Choice>
              <mc:Fallback>
                <p:oleObj name="Equation" r:id="rId9" imgW="8380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5532305"/>
                        <a:ext cx="1974850" cy="563695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C0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ight Arrow 3"/>
          <p:cNvSpPr/>
          <p:nvPr/>
        </p:nvSpPr>
        <p:spPr>
          <a:xfrm>
            <a:off x="690230" y="5562600"/>
            <a:ext cx="300370" cy="438414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515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23" grpId="0"/>
      <p:bldP spid="25" grpId="0"/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0" y="609600"/>
            <a:ext cx="2280249" cy="1981200"/>
          </a:xfrm>
          <a:prstGeom prst="rect">
            <a:avLst/>
          </a:prstGeom>
        </p:spPr>
      </p:pic>
      <p:sp>
        <p:nvSpPr>
          <p:cNvPr id="11" name="Content Placeholder 2"/>
          <p:cNvSpPr txBox="1">
            <a:spLocks/>
          </p:cNvSpPr>
          <p:nvPr/>
        </p:nvSpPr>
        <p:spPr>
          <a:xfrm>
            <a:off x="533400" y="510209"/>
            <a:ext cx="6556306" cy="4572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Font typeface="Wingdings" panose="05000000000000000000" pitchFamily="2" charset="2"/>
              <a:buChar char="v"/>
            </a:pPr>
            <a:r>
              <a:rPr lang="en-US" sz="24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Mạch 2 cực Z=R+jX:</a:t>
            </a: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533400" y="1143000"/>
            <a:ext cx="4038600" cy="4572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Font typeface="Wingdings" panose="05000000000000000000" pitchFamily="2" charset="2"/>
              <a:buChar char="ü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Công suất tác dụng: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859530"/>
              </p:ext>
            </p:extLst>
          </p:nvPr>
        </p:nvGraphicFramePr>
        <p:xfrm>
          <a:off x="838199" y="1600200"/>
          <a:ext cx="4690785" cy="8945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44700" imgH="393700" progId="Equation.DSMT4">
                  <p:embed/>
                </p:oleObj>
              </mc:Choice>
              <mc:Fallback>
                <p:oleObj name="Equation" r:id="rId4" imgW="2044700" imgH="3937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199" y="1600200"/>
                        <a:ext cx="4690785" cy="894522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Content Placeholder 2"/>
          <p:cNvSpPr txBox="1">
            <a:spLocks/>
          </p:cNvSpPr>
          <p:nvPr/>
        </p:nvSpPr>
        <p:spPr>
          <a:xfrm>
            <a:off x="457201" y="3253409"/>
            <a:ext cx="4038600" cy="4572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Font typeface="Wingdings" panose="05000000000000000000" pitchFamily="2" charset="2"/>
              <a:buChar char="ü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Công suất phản kháng: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9042701"/>
              </p:ext>
            </p:extLst>
          </p:nvPr>
        </p:nvGraphicFramePr>
        <p:xfrm>
          <a:off x="838199" y="3710609"/>
          <a:ext cx="4795024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44700" imgH="393700" progId="Equation.DSMT4">
                  <p:embed/>
                </p:oleObj>
              </mc:Choice>
              <mc:Fallback>
                <p:oleObj name="Equation" r:id="rId6" imgW="2044700" imgH="3937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199" y="3710609"/>
                        <a:ext cx="4795024" cy="9144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Content Placeholder 2"/>
          <p:cNvSpPr txBox="1">
            <a:spLocks/>
          </p:cNvSpPr>
          <p:nvPr/>
        </p:nvSpPr>
        <p:spPr>
          <a:xfrm>
            <a:off x="764502" y="2537791"/>
            <a:ext cx="6094101" cy="4572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Tx/>
              <a:buNone/>
            </a:pPr>
            <a:r>
              <a:rPr lang="en-US" sz="2400" b="1" i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400" i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chỉ tồn tại trên R, trên L&amp;C thì </a:t>
            </a:r>
            <a:r>
              <a:rPr lang="en-US" sz="2400" b="1" i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 </a:t>
            </a:r>
            <a:r>
              <a:rPr lang="en-US" sz="2400" i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=0</a:t>
            </a:r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741311" y="4648200"/>
            <a:ext cx="6094101" cy="4572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Tx/>
              <a:buNone/>
            </a:pPr>
            <a:r>
              <a:rPr lang="en-US" sz="2400" b="1" i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n-US" sz="2400" i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chỉ tồn tại trên L&amp;C, trên R thì </a:t>
            </a:r>
            <a:r>
              <a:rPr lang="en-US" sz="2400" b="1" i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 </a:t>
            </a:r>
            <a:r>
              <a:rPr lang="en-US" sz="2400" i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=0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697AF6F-BFF3-D54C-4AB7-A6BD34BD4DC0}"/>
              </a:ext>
            </a:extLst>
          </p:cNvPr>
          <p:cNvSpPr txBox="1">
            <a:spLocks/>
          </p:cNvSpPr>
          <p:nvPr/>
        </p:nvSpPr>
        <p:spPr>
          <a:xfrm>
            <a:off x="5994168" y="3950805"/>
            <a:ext cx="2720612" cy="457200"/>
          </a:xfrm>
          <a:prstGeom prst="rect">
            <a:avLst/>
          </a:prstGeom>
        </p:spPr>
        <p:txBody>
          <a:bodyPr vert="horz">
            <a:normAutofit fontScale="92500" lnSpcReduction="20000"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Tx/>
              <a:buNone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Với: </a:t>
            </a:r>
            <a:r>
              <a:rPr lang="en-US" sz="3000" i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 = </a:t>
            </a:r>
            <a:r>
              <a:rPr lang="en-US" sz="3000" i="1" baseline="-250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u</a:t>
            </a:r>
            <a:r>
              <a:rPr lang="en-US" sz="3000" i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- </a:t>
            </a:r>
            <a:r>
              <a:rPr lang="en-US" sz="3000" i="1" baseline="-250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i</a:t>
            </a:r>
            <a:r>
              <a:rPr lang="en-US" sz="3000" i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400" i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6581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9" grpId="0"/>
      <p:bldP spid="20" grpId="0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172133" name="Group 172132"/>
          <p:cNvGrpSpPr/>
          <p:nvPr/>
        </p:nvGrpSpPr>
        <p:grpSpPr>
          <a:xfrm>
            <a:off x="4905834" y="-202926"/>
            <a:ext cx="4231239" cy="2492719"/>
            <a:chOff x="146304" y="860477"/>
            <a:chExt cx="4143072" cy="2414739"/>
          </a:xfrm>
        </p:grpSpPr>
        <p:cxnSp>
          <p:nvCxnSpPr>
            <p:cNvPr id="172112" name="Straight Arrow Connector 172111"/>
            <p:cNvCxnSpPr/>
            <p:nvPr/>
          </p:nvCxnSpPr>
          <p:spPr>
            <a:xfrm>
              <a:off x="1981200" y="1716340"/>
              <a:ext cx="6096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Rectangle 44"/>
            <p:cNvSpPr>
              <a:spLocks noChangeArrowheads="1"/>
            </p:cNvSpPr>
            <p:nvPr/>
          </p:nvSpPr>
          <p:spPr bwMode="auto">
            <a:xfrm>
              <a:off x="1981200" y="1716340"/>
              <a:ext cx="593725" cy="3727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just"/>
              <a:r>
                <a:rPr lang="en-US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i(t)</a:t>
              </a:r>
            </a:p>
          </p:txBody>
        </p:sp>
        <p:pic>
          <p:nvPicPr>
            <p:cNvPr id="172132" name="Picture 17213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6304" y="860477"/>
              <a:ext cx="4143072" cy="2414739"/>
            </a:xfrm>
            <a:prstGeom prst="rect">
              <a:avLst/>
            </a:prstGeom>
          </p:spPr>
        </p:pic>
      </p:grpSp>
      <p:sp>
        <p:nvSpPr>
          <p:cNvPr id="173" name="Rectangle 4"/>
          <p:cNvSpPr>
            <a:spLocks noChangeArrowheads="1"/>
          </p:cNvSpPr>
          <p:nvPr/>
        </p:nvSpPr>
        <p:spPr bwMode="auto">
          <a:xfrm>
            <a:off x="381000" y="304800"/>
            <a:ext cx="4724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lang="en-US" sz="2400" b="1" u="sng" dirty="0" err="1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Ví</a:t>
            </a:r>
            <a:r>
              <a:rPr lang="en-US" sz="2400" b="1" u="sng" dirty="0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 </a:t>
            </a:r>
            <a:r>
              <a:rPr lang="en-US" sz="2400" b="1" u="sng" dirty="0" err="1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dụ</a:t>
            </a:r>
            <a:r>
              <a:rPr lang="en-US" sz="2400" b="1" u="sng" dirty="0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:</a:t>
            </a:r>
            <a:r>
              <a:rPr lang="en-US" sz="2400" dirty="0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 </a:t>
            </a:r>
            <a:r>
              <a:rPr lang="en-US" sz="2400" dirty="0" err="1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Tính</a:t>
            </a:r>
            <a:r>
              <a:rPr lang="en-US" sz="2400" dirty="0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 </a:t>
            </a:r>
            <a:r>
              <a:rPr lang="en-US" sz="2400" dirty="0" err="1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công</a:t>
            </a:r>
            <a:r>
              <a:rPr lang="en-US" sz="2400" dirty="0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 </a:t>
            </a:r>
            <a:r>
              <a:rPr lang="en-US" sz="2400" dirty="0" err="1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suất</a:t>
            </a:r>
            <a:r>
              <a:rPr lang="en-US" sz="2400" dirty="0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 </a:t>
            </a:r>
            <a:r>
              <a:rPr lang="en-US" sz="2400" dirty="0" err="1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tác</a:t>
            </a:r>
            <a:r>
              <a:rPr lang="en-US" sz="2400" dirty="0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 </a:t>
            </a:r>
            <a:r>
              <a:rPr lang="en-US" sz="2400" dirty="0" err="1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dụng</a:t>
            </a:r>
            <a:r>
              <a:rPr lang="en-US" sz="2400" dirty="0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 &amp; </a:t>
            </a:r>
            <a:r>
              <a:rPr lang="en-US" sz="2400" dirty="0" err="1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phản</a:t>
            </a:r>
            <a:r>
              <a:rPr lang="en-US" sz="2400" dirty="0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 </a:t>
            </a:r>
            <a:r>
              <a:rPr lang="en-US" sz="2400" dirty="0" err="1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kháng</a:t>
            </a:r>
            <a:r>
              <a:rPr lang="en-US" sz="2400" dirty="0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 </a:t>
            </a:r>
            <a:r>
              <a:rPr lang="en-US" sz="2400" dirty="0" err="1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trên</a:t>
            </a:r>
            <a:r>
              <a:rPr lang="en-US" sz="2400" dirty="0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 </a:t>
            </a:r>
            <a:r>
              <a:rPr lang="en-US" sz="2400" dirty="0" err="1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các</a:t>
            </a:r>
            <a:r>
              <a:rPr lang="en-US" sz="2400" dirty="0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 </a:t>
            </a:r>
            <a:r>
              <a:rPr lang="en-US" sz="2400" dirty="0" err="1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phần</a:t>
            </a:r>
            <a:r>
              <a:rPr lang="en-US" sz="2400" dirty="0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 </a:t>
            </a:r>
            <a:r>
              <a:rPr lang="en-US" sz="2400" dirty="0" err="1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tử</a:t>
            </a:r>
            <a:r>
              <a:rPr lang="en-US" sz="2400" dirty="0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. </a:t>
            </a:r>
            <a:endParaRPr kumimoji="0" lang="en-US" sz="2400" b="1" i="1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  <a:sym typeface="Symbol" pitchFamily="18" charset="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416878" y="1967421"/>
            <a:ext cx="314117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i="1">
                <a:latin typeface="Times New Roman" panose="02020603050405020304" pitchFamily="18" charset="0"/>
                <a:cs typeface="Times New Roman" panose="02020603050405020304" pitchFamily="18" charset="0"/>
              </a:rPr>
              <a:t>R=2</a:t>
            </a:r>
            <a:r>
              <a:rPr lang="en-US" sz="22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; L=40mH; C=5mF</a:t>
            </a:r>
          </a:p>
          <a:p>
            <a:r>
              <a:rPr lang="en-US" sz="22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e(t)=10sin(</a:t>
            </a:r>
            <a:r>
              <a:rPr lang="en-US" sz="22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100</a:t>
            </a:r>
            <a:r>
              <a:rPr lang="en-US" sz="22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t), V</a:t>
            </a:r>
            <a:endParaRPr lang="en-US" sz="22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1606123"/>
              </p:ext>
            </p:extLst>
          </p:nvPr>
        </p:nvGraphicFramePr>
        <p:xfrm>
          <a:off x="624440" y="1153433"/>
          <a:ext cx="4114271" cy="7939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71700" imgH="419100" progId="Equation.DSMT4">
                  <p:embed/>
                </p:oleObj>
              </mc:Choice>
              <mc:Fallback>
                <p:oleObj name="Equation" r:id="rId4" imgW="2171700" imgH="4191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440" y="1153433"/>
                        <a:ext cx="4114271" cy="79398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1658309"/>
              </p:ext>
            </p:extLst>
          </p:nvPr>
        </p:nvGraphicFramePr>
        <p:xfrm>
          <a:off x="640091" y="2068513"/>
          <a:ext cx="2690812" cy="750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96800" imgH="393480" progId="Equation.DSMT4">
                  <p:embed/>
                </p:oleObj>
              </mc:Choice>
              <mc:Fallback>
                <p:oleObj name="Equation" r:id="rId6" imgW="1396800" imgH="39348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91" y="2068513"/>
                        <a:ext cx="2690812" cy="750887"/>
                      </a:xfrm>
                      <a:prstGeom prst="rect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2100576"/>
              </p:ext>
            </p:extLst>
          </p:nvPr>
        </p:nvGraphicFramePr>
        <p:xfrm>
          <a:off x="652463" y="2873375"/>
          <a:ext cx="2787650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36480" imgH="393480" progId="Equation.DSMT4">
                  <p:embed/>
                </p:oleObj>
              </mc:Choice>
              <mc:Fallback>
                <p:oleObj name="Equation" r:id="rId8" imgW="1536480" imgH="39348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463" y="2873375"/>
                        <a:ext cx="2787650" cy="708025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4719598"/>
              </p:ext>
            </p:extLst>
          </p:nvPr>
        </p:nvGraphicFramePr>
        <p:xfrm>
          <a:off x="652790" y="3643749"/>
          <a:ext cx="7653010" cy="852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759120" imgH="419040" progId="Equation.DSMT4">
                  <p:embed/>
                </p:oleObj>
              </mc:Choice>
              <mc:Fallback>
                <p:oleObj name="Equation" r:id="rId10" imgW="3759120" imgH="41904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790" y="3643749"/>
                        <a:ext cx="7653010" cy="852051"/>
                      </a:xfrm>
                      <a:prstGeom prst="rect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5084130"/>
              </p:ext>
            </p:extLst>
          </p:nvPr>
        </p:nvGraphicFramePr>
        <p:xfrm>
          <a:off x="3861128" y="2858084"/>
          <a:ext cx="3111500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714320" imgH="393480" progId="Equation.DSMT4">
                  <p:embed/>
                </p:oleObj>
              </mc:Choice>
              <mc:Fallback>
                <p:oleObj name="Equation" r:id="rId12" imgW="171432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1128" y="2858084"/>
                        <a:ext cx="3111500" cy="708025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802206"/>
              </p:ext>
            </p:extLst>
          </p:nvPr>
        </p:nvGraphicFramePr>
        <p:xfrm>
          <a:off x="659139" y="4579083"/>
          <a:ext cx="7646660" cy="828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873240" imgH="419040" progId="Equation.DSMT4">
                  <p:embed/>
                </p:oleObj>
              </mc:Choice>
              <mc:Fallback>
                <p:oleObj name="Equation" r:id="rId14" imgW="3873240" imgH="41904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139" y="4579083"/>
                        <a:ext cx="7646660" cy="828237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ight Arrow 21"/>
          <p:cNvSpPr/>
          <p:nvPr/>
        </p:nvSpPr>
        <p:spPr>
          <a:xfrm>
            <a:off x="776795" y="5714999"/>
            <a:ext cx="677683" cy="358769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1622932" y="5562600"/>
            <a:ext cx="5311268" cy="959396"/>
            <a:chOff x="2057400" y="5301521"/>
            <a:chExt cx="5311268" cy="959396"/>
          </a:xfrm>
        </p:grpSpPr>
        <p:graphicFrame>
          <p:nvGraphicFramePr>
            <p:cNvPr id="23" name="Object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75411936"/>
                </p:ext>
              </p:extLst>
            </p:nvPr>
          </p:nvGraphicFramePr>
          <p:xfrm>
            <a:off x="2427288" y="5301521"/>
            <a:ext cx="4941380" cy="5956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2108160" imgH="253800" progId="Equation.DSMT4">
                    <p:embed/>
                  </p:oleObj>
                </mc:Choice>
                <mc:Fallback>
                  <p:oleObj name="Equation" r:id="rId16" imgW="210816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27288" y="5301521"/>
                          <a:ext cx="4941380" cy="595696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Rectangle 25"/>
            <p:cNvSpPr/>
            <p:nvPr/>
          </p:nvSpPr>
          <p:spPr>
            <a:xfrm>
              <a:off x="3549650" y="5363655"/>
              <a:ext cx="96341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(Phát)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057400" y="5812690"/>
              <a:ext cx="169671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Các nguồn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4786117" y="5860807"/>
              <a:ext cx="2148083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Các phần tử khác</a:t>
              </a: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8" name="Arrow: Curved Right 7">
            <a:extLst>
              <a:ext uri="{FF2B5EF4-FFF2-40B4-BE49-F238E27FC236}">
                <a16:creationId xmlns:a16="http://schemas.microsoft.com/office/drawing/2014/main" id="{3E7C230D-DBA3-4930-AECA-1E461CABD1CC}"/>
              </a:ext>
            </a:extLst>
          </p:cNvPr>
          <p:cNvSpPr/>
          <p:nvPr/>
        </p:nvSpPr>
        <p:spPr>
          <a:xfrm>
            <a:off x="297167" y="2483088"/>
            <a:ext cx="342923" cy="1631709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Arrow: Curved Right 28">
            <a:extLst>
              <a:ext uri="{FF2B5EF4-FFF2-40B4-BE49-F238E27FC236}">
                <a16:creationId xmlns:a16="http://schemas.microsoft.com/office/drawing/2014/main" id="{C470ABEF-10A6-4065-9596-0E3127E49F26}"/>
              </a:ext>
            </a:extLst>
          </p:cNvPr>
          <p:cNvSpPr/>
          <p:nvPr/>
        </p:nvSpPr>
        <p:spPr>
          <a:xfrm>
            <a:off x="214871" y="3214255"/>
            <a:ext cx="367853" cy="1738745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CFB2EA-E3DA-34AA-EEB9-6A5CD1BA3D87}"/>
              </a:ext>
            </a:extLst>
          </p:cNvPr>
          <p:cNvSpPr/>
          <p:nvPr/>
        </p:nvSpPr>
        <p:spPr>
          <a:xfrm>
            <a:off x="1612993" y="5522844"/>
            <a:ext cx="5349696" cy="990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360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8" grpId="0" animBg="1"/>
      <p:bldP spid="29" grpId="0" animBg="1"/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4716" y="304800"/>
            <a:ext cx="8043484" cy="609600"/>
          </a:xfrm>
          <a:prstGeom prst="rect">
            <a:avLst/>
          </a:prstGeom>
        </p:spPr>
        <p:txBody>
          <a:bodyPr bIns="91440" anchor="t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2.5.2 Phối hợp Z giữa Nguồn-Tải để P lên tải cực đại</a:t>
            </a:r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9412223"/>
              </p:ext>
            </p:extLst>
          </p:nvPr>
        </p:nvGraphicFramePr>
        <p:xfrm>
          <a:off x="541517" y="1706385"/>
          <a:ext cx="1691474" cy="5034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99753" imgH="241195" progId="Equation.DSMT4">
                  <p:embed/>
                </p:oleObj>
              </mc:Choice>
              <mc:Fallback>
                <p:oleObj name="Equation" r:id="rId3" imgW="799753" imgH="241195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517" y="1706385"/>
                        <a:ext cx="1691474" cy="50341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3063828"/>
              </p:ext>
            </p:extLst>
          </p:nvPr>
        </p:nvGraphicFramePr>
        <p:xfrm>
          <a:off x="2627689" y="1733259"/>
          <a:ext cx="1818708" cy="4364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52087" imgH="228501" progId="Equation.DSMT4">
                  <p:embed/>
                </p:oleObj>
              </mc:Choice>
              <mc:Fallback>
                <p:oleObj name="Equation" r:id="rId5" imgW="952087" imgH="228501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689" y="1733259"/>
                        <a:ext cx="1818708" cy="43649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8761747"/>
              </p:ext>
            </p:extLst>
          </p:nvPr>
        </p:nvGraphicFramePr>
        <p:xfrm>
          <a:off x="3136687" y="2360542"/>
          <a:ext cx="1816313" cy="4588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01309" imgH="228501" progId="Equation.DSMT4">
                  <p:embed/>
                </p:oleObj>
              </mc:Choice>
              <mc:Fallback>
                <p:oleObj name="Equation" r:id="rId7" imgW="901309" imgH="228501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6687" y="2360542"/>
                        <a:ext cx="1816313" cy="45885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itle 1"/>
          <p:cNvSpPr txBox="1">
            <a:spLocks/>
          </p:cNvSpPr>
          <p:nvPr/>
        </p:nvSpPr>
        <p:spPr>
          <a:xfrm>
            <a:off x="381433" y="5410200"/>
            <a:ext cx="3623884" cy="609600"/>
          </a:xfrm>
          <a:prstGeom prst="rect">
            <a:avLst/>
          </a:prstGeom>
        </p:spPr>
        <p:txBody>
          <a:bodyPr bIns="91440" anchor="t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Khi </a:t>
            </a:r>
            <a:r>
              <a:rPr lang="en-US" sz="2200" b="1" i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en-US" sz="2200" b="1" i="1" baseline="-25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</a:t>
            </a:r>
            <a:r>
              <a:rPr lang="en-US" sz="2200" b="1" i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= -X</a:t>
            </a:r>
            <a:r>
              <a:rPr lang="en-US" sz="2200" b="1" i="1" baseline="-25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</a:t>
            </a:r>
            <a:r>
              <a:rPr lang="en-US" sz="2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thì </a:t>
            </a:r>
            <a:r>
              <a:rPr lang="en-US" sz="22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</a:t>
            </a:r>
            <a:r>
              <a:rPr lang="en-US" sz="2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-&gt; max</a:t>
            </a:r>
          </a:p>
        </p:txBody>
      </p:sp>
      <p:sp>
        <p:nvSpPr>
          <p:cNvPr id="29" name="Title 1"/>
          <p:cNvSpPr txBox="1">
            <a:spLocks/>
          </p:cNvSpPr>
          <p:nvPr/>
        </p:nvSpPr>
        <p:spPr>
          <a:xfrm>
            <a:off x="428108" y="2304926"/>
            <a:ext cx="4372492" cy="895474"/>
          </a:xfrm>
          <a:prstGeom prst="rect">
            <a:avLst/>
          </a:prstGeom>
        </p:spPr>
        <p:txBody>
          <a:bodyPr bIns="91440" anchor="t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Tìm trở kháng tải:</a:t>
            </a:r>
          </a:p>
          <a:p>
            <a:r>
              <a:rPr lang="en-US" sz="2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sao cho </a:t>
            </a:r>
            <a:r>
              <a:rPr lang="en-US" sz="22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</a:t>
            </a:r>
            <a:r>
              <a:rPr lang="en-US" sz="2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lên Z</a:t>
            </a:r>
            <a:r>
              <a:rPr lang="en-US" sz="2200" baseline="-25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</a:t>
            </a:r>
            <a:r>
              <a:rPr lang="en-US" sz="2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là cực đại? </a:t>
            </a:r>
          </a:p>
        </p:txBody>
      </p:sp>
      <p:graphicFrame>
        <p:nvGraphicFramePr>
          <p:cNvPr id="24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4195600"/>
              </p:ext>
            </p:extLst>
          </p:nvPr>
        </p:nvGraphicFramePr>
        <p:xfrm>
          <a:off x="914832" y="3200400"/>
          <a:ext cx="5655714" cy="981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022600" imgH="520700" progId="Equation.DSMT4">
                  <p:embed/>
                </p:oleObj>
              </mc:Choice>
              <mc:Fallback>
                <p:oleObj name="Equation" r:id="rId9" imgW="3022600" imgH="5207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832" y="3200400"/>
                        <a:ext cx="5655714" cy="9812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3944770"/>
              </p:ext>
            </p:extLst>
          </p:nvPr>
        </p:nvGraphicFramePr>
        <p:xfrm>
          <a:off x="914400" y="4305688"/>
          <a:ext cx="6048892" cy="102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857500" imgH="482600" progId="Equation.DSMT4">
                  <p:embed/>
                </p:oleObj>
              </mc:Choice>
              <mc:Fallback>
                <p:oleObj name="Equation" r:id="rId11" imgW="2857500" imgH="4826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4305688"/>
                        <a:ext cx="6048892" cy="10283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itle 1"/>
          <p:cNvSpPr txBox="1">
            <a:spLocks/>
          </p:cNvSpPr>
          <p:nvPr/>
        </p:nvSpPr>
        <p:spPr>
          <a:xfrm>
            <a:off x="567115" y="1400344"/>
            <a:ext cx="3879281" cy="407229"/>
          </a:xfrm>
          <a:prstGeom prst="rect">
            <a:avLst/>
          </a:prstGeom>
        </p:spPr>
        <p:txBody>
          <a:bodyPr bIns="91440" anchor="t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Cho biết giá trị nguồn: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541517" y="3429000"/>
            <a:ext cx="220483" cy="304800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ight Arrow 37"/>
          <p:cNvSpPr/>
          <p:nvPr/>
        </p:nvSpPr>
        <p:spPr>
          <a:xfrm>
            <a:off x="541516" y="4626973"/>
            <a:ext cx="220483" cy="304800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itle 1"/>
          <p:cNvSpPr txBox="1">
            <a:spLocks/>
          </p:cNvSpPr>
          <p:nvPr/>
        </p:nvSpPr>
        <p:spPr>
          <a:xfrm>
            <a:off x="541516" y="836743"/>
            <a:ext cx="3879281" cy="407229"/>
          </a:xfrm>
          <a:prstGeom prst="rect">
            <a:avLst/>
          </a:prstGeom>
        </p:spPr>
        <p:txBody>
          <a:bodyPr bIns="91440" anchor="t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b="1" u="sng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Đặt vấn đề: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5486400" y="838200"/>
            <a:ext cx="3351534" cy="2133600"/>
            <a:chOff x="5486400" y="838200"/>
            <a:chExt cx="3351534" cy="2133600"/>
          </a:xfrm>
        </p:grpSpPr>
        <p:sp>
          <p:nvSpPr>
            <p:cNvPr id="20" name="Oval 19"/>
            <p:cNvSpPr/>
            <p:nvPr/>
          </p:nvSpPr>
          <p:spPr>
            <a:xfrm>
              <a:off x="7192130" y="2540463"/>
              <a:ext cx="84005" cy="8400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7192130" y="1223112"/>
              <a:ext cx="84005" cy="8400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 Box 7"/>
            <p:cNvSpPr txBox="1">
              <a:spLocks noChangeArrowheads="1"/>
            </p:cNvSpPr>
            <p:nvPr/>
          </p:nvSpPr>
          <p:spPr bwMode="auto">
            <a:xfrm>
              <a:off x="8435767" y="1765208"/>
              <a:ext cx="402167" cy="42808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Z</a:t>
              </a:r>
              <a:r>
                <a:rPr lang="en-US" sz="2000" baseline="-250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t</a:t>
              </a:r>
              <a:endParaRPr lang="en-US" sz="2000" baseline="-25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Text Box 7"/>
            <p:cNvSpPr txBox="1">
              <a:spLocks noChangeArrowheads="1"/>
            </p:cNvSpPr>
            <p:nvPr/>
          </p:nvSpPr>
          <p:spPr bwMode="auto">
            <a:xfrm>
              <a:off x="6066312" y="838200"/>
              <a:ext cx="402167" cy="42808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Z</a:t>
              </a:r>
              <a:r>
                <a:rPr lang="en-US" sz="2000" baseline="-250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n</a:t>
              </a:r>
              <a:endParaRPr lang="en-US" sz="2000" baseline="-25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Oval 36"/>
            <p:cNvSpPr/>
            <p:nvPr/>
          </p:nvSpPr>
          <p:spPr>
            <a:xfrm>
              <a:off x="5594691" y="1749018"/>
              <a:ext cx="356466" cy="35646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44" name="Object 4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98185320"/>
                </p:ext>
              </p:extLst>
            </p:nvPr>
          </p:nvGraphicFramePr>
          <p:xfrm>
            <a:off x="5968168" y="1707671"/>
            <a:ext cx="287337" cy="3540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164880" imgH="203040" progId="Equation.DSMT4">
                    <p:embed/>
                  </p:oleObj>
                </mc:Choice>
                <mc:Fallback>
                  <p:oleObj name="Equation" r:id="rId13" imgW="16488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5968168" y="1707671"/>
                          <a:ext cx="287337" cy="3540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" name="Object 4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60532219"/>
                </p:ext>
              </p:extLst>
            </p:nvPr>
          </p:nvGraphicFramePr>
          <p:xfrm>
            <a:off x="6661863" y="1350334"/>
            <a:ext cx="222250" cy="3540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126720" imgH="203040" progId="Equation.DSMT4">
                    <p:embed/>
                  </p:oleObj>
                </mc:Choice>
                <mc:Fallback>
                  <p:oleObj name="Equation" r:id="rId15" imgW="12672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6661863" y="1350334"/>
                          <a:ext cx="222250" cy="3540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46" name="Straight Arrow Connector 45"/>
            <p:cNvCxnSpPr/>
            <p:nvPr/>
          </p:nvCxnSpPr>
          <p:spPr>
            <a:xfrm>
              <a:off x="6582530" y="1369822"/>
              <a:ext cx="50403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/>
            <p:cNvSpPr txBox="1"/>
            <p:nvPr/>
          </p:nvSpPr>
          <p:spPr>
            <a:xfrm>
              <a:off x="5486400" y="1431127"/>
              <a:ext cx="336020" cy="101790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>
                  <a:latin typeface="Arial" panose="020B0604020202020204" pitchFamily="34" charset="0"/>
                  <a:cs typeface="Arial" panose="020B0604020202020204" pitchFamily="34" charset="0"/>
                </a:rPr>
                <a:t>+-</a:t>
              </a:r>
            </a:p>
          </p:txBody>
        </p:sp>
        <p:sp>
          <p:nvSpPr>
            <p:cNvPr id="3" name="Rectangle 2"/>
            <p:cNvSpPr/>
            <p:nvPr/>
          </p:nvSpPr>
          <p:spPr>
            <a:xfrm>
              <a:off x="5772924" y="1275218"/>
              <a:ext cx="2487466" cy="13049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5977339" y="1200019"/>
              <a:ext cx="420025" cy="1579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8183494" y="1720899"/>
              <a:ext cx="168010" cy="42002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7240224" y="1001233"/>
              <a:ext cx="0" cy="1883773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 Box 7"/>
            <p:cNvSpPr txBox="1">
              <a:spLocks noChangeArrowheads="1"/>
            </p:cNvSpPr>
            <p:nvPr/>
          </p:nvSpPr>
          <p:spPr bwMode="auto">
            <a:xfrm flipV="1">
              <a:off x="5977339" y="2616194"/>
              <a:ext cx="1109222" cy="34439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Nguồn</a:t>
              </a:r>
              <a:endParaRPr lang="en-US" sz="2000" baseline="-25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Text Box 7"/>
            <p:cNvSpPr txBox="1">
              <a:spLocks noChangeArrowheads="1"/>
            </p:cNvSpPr>
            <p:nvPr/>
          </p:nvSpPr>
          <p:spPr bwMode="auto">
            <a:xfrm flipV="1">
              <a:off x="7348978" y="2627403"/>
              <a:ext cx="875966" cy="34439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Tải</a:t>
              </a:r>
              <a:endParaRPr lang="en-US" sz="2000" baseline="-25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267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3" grpId="0" animBg="1"/>
      <p:bldP spid="3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4848188"/>
              </p:ext>
            </p:extLst>
          </p:nvPr>
        </p:nvGraphicFramePr>
        <p:xfrm>
          <a:off x="457200" y="761999"/>
          <a:ext cx="4800600" cy="134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425700" imgH="685800" progId="Equation.DSMT4">
                  <p:embed/>
                </p:oleObj>
              </mc:Choice>
              <mc:Fallback>
                <p:oleObj name="Equation" r:id="rId3" imgW="242570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761999"/>
                        <a:ext cx="4800600" cy="13405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/>
          <p:cNvSpPr txBox="1">
            <a:spLocks/>
          </p:cNvSpPr>
          <p:nvPr/>
        </p:nvSpPr>
        <p:spPr>
          <a:xfrm>
            <a:off x="381000" y="304800"/>
            <a:ext cx="3623884" cy="609600"/>
          </a:xfrm>
          <a:prstGeom prst="rect">
            <a:avLst/>
          </a:prstGeom>
        </p:spPr>
        <p:txBody>
          <a:bodyPr bIns="91440" anchor="t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Khi </a:t>
            </a:r>
            <a:r>
              <a:rPr lang="en-US" sz="2200" b="1" i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en-US" sz="2200" b="1" i="1" baseline="-25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</a:t>
            </a:r>
            <a:r>
              <a:rPr lang="en-US" sz="2200" b="1" i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= -X</a:t>
            </a:r>
            <a:r>
              <a:rPr lang="en-US" sz="2200" b="1" i="1" baseline="-25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</a:t>
            </a:r>
            <a:r>
              <a:rPr lang="en-US" sz="2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:</a:t>
            </a: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596764"/>
              </p:ext>
            </p:extLst>
          </p:nvPr>
        </p:nvGraphicFramePr>
        <p:xfrm>
          <a:off x="984250" y="1981200"/>
          <a:ext cx="2520950" cy="9375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31560" imgH="457200" progId="Equation.DSMT4">
                  <p:embed/>
                </p:oleObj>
              </mc:Choice>
              <mc:Fallback>
                <p:oleObj name="Equation" r:id="rId5" imgW="1231560" imgH="4572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4250" y="1981200"/>
                        <a:ext cx="2520950" cy="93750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itle 1"/>
          <p:cNvSpPr txBox="1">
            <a:spLocks/>
          </p:cNvSpPr>
          <p:nvPr/>
        </p:nvSpPr>
        <p:spPr>
          <a:xfrm>
            <a:off x="394683" y="2156701"/>
            <a:ext cx="976917" cy="609600"/>
          </a:xfrm>
          <a:prstGeom prst="rect">
            <a:avLst/>
          </a:prstGeom>
        </p:spPr>
        <p:txBody>
          <a:bodyPr bIns="91440" anchor="t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Do:</a:t>
            </a:r>
          </a:p>
        </p:txBody>
      </p:sp>
      <p:sp>
        <p:nvSpPr>
          <p:cNvPr id="17" name="Title 1"/>
          <p:cNvSpPr txBox="1">
            <a:spLocks/>
          </p:cNvSpPr>
          <p:nvPr/>
        </p:nvSpPr>
        <p:spPr>
          <a:xfrm>
            <a:off x="390938" y="2971800"/>
            <a:ext cx="7991062" cy="959644"/>
          </a:xfrm>
          <a:prstGeom prst="rect">
            <a:avLst/>
          </a:prstGeom>
        </p:spPr>
        <p:txBody>
          <a:bodyPr bIns="91440" anchor="t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 Nên </a:t>
            </a:r>
            <a:r>
              <a:rPr lang="en-US" sz="22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 </a:t>
            </a:r>
            <a:r>
              <a:rPr lang="en-US" sz="2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-&gt; max khi </a:t>
            </a:r>
            <a:r>
              <a:rPr lang="en-US" sz="2200" b="1" i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</a:t>
            </a:r>
            <a:r>
              <a:rPr lang="en-US" sz="2200" b="1" i="1" baseline="-25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</a:t>
            </a:r>
            <a:r>
              <a:rPr lang="en-US" sz="2200" b="1" i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= R</a:t>
            </a:r>
            <a:r>
              <a:rPr lang="en-US" sz="2200" b="1" i="1" baseline="-25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</a:t>
            </a:r>
            <a:r>
              <a:rPr lang="en-US" sz="2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Vậy </a:t>
            </a:r>
            <a:r>
              <a:rPr lang="en-US" sz="2200" b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P </a:t>
            </a:r>
            <a:r>
              <a:rPr lang="en-US" sz="220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-&gt; max khi </a:t>
            </a:r>
            <a:r>
              <a:rPr lang="en-US" sz="2200" b="1" i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R</a:t>
            </a:r>
            <a:r>
              <a:rPr lang="en-US" sz="2200" b="1" i="1" baseline="-2500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t </a:t>
            </a:r>
            <a:r>
              <a:rPr lang="en-US" sz="2200" b="1" i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= R</a:t>
            </a:r>
            <a:r>
              <a:rPr lang="en-US" sz="2200" b="1" i="1" baseline="-2500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n </a:t>
            </a:r>
            <a:r>
              <a:rPr lang="en-US" sz="2200" b="1" i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200" i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và </a:t>
            </a:r>
            <a:r>
              <a:rPr lang="en-US" sz="2200" b="1" i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en-US" sz="2200" b="1" i="1" baseline="-2500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t </a:t>
            </a:r>
            <a:r>
              <a:rPr lang="en-US" sz="2200" b="1" i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= -X</a:t>
            </a:r>
            <a:r>
              <a:rPr lang="en-US" sz="2200" b="1" i="1" baseline="-2500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n </a:t>
            </a:r>
            <a:r>
              <a:rPr lang="en-US" sz="2200" b="1" i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200" i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hay </a:t>
            </a:r>
            <a:endParaRPr lang="en-US" sz="220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654761"/>
              </p:ext>
            </p:extLst>
          </p:nvPr>
        </p:nvGraphicFramePr>
        <p:xfrm>
          <a:off x="6037147" y="3233530"/>
          <a:ext cx="1201853" cy="579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33169" imgH="253890" progId="Equation.DSMT4">
                  <p:embed/>
                </p:oleObj>
              </mc:Choice>
              <mc:Fallback>
                <p:oleObj name="Equation" r:id="rId7" imgW="533169" imgH="25389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7147" y="3233530"/>
                        <a:ext cx="1201853" cy="579465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1">
                            <a:shade val="5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2678661"/>
              </p:ext>
            </p:extLst>
          </p:nvPr>
        </p:nvGraphicFramePr>
        <p:xfrm>
          <a:off x="914400" y="3809999"/>
          <a:ext cx="1676400" cy="10668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36600" imgH="469900" progId="Equation.DSMT4">
                  <p:embed/>
                </p:oleObj>
              </mc:Choice>
              <mc:Fallback>
                <p:oleObj name="Equation" r:id="rId9" imgW="736600" imgH="4699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809999"/>
                        <a:ext cx="1676400" cy="106680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ight Arrow 20"/>
          <p:cNvSpPr/>
          <p:nvPr/>
        </p:nvSpPr>
        <p:spPr>
          <a:xfrm>
            <a:off x="559131" y="4190999"/>
            <a:ext cx="220483" cy="304800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8469866"/>
              </p:ext>
            </p:extLst>
          </p:nvPr>
        </p:nvGraphicFramePr>
        <p:xfrm>
          <a:off x="559131" y="5541306"/>
          <a:ext cx="3090185" cy="6652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371600" imgH="292100" progId="Equation.DSMT4">
                  <p:embed/>
                </p:oleObj>
              </mc:Choice>
              <mc:Fallback>
                <p:oleObj name="Equation" r:id="rId11" imgW="1371600" imgH="2921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131" y="5541306"/>
                        <a:ext cx="3090185" cy="66524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itle 1"/>
          <p:cNvSpPr txBox="1">
            <a:spLocks/>
          </p:cNvSpPr>
          <p:nvPr/>
        </p:nvSpPr>
        <p:spPr>
          <a:xfrm>
            <a:off x="407503" y="5029200"/>
            <a:ext cx="8229600" cy="609600"/>
          </a:xfrm>
          <a:prstGeom prst="rect">
            <a:avLst/>
          </a:prstGeom>
        </p:spPr>
        <p:txBody>
          <a:bodyPr bIns="91440" anchor="t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Nếu tải thuần trở </a:t>
            </a:r>
            <a:r>
              <a:rPr lang="en-US" sz="2200" b="1" i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Z</a:t>
            </a:r>
            <a:r>
              <a:rPr lang="en-US" sz="2200" b="1" i="1" baseline="-2500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t</a:t>
            </a:r>
            <a:r>
              <a:rPr lang="en-US" sz="2200" b="1" i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= R</a:t>
            </a:r>
            <a:r>
              <a:rPr lang="en-US" sz="2200" b="1" i="1" baseline="-2500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t</a:t>
            </a:r>
            <a:r>
              <a:rPr lang="en-US" sz="220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 thì để P tác dụng lên tải cực đạt thì: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5486400" y="228600"/>
            <a:ext cx="3351534" cy="2133600"/>
            <a:chOff x="5486400" y="838200"/>
            <a:chExt cx="3351534" cy="2133600"/>
          </a:xfrm>
        </p:grpSpPr>
        <p:sp>
          <p:nvSpPr>
            <p:cNvPr id="15" name="Oval 14"/>
            <p:cNvSpPr/>
            <p:nvPr/>
          </p:nvSpPr>
          <p:spPr>
            <a:xfrm>
              <a:off x="7192130" y="2540463"/>
              <a:ext cx="84005" cy="8400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7192130" y="1223112"/>
              <a:ext cx="84005" cy="8400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 Box 7"/>
            <p:cNvSpPr txBox="1">
              <a:spLocks noChangeArrowheads="1"/>
            </p:cNvSpPr>
            <p:nvPr/>
          </p:nvSpPr>
          <p:spPr bwMode="auto">
            <a:xfrm>
              <a:off x="8435767" y="1765208"/>
              <a:ext cx="402167" cy="42808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Z</a:t>
              </a:r>
              <a:r>
                <a:rPr lang="en-US" sz="2000" baseline="-250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t</a:t>
              </a:r>
              <a:endParaRPr lang="en-US" sz="2000" baseline="-25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 Box 7"/>
            <p:cNvSpPr txBox="1">
              <a:spLocks noChangeArrowheads="1"/>
            </p:cNvSpPr>
            <p:nvPr/>
          </p:nvSpPr>
          <p:spPr bwMode="auto">
            <a:xfrm>
              <a:off x="6066312" y="838200"/>
              <a:ext cx="402167" cy="42808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Z</a:t>
              </a:r>
              <a:r>
                <a:rPr lang="en-US" sz="2000" baseline="-250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n</a:t>
              </a:r>
              <a:endParaRPr lang="en-US" sz="2000" baseline="-25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Oval 21"/>
            <p:cNvSpPr/>
            <p:nvPr/>
          </p:nvSpPr>
          <p:spPr>
            <a:xfrm>
              <a:off x="5594691" y="1749018"/>
              <a:ext cx="356466" cy="35646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23" name="Object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92975668"/>
                </p:ext>
              </p:extLst>
            </p:nvPr>
          </p:nvGraphicFramePr>
          <p:xfrm>
            <a:off x="5968168" y="1707671"/>
            <a:ext cx="287337" cy="3540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164880" imgH="203040" progId="Equation.DSMT4">
                    <p:embed/>
                  </p:oleObj>
                </mc:Choice>
                <mc:Fallback>
                  <p:oleObj name="Equation" r:id="rId13" imgW="16488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5968168" y="1707671"/>
                          <a:ext cx="287337" cy="3540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Object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01700855"/>
                </p:ext>
              </p:extLst>
            </p:nvPr>
          </p:nvGraphicFramePr>
          <p:xfrm>
            <a:off x="6661863" y="1350334"/>
            <a:ext cx="222250" cy="3540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126720" imgH="203040" progId="Equation.DSMT4">
                    <p:embed/>
                  </p:oleObj>
                </mc:Choice>
                <mc:Fallback>
                  <p:oleObj name="Equation" r:id="rId15" imgW="12672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6661863" y="1350334"/>
                          <a:ext cx="222250" cy="3540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6" name="Straight Arrow Connector 25"/>
            <p:cNvCxnSpPr/>
            <p:nvPr/>
          </p:nvCxnSpPr>
          <p:spPr>
            <a:xfrm>
              <a:off x="6582530" y="1369822"/>
              <a:ext cx="50403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5486400" y="1431127"/>
              <a:ext cx="336020" cy="101790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>
                  <a:latin typeface="Arial" panose="020B0604020202020204" pitchFamily="34" charset="0"/>
                  <a:cs typeface="Arial" panose="020B0604020202020204" pitchFamily="34" charset="0"/>
                </a:rPr>
                <a:t>+-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5772924" y="1275218"/>
              <a:ext cx="2487466" cy="13049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5977339" y="1200019"/>
              <a:ext cx="420025" cy="1579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8183494" y="1720899"/>
              <a:ext cx="168010" cy="42002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Connector 30"/>
            <p:cNvCxnSpPr/>
            <p:nvPr/>
          </p:nvCxnSpPr>
          <p:spPr>
            <a:xfrm>
              <a:off x="7240224" y="1001233"/>
              <a:ext cx="0" cy="1883773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 Box 7"/>
            <p:cNvSpPr txBox="1">
              <a:spLocks noChangeArrowheads="1"/>
            </p:cNvSpPr>
            <p:nvPr/>
          </p:nvSpPr>
          <p:spPr bwMode="auto">
            <a:xfrm flipV="1">
              <a:off x="5977339" y="2616194"/>
              <a:ext cx="1109222" cy="34439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Nguồn</a:t>
              </a:r>
              <a:endParaRPr lang="en-US" sz="2000" baseline="-25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Text Box 7"/>
            <p:cNvSpPr txBox="1">
              <a:spLocks noChangeArrowheads="1"/>
            </p:cNvSpPr>
            <p:nvPr/>
          </p:nvSpPr>
          <p:spPr bwMode="auto">
            <a:xfrm flipV="1">
              <a:off x="7348978" y="2627403"/>
              <a:ext cx="875966" cy="34439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Tải</a:t>
              </a:r>
              <a:endParaRPr lang="en-US" sz="2000" baseline="-25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199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21" grpId="0" animBg="1"/>
      <p:bldP spid="2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65044"/>
            <a:ext cx="7848600" cy="609600"/>
          </a:xfrm>
        </p:spPr>
        <p:txBody>
          <a:bodyPr anchor="t" anchorCtr="0">
            <a:normAutofit/>
          </a:bodyPr>
          <a:lstStyle/>
          <a:p>
            <a:pPr algn="l"/>
            <a:r>
              <a:rPr lang="en-US" sz="28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2.6 MẠCH CỘNG HƯỞNG</a:t>
            </a:r>
            <a:endParaRPr lang="en-US" sz="28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37338" y="2971800"/>
            <a:ext cx="7258862" cy="609600"/>
          </a:xfrm>
          <a:prstGeom prst="rect">
            <a:avLst/>
          </a:prstGeom>
        </p:spPr>
        <p:txBody>
          <a:bodyPr bIns="91440" anchor="t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Cộng hưởng xảy ra khi X(</a:t>
            </a:r>
            <a:r>
              <a:rPr lang="en-US" sz="2200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</a:t>
            </a:r>
            <a:r>
              <a:rPr lang="en-US" sz="2200" baseline="-25000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0</a:t>
            </a:r>
            <a:r>
              <a:rPr lang="en-US" sz="2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)=0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5660409" y="1000200"/>
            <a:ext cx="3407391" cy="1819200"/>
            <a:chOff x="5660409" y="1000200"/>
            <a:chExt cx="3407391" cy="1819200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60409" y="1000200"/>
              <a:ext cx="3407391" cy="1819200"/>
            </a:xfrm>
            <a:prstGeom prst="rect">
              <a:avLst/>
            </a:prstGeom>
          </p:spPr>
        </p:pic>
        <p:graphicFrame>
          <p:nvGraphicFramePr>
            <p:cNvPr id="7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64625357"/>
                </p:ext>
              </p:extLst>
            </p:nvPr>
          </p:nvGraphicFramePr>
          <p:xfrm>
            <a:off x="6091446" y="1928532"/>
            <a:ext cx="1412598" cy="4204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799753" imgH="241195" progId="Equation.DSMT4">
                    <p:embed/>
                  </p:oleObj>
                </mc:Choice>
                <mc:Fallback>
                  <p:oleObj name="Equation" r:id="rId4" imgW="799753" imgH="241195" progId="Equation.DSMT4">
                    <p:embed/>
                    <p:pic>
                      <p:nvPicPr>
                        <p:cNvPr id="0" name="Object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91446" y="1928532"/>
                          <a:ext cx="1412598" cy="420416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1708785"/>
              </p:ext>
            </p:extLst>
          </p:nvPr>
        </p:nvGraphicFramePr>
        <p:xfrm>
          <a:off x="557213" y="1295400"/>
          <a:ext cx="4395787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387520" imgH="393480" progId="Equation.DSMT4">
                  <p:embed/>
                </p:oleObj>
              </mc:Choice>
              <mc:Fallback>
                <p:oleObj name="Equation" r:id="rId6" imgW="2387520" imgH="39348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213" y="1295400"/>
                        <a:ext cx="4395787" cy="7207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742756"/>
              </p:ext>
            </p:extLst>
          </p:nvPr>
        </p:nvGraphicFramePr>
        <p:xfrm>
          <a:off x="533400" y="2085975"/>
          <a:ext cx="4587875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79480" imgH="431640" progId="Equation.DSMT4">
                  <p:embed/>
                </p:oleObj>
              </mc:Choice>
              <mc:Fallback>
                <p:oleObj name="Equation" r:id="rId8" imgW="2679480" imgH="4316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085975"/>
                        <a:ext cx="4587875" cy="7334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" name="Picture 2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4125591"/>
            <a:ext cx="8284191" cy="2562169"/>
          </a:xfrm>
          <a:prstGeom prst="rect">
            <a:avLst/>
          </a:prstGeom>
        </p:spPr>
      </p:pic>
      <p:graphicFrame>
        <p:nvGraphicFramePr>
          <p:cNvPr id="24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8588312"/>
              </p:ext>
            </p:extLst>
          </p:nvPr>
        </p:nvGraphicFramePr>
        <p:xfrm>
          <a:off x="4953000" y="2819400"/>
          <a:ext cx="1344427" cy="7857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736600" imgH="431800" progId="Equation.DSMT4">
                  <p:embed/>
                </p:oleObj>
              </mc:Choice>
              <mc:Fallback>
                <p:oleObj name="Equation" r:id="rId11" imgW="736600" imgH="4318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2819400"/>
                        <a:ext cx="1344427" cy="78570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itle 1"/>
          <p:cNvSpPr txBox="1">
            <a:spLocks/>
          </p:cNvSpPr>
          <p:nvPr/>
        </p:nvSpPr>
        <p:spPr>
          <a:xfrm>
            <a:off x="255104" y="722244"/>
            <a:ext cx="7258862" cy="609600"/>
          </a:xfrm>
          <a:prstGeom prst="rect">
            <a:avLst/>
          </a:prstGeom>
        </p:spPr>
        <p:txBody>
          <a:bodyPr bIns="91440" anchor="t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2.6.1 Cộng hưởng nối tiếp (CH điện áp)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4611895" y="3046600"/>
            <a:ext cx="220483" cy="304800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itle 1"/>
          <p:cNvSpPr txBox="1">
            <a:spLocks/>
          </p:cNvSpPr>
          <p:nvPr/>
        </p:nvSpPr>
        <p:spPr>
          <a:xfrm>
            <a:off x="457200" y="3581400"/>
            <a:ext cx="7716062" cy="609600"/>
          </a:xfrm>
          <a:prstGeom prst="rect">
            <a:avLst/>
          </a:prstGeom>
        </p:spPr>
        <p:txBody>
          <a:bodyPr bIns="91440" anchor="t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Mạch có tính chất lọc thông dải, dải thông BW</a:t>
            </a:r>
            <a:r>
              <a:rPr lang="vi-VN" sz="2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= </a:t>
            </a:r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</a:t>
            </a:r>
            <a:r>
              <a:rPr lang="en-US" sz="2400" baseline="-25000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c2 </a:t>
            </a:r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- </a:t>
            </a:r>
            <a:r>
              <a:rPr lang="en-US" sz="2400" baseline="-25000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c1</a:t>
            </a:r>
            <a:endParaRPr lang="en-US" sz="22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926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2" grpId="0" animBg="1"/>
      <p:bldP spid="3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5486400" y="2219400"/>
            <a:ext cx="3407391" cy="1819200"/>
            <a:chOff x="5377069" y="1173050"/>
            <a:chExt cx="3407391" cy="1819200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7069" y="1173050"/>
              <a:ext cx="3407391" cy="1819200"/>
            </a:xfrm>
            <a:prstGeom prst="rect">
              <a:avLst/>
            </a:prstGeom>
          </p:spPr>
        </p:pic>
        <p:graphicFrame>
          <p:nvGraphicFramePr>
            <p:cNvPr id="7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88734016"/>
                </p:ext>
              </p:extLst>
            </p:nvPr>
          </p:nvGraphicFramePr>
          <p:xfrm>
            <a:off x="6172200" y="1872442"/>
            <a:ext cx="1412598" cy="4204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799753" imgH="241195" progId="Equation.DSMT4">
                    <p:embed/>
                  </p:oleObj>
                </mc:Choice>
                <mc:Fallback>
                  <p:oleObj name="Equation" r:id="rId4" imgW="799753" imgH="241195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72200" y="1872442"/>
                          <a:ext cx="1412598" cy="420416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7464154"/>
              </p:ext>
            </p:extLst>
          </p:nvPr>
        </p:nvGraphicFramePr>
        <p:xfrm>
          <a:off x="2743200" y="319088"/>
          <a:ext cx="5054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27200" imgH="419040" progId="Equation.DSMT4">
                  <p:embed/>
                </p:oleObj>
              </mc:Choice>
              <mc:Fallback>
                <p:oleObj name="Equation" r:id="rId6" imgW="2527200" imgH="41904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319088"/>
                        <a:ext cx="5054600" cy="8382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4970909"/>
              </p:ext>
            </p:extLst>
          </p:nvPr>
        </p:nvGraphicFramePr>
        <p:xfrm>
          <a:off x="472523" y="1172817"/>
          <a:ext cx="3276600" cy="8603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01800" imgH="444500" progId="Equation.DSMT4">
                  <p:embed/>
                </p:oleObj>
              </mc:Choice>
              <mc:Fallback>
                <p:oleObj name="Equation" r:id="rId8" imgW="1701800" imgH="4445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523" y="1172817"/>
                        <a:ext cx="3276600" cy="86033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7724873"/>
              </p:ext>
            </p:extLst>
          </p:nvPr>
        </p:nvGraphicFramePr>
        <p:xfrm>
          <a:off x="4193071" y="1172817"/>
          <a:ext cx="3045929" cy="8470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12900" imgH="444500" progId="Equation.DSMT4">
                  <p:embed/>
                </p:oleObj>
              </mc:Choice>
              <mc:Fallback>
                <p:oleObj name="Equation" r:id="rId10" imgW="1612900" imgH="4445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3071" y="1172817"/>
                        <a:ext cx="3045929" cy="84709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1727161"/>
              </p:ext>
            </p:extLst>
          </p:nvPr>
        </p:nvGraphicFramePr>
        <p:xfrm>
          <a:off x="2211515" y="2104840"/>
          <a:ext cx="2806149" cy="8526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82680" imgH="393480" progId="Equation.DSMT4">
                  <p:embed/>
                </p:oleObj>
              </mc:Choice>
              <mc:Fallback>
                <p:oleObj name="Equation" r:id="rId12" imgW="1282680" imgH="39348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1515" y="2104840"/>
                        <a:ext cx="2806149" cy="852673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itle 1"/>
          <p:cNvSpPr txBox="1">
            <a:spLocks/>
          </p:cNvSpPr>
          <p:nvPr/>
        </p:nvSpPr>
        <p:spPr>
          <a:xfrm>
            <a:off x="457200" y="487017"/>
            <a:ext cx="2340060" cy="609600"/>
          </a:xfrm>
          <a:prstGeom prst="rect">
            <a:avLst/>
          </a:prstGeom>
        </p:spPr>
        <p:txBody>
          <a:bodyPr bIns="91440" anchor="t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Băng thông thỏa:</a:t>
            </a:r>
          </a:p>
        </p:txBody>
      </p:sp>
      <p:graphicFrame>
        <p:nvGraphicFramePr>
          <p:cNvPr id="1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8005500"/>
              </p:ext>
            </p:extLst>
          </p:nvPr>
        </p:nvGraphicFramePr>
        <p:xfrm>
          <a:off x="2208202" y="3054997"/>
          <a:ext cx="2973398" cy="90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473120" imgH="444240" progId="Equation.DSMT4">
                  <p:embed/>
                </p:oleObj>
              </mc:Choice>
              <mc:Fallback>
                <p:oleObj name="Equation" r:id="rId14" imgW="1473120" imgH="44424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02" y="3054997"/>
                        <a:ext cx="2973398" cy="909637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itle 1"/>
          <p:cNvSpPr txBox="1">
            <a:spLocks/>
          </p:cNvSpPr>
          <p:nvPr/>
        </p:nvSpPr>
        <p:spPr>
          <a:xfrm>
            <a:off x="533400" y="3126581"/>
            <a:ext cx="1600200" cy="759619"/>
          </a:xfrm>
          <a:prstGeom prst="rect">
            <a:avLst/>
          </a:prstGeom>
        </p:spPr>
        <p:txBody>
          <a:bodyPr bIns="91440" anchor="t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Hệ số phẩm chất:</a:t>
            </a:r>
          </a:p>
        </p:txBody>
      </p: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0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8954667"/>
              </p:ext>
            </p:extLst>
          </p:nvPr>
        </p:nvGraphicFramePr>
        <p:xfrm>
          <a:off x="3124200" y="4112846"/>
          <a:ext cx="1068871" cy="8514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558558" imgH="444307" progId="Equation.DSMT4">
                  <p:embed/>
                </p:oleObj>
              </mc:Choice>
              <mc:Fallback>
                <p:oleObj name="Equation" r:id="rId16" imgW="558558" imgH="444307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112846"/>
                        <a:ext cx="1068871" cy="851473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itle 1"/>
          <p:cNvSpPr txBox="1">
            <a:spLocks/>
          </p:cNvSpPr>
          <p:nvPr/>
        </p:nvSpPr>
        <p:spPr>
          <a:xfrm>
            <a:off x="546652" y="5181600"/>
            <a:ext cx="1586948" cy="609600"/>
          </a:xfrm>
          <a:prstGeom prst="rect">
            <a:avLst/>
          </a:prstGeom>
        </p:spPr>
        <p:txBody>
          <a:bodyPr bIns="91440" anchor="t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Tại tần số:</a:t>
            </a:r>
          </a:p>
        </p:txBody>
      </p:sp>
      <p:graphicFrame>
        <p:nvGraphicFramePr>
          <p:cNvPr id="28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9675337"/>
              </p:ext>
            </p:extLst>
          </p:nvPr>
        </p:nvGraphicFramePr>
        <p:xfrm>
          <a:off x="620039" y="5624513"/>
          <a:ext cx="4485361" cy="92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159000" imgH="444500" progId="Equation.DSMT4">
                  <p:embed/>
                </p:oleObj>
              </mc:Choice>
              <mc:Fallback>
                <p:oleObj name="Equation" r:id="rId18" imgW="2159000" imgH="4445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039" y="5624513"/>
                        <a:ext cx="4485361" cy="9286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9" name="Picture 28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4419600"/>
            <a:ext cx="3341182" cy="1822990"/>
          </a:xfrm>
          <a:prstGeom prst="rect">
            <a:avLst/>
          </a:prstGeom>
        </p:spPr>
      </p:pic>
      <p:sp>
        <p:nvSpPr>
          <p:cNvPr id="34" name="Title 1"/>
          <p:cNvSpPr txBox="1">
            <a:spLocks/>
          </p:cNvSpPr>
          <p:nvPr/>
        </p:nvSpPr>
        <p:spPr>
          <a:xfrm>
            <a:off x="609600" y="4495800"/>
            <a:ext cx="2819400" cy="609600"/>
          </a:xfrm>
          <a:prstGeom prst="rect">
            <a:avLst/>
          </a:prstGeom>
        </p:spPr>
        <p:txBody>
          <a:bodyPr bIns="91440" anchor="t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Trở kháng đặc tính:</a:t>
            </a:r>
          </a:p>
        </p:txBody>
      </p:sp>
      <p:graphicFrame>
        <p:nvGraphicFramePr>
          <p:cNvPr id="35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7444956"/>
              </p:ext>
            </p:extLst>
          </p:nvPr>
        </p:nvGraphicFramePr>
        <p:xfrm>
          <a:off x="1981200" y="5155096"/>
          <a:ext cx="1554162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850680" imgH="253800" progId="Equation.DSMT4">
                  <p:embed/>
                </p:oleObj>
              </mc:Choice>
              <mc:Fallback>
                <p:oleObj name="Equation" r:id="rId21" imgW="85068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5155096"/>
                        <a:ext cx="1554162" cy="4619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itle 1"/>
          <p:cNvSpPr txBox="1">
            <a:spLocks/>
          </p:cNvSpPr>
          <p:nvPr/>
        </p:nvSpPr>
        <p:spPr>
          <a:xfrm>
            <a:off x="546652" y="2443970"/>
            <a:ext cx="1739348" cy="609600"/>
          </a:xfrm>
          <a:prstGeom prst="rect">
            <a:avLst/>
          </a:prstGeom>
        </p:spPr>
        <p:txBody>
          <a:bodyPr bIns="91440" anchor="t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Băng thông: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27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0" grpId="0"/>
      <p:bldP spid="34" grpId="0"/>
      <p:bldP spid="3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37338" y="2819400"/>
            <a:ext cx="7258862" cy="609600"/>
          </a:xfrm>
          <a:prstGeom prst="rect">
            <a:avLst/>
          </a:prstGeom>
        </p:spPr>
        <p:txBody>
          <a:bodyPr bIns="91440" anchor="t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Cộng hưởng xảy ra khi B(</a:t>
            </a:r>
            <a:r>
              <a:rPr lang="en-US" sz="2200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</a:t>
            </a:r>
            <a:r>
              <a:rPr lang="en-US" sz="2200" baseline="-25000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0</a:t>
            </a:r>
            <a:r>
              <a:rPr lang="en-US" sz="2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)=0</a:t>
            </a:r>
          </a:p>
        </p:txBody>
      </p:sp>
      <p:graphicFrame>
        <p:nvGraphicFramePr>
          <p:cNvPr id="24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3477380"/>
              </p:ext>
            </p:extLst>
          </p:nvPr>
        </p:nvGraphicFramePr>
        <p:xfrm>
          <a:off x="4876800" y="2643296"/>
          <a:ext cx="1344427" cy="7857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36600" imgH="431800" progId="Equation.DSMT4">
                  <p:embed/>
                </p:oleObj>
              </mc:Choice>
              <mc:Fallback>
                <p:oleObj name="Equation" r:id="rId3" imgW="7366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2643296"/>
                        <a:ext cx="1344427" cy="78570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itle 1"/>
          <p:cNvSpPr txBox="1">
            <a:spLocks/>
          </p:cNvSpPr>
          <p:nvPr/>
        </p:nvSpPr>
        <p:spPr>
          <a:xfrm>
            <a:off x="228600" y="280209"/>
            <a:ext cx="7258862" cy="609600"/>
          </a:xfrm>
          <a:prstGeom prst="rect">
            <a:avLst/>
          </a:prstGeom>
        </p:spPr>
        <p:txBody>
          <a:bodyPr bIns="91440" anchor="t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2.6.2 Cộng hưởng song song (CH dòng điện)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4585391" y="2870496"/>
            <a:ext cx="220483" cy="304800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itle 1"/>
          <p:cNvSpPr txBox="1">
            <a:spLocks/>
          </p:cNvSpPr>
          <p:nvPr/>
        </p:nvSpPr>
        <p:spPr>
          <a:xfrm>
            <a:off x="457200" y="3505200"/>
            <a:ext cx="7716062" cy="609600"/>
          </a:xfrm>
          <a:prstGeom prst="rect">
            <a:avLst/>
          </a:prstGeom>
        </p:spPr>
        <p:txBody>
          <a:bodyPr bIns="91440" anchor="t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Mạch có tính chất lọc thông dải, dải thông </a:t>
            </a:r>
            <a:r>
              <a:rPr lang="en-US" sz="22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BW =</a:t>
            </a:r>
            <a:r>
              <a:rPr lang="en-US" sz="2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</a:t>
            </a:r>
            <a:r>
              <a:rPr lang="en-US" sz="2400" b="1" baseline="-25000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c2 </a:t>
            </a:r>
            <a:r>
              <a:rPr lang="en-US" sz="2400" b="1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- </a:t>
            </a:r>
            <a:r>
              <a:rPr lang="en-US" sz="2400" b="1" baseline="-25000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c1</a:t>
            </a:r>
            <a:endParaRPr lang="en-US" sz="2200" b="1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6292153" y="228600"/>
            <a:ext cx="2623247" cy="3352800"/>
            <a:chOff x="6108722" y="253009"/>
            <a:chExt cx="2542822" cy="2997861"/>
          </a:xfrm>
        </p:grpSpPr>
        <p:graphicFrame>
          <p:nvGraphicFramePr>
            <p:cNvPr id="7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09685668"/>
                </p:ext>
              </p:extLst>
            </p:nvPr>
          </p:nvGraphicFramePr>
          <p:xfrm>
            <a:off x="6910310" y="2819810"/>
            <a:ext cx="1308632" cy="4310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761760" imgH="253800" progId="Equation.DSMT4">
                    <p:embed/>
                  </p:oleObj>
                </mc:Choice>
                <mc:Fallback>
                  <p:oleObj name="Equation" r:id="rId5" imgW="76176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10310" y="2819810"/>
                          <a:ext cx="1308632" cy="431060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8722" y="253009"/>
              <a:ext cx="2542822" cy="2695087"/>
            </a:xfrm>
            <a:prstGeom prst="rect">
              <a:avLst/>
            </a:prstGeom>
          </p:spPr>
        </p:pic>
      </p:grpSp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1561771"/>
              </p:ext>
            </p:extLst>
          </p:nvPr>
        </p:nvGraphicFramePr>
        <p:xfrm>
          <a:off x="440671" y="838200"/>
          <a:ext cx="4512329" cy="8296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20900" imgH="393700" progId="Equation.DSMT4">
                  <p:embed/>
                </p:oleObj>
              </mc:Choice>
              <mc:Fallback>
                <p:oleObj name="Equation" r:id="rId8" imgW="2120900" imgH="3937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671" y="838200"/>
                        <a:ext cx="4512329" cy="82962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2013647"/>
              </p:ext>
            </p:extLst>
          </p:nvPr>
        </p:nvGraphicFramePr>
        <p:xfrm>
          <a:off x="455515" y="1676400"/>
          <a:ext cx="5259485" cy="8148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705100" imgH="419100" progId="Equation.DSMT4">
                  <p:embed/>
                </p:oleObj>
              </mc:Choice>
              <mc:Fallback>
                <p:oleObj name="Equation" r:id="rId10" imgW="2705100" imgH="4191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515" y="1676400"/>
                        <a:ext cx="5259485" cy="81484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799" y="4029369"/>
            <a:ext cx="8120967" cy="2676232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107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2" grpId="0" animBg="1"/>
      <p:bldP spid="3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9469783"/>
              </p:ext>
            </p:extLst>
          </p:nvPr>
        </p:nvGraphicFramePr>
        <p:xfrm>
          <a:off x="2731373" y="304801"/>
          <a:ext cx="4736227" cy="8226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412720" imgH="419040" progId="Equation.DSMT4">
                  <p:embed/>
                </p:oleObj>
              </mc:Choice>
              <mc:Fallback>
                <p:oleObj name="Equation" r:id="rId3" imgW="241272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1373" y="304801"/>
                        <a:ext cx="4736227" cy="82260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0164022"/>
              </p:ext>
            </p:extLst>
          </p:nvPr>
        </p:nvGraphicFramePr>
        <p:xfrm>
          <a:off x="2100263" y="2105025"/>
          <a:ext cx="2852737" cy="8028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84200" imgH="393480" progId="Equation.DSMT4">
                  <p:embed/>
                </p:oleObj>
              </mc:Choice>
              <mc:Fallback>
                <p:oleObj name="Equation" r:id="rId5" imgW="13842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0263" y="2105025"/>
                        <a:ext cx="2852737" cy="802893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itle 1"/>
          <p:cNvSpPr txBox="1">
            <a:spLocks/>
          </p:cNvSpPr>
          <p:nvPr/>
        </p:nvSpPr>
        <p:spPr>
          <a:xfrm>
            <a:off x="394252" y="2291570"/>
            <a:ext cx="1739348" cy="609600"/>
          </a:xfrm>
          <a:prstGeom prst="rect">
            <a:avLst/>
          </a:prstGeom>
        </p:spPr>
        <p:txBody>
          <a:bodyPr bIns="91440" anchor="t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Băng thông:</a:t>
            </a:r>
          </a:p>
        </p:txBody>
      </p:sp>
      <p:graphicFrame>
        <p:nvGraphicFramePr>
          <p:cNvPr id="1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8491678"/>
              </p:ext>
            </p:extLst>
          </p:nvPr>
        </p:nvGraphicFramePr>
        <p:xfrm>
          <a:off x="1981200" y="3043238"/>
          <a:ext cx="2744788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473120" imgH="457200" progId="Equation.DSMT4">
                  <p:embed/>
                </p:oleObj>
              </mc:Choice>
              <mc:Fallback>
                <p:oleObj name="Equation" r:id="rId7" imgW="147312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3043238"/>
                        <a:ext cx="2744788" cy="8636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itle 1"/>
          <p:cNvSpPr txBox="1">
            <a:spLocks/>
          </p:cNvSpPr>
          <p:nvPr/>
        </p:nvSpPr>
        <p:spPr>
          <a:xfrm>
            <a:off x="381000" y="3126581"/>
            <a:ext cx="1600200" cy="759619"/>
          </a:xfrm>
          <a:prstGeom prst="rect">
            <a:avLst/>
          </a:prstGeom>
        </p:spPr>
        <p:txBody>
          <a:bodyPr bIns="91440" anchor="t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Hệ số phẩm chất:</a:t>
            </a:r>
          </a:p>
        </p:txBody>
      </p: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0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4279555"/>
              </p:ext>
            </p:extLst>
          </p:nvPr>
        </p:nvGraphicFramePr>
        <p:xfrm>
          <a:off x="3048000" y="4112846"/>
          <a:ext cx="1068871" cy="8514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558558" imgH="444307" progId="Equation.DSMT4">
                  <p:embed/>
                </p:oleObj>
              </mc:Choice>
              <mc:Fallback>
                <p:oleObj name="Equation" r:id="rId9" imgW="558558" imgH="4443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112846"/>
                        <a:ext cx="1068871" cy="851473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itle 1"/>
          <p:cNvSpPr txBox="1">
            <a:spLocks/>
          </p:cNvSpPr>
          <p:nvPr/>
        </p:nvSpPr>
        <p:spPr>
          <a:xfrm>
            <a:off x="440290" y="5181600"/>
            <a:ext cx="1586948" cy="609600"/>
          </a:xfrm>
          <a:prstGeom prst="rect">
            <a:avLst/>
          </a:prstGeom>
        </p:spPr>
        <p:txBody>
          <a:bodyPr bIns="91440" anchor="t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Tại tần số:</a:t>
            </a:r>
          </a:p>
        </p:txBody>
      </p:sp>
      <p:sp>
        <p:nvSpPr>
          <p:cNvPr id="34" name="Title 1"/>
          <p:cNvSpPr txBox="1">
            <a:spLocks/>
          </p:cNvSpPr>
          <p:nvPr/>
        </p:nvSpPr>
        <p:spPr>
          <a:xfrm>
            <a:off x="381000" y="4267200"/>
            <a:ext cx="2819400" cy="609600"/>
          </a:xfrm>
          <a:prstGeom prst="rect">
            <a:avLst/>
          </a:prstGeom>
        </p:spPr>
        <p:txBody>
          <a:bodyPr bIns="91440" anchor="t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Trở kháng đặc tính:</a:t>
            </a:r>
          </a:p>
        </p:txBody>
      </p:sp>
      <p:graphicFrame>
        <p:nvGraphicFramePr>
          <p:cNvPr id="35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8766330"/>
              </p:ext>
            </p:extLst>
          </p:nvPr>
        </p:nvGraphicFramePr>
        <p:xfrm>
          <a:off x="1874838" y="5155096"/>
          <a:ext cx="1554162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850680" imgH="253800" progId="Equation.DSMT4">
                  <p:embed/>
                </p:oleObj>
              </mc:Choice>
              <mc:Fallback>
                <p:oleObj name="Equation" r:id="rId11" imgW="85068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4838" y="5155096"/>
                        <a:ext cx="1554162" cy="4619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itle 1"/>
          <p:cNvSpPr txBox="1">
            <a:spLocks/>
          </p:cNvSpPr>
          <p:nvPr/>
        </p:nvSpPr>
        <p:spPr>
          <a:xfrm>
            <a:off x="457200" y="487017"/>
            <a:ext cx="2340060" cy="609600"/>
          </a:xfrm>
          <a:prstGeom prst="rect">
            <a:avLst/>
          </a:prstGeom>
        </p:spPr>
        <p:txBody>
          <a:bodyPr bIns="91440" anchor="t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Băng thông thỏa: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4488916"/>
              </p:ext>
            </p:extLst>
          </p:nvPr>
        </p:nvGraphicFramePr>
        <p:xfrm>
          <a:off x="585823" y="1211158"/>
          <a:ext cx="2843225" cy="7223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764534" imgH="444307" progId="Equation.DSMT4">
                  <p:embed/>
                </p:oleObj>
              </mc:Choice>
              <mc:Fallback>
                <p:oleObj name="Equation" r:id="rId13" imgW="1764534" imgH="444307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823" y="1211158"/>
                        <a:ext cx="2843225" cy="72233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4090799"/>
              </p:ext>
            </p:extLst>
          </p:nvPr>
        </p:nvGraphicFramePr>
        <p:xfrm>
          <a:off x="4242236" y="1174779"/>
          <a:ext cx="2905706" cy="758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714500" imgH="444500" progId="Equation.DSMT4">
                  <p:embed/>
                </p:oleObj>
              </mc:Choice>
              <mc:Fallback>
                <p:oleObj name="Equation" r:id="rId15" imgW="1714500" imgH="4445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2236" y="1174779"/>
                        <a:ext cx="2905706" cy="7587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7292359"/>
              </p:ext>
            </p:extLst>
          </p:nvPr>
        </p:nvGraphicFramePr>
        <p:xfrm>
          <a:off x="589235" y="5791200"/>
          <a:ext cx="4333671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311400" imgH="444500" progId="Equation.DSMT4">
                  <p:embed/>
                </p:oleObj>
              </mc:Choice>
              <mc:Fallback>
                <p:oleObj name="Equation" r:id="rId17" imgW="2311400" imgH="4445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235" y="5791200"/>
                        <a:ext cx="4333671" cy="8382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" name="Group 30"/>
          <p:cNvGrpSpPr/>
          <p:nvPr/>
        </p:nvGrpSpPr>
        <p:grpSpPr>
          <a:xfrm>
            <a:off x="5571457" y="1878939"/>
            <a:ext cx="2924777" cy="3085380"/>
            <a:chOff x="6108722" y="253009"/>
            <a:chExt cx="2542822" cy="2997861"/>
          </a:xfrm>
        </p:grpSpPr>
        <p:graphicFrame>
          <p:nvGraphicFramePr>
            <p:cNvPr id="32" name="Object 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5128513"/>
                </p:ext>
              </p:extLst>
            </p:nvPr>
          </p:nvGraphicFramePr>
          <p:xfrm>
            <a:off x="6910310" y="2819810"/>
            <a:ext cx="1308632" cy="4310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761760" imgH="253800" progId="Equation.DSMT4">
                    <p:embed/>
                  </p:oleObj>
                </mc:Choice>
                <mc:Fallback>
                  <p:oleObj name="Equation" r:id="rId19" imgW="76176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10310" y="2819810"/>
                          <a:ext cx="1308632" cy="431060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33" name="Picture 32"/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8722" y="253009"/>
              <a:ext cx="2542822" cy="2695087"/>
            </a:xfrm>
            <a:prstGeom prst="rect">
              <a:avLst/>
            </a:prstGeom>
          </p:spPr>
        </p:pic>
      </p:grpSp>
      <p:pic>
        <p:nvPicPr>
          <p:cNvPr id="17" name="Picture 16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1363" y="4876800"/>
            <a:ext cx="3221637" cy="1752600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107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7" grpId="0"/>
      <p:bldP spid="30" grpId="0"/>
      <p:bldP spid="3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72042" name="Rectangle 10"/>
          <p:cNvSpPr>
            <a:spLocks noChangeArrowheads="1"/>
          </p:cNvSpPr>
          <p:nvPr/>
        </p:nvSpPr>
        <p:spPr bwMode="auto">
          <a:xfrm>
            <a:off x="0" y="3905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73" name="Rectangle 4"/>
          <p:cNvSpPr>
            <a:spLocks noChangeArrowheads="1"/>
          </p:cNvSpPr>
          <p:nvPr/>
        </p:nvSpPr>
        <p:spPr bwMode="auto">
          <a:xfrm>
            <a:off x="381000" y="355937"/>
            <a:ext cx="4953000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lang="en-US" sz="2400" b="1" u="sng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Ví dụ:</a:t>
            </a:r>
            <a:r>
              <a:rPr lang="en-US" sz="2400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 Tính dòng điện trên các nhánh tại các tần số cộng hưởng có thể xảy ra trong mạch. </a:t>
            </a:r>
            <a:endParaRPr kumimoji="0" lang="en-US" sz="2400" b="1" i="1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  <a:sym typeface="Symbol" pitchFamily="18" charset="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800600" y="2583359"/>
            <a:ext cx="4267200" cy="76944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2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=R</a:t>
            </a:r>
            <a:r>
              <a:rPr lang="en-US" sz="22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=100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; L</a:t>
            </a:r>
            <a:r>
              <a:rPr lang="en-US" sz="2200" baseline="-25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=L</a:t>
            </a:r>
            <a:r>
              <a:rPr lang="en-US" sz="2200" baseline="-25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=1mH; C</a:t>
            </a:r>
            <a:r>
              <a:rPr lang="en-US" sz="2200" baseline="-25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=0,1F; e(t)=100cos(</a:t>
            </a:r>
            <a:r>
              <a:rPr lang="en-US" sz="22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t+) V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457200" y="1676400"/>
            <a:ext cx="4876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>
                <a:tab pos="457200" algn="r"/>
                <a:tab pos="2743200" algn="ctr"/>
                <a:tab pos="5486400" algn="r"/>
              </a:tabLst>
            </a:pPr>
            <a:r>
              <a:rPr lang="en-US" sz="2400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Tần số cộng hưởng nối tiếp: </a:t>
            </a:r>
            <a:endParaRPr kumimoji="0" lang="en-US" sz="2400" i="1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  <a:sym typeface="Symbol" pitchFamily="18" charset="2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533400"/>
            <a:ext cx="3264871" cy="1997571"/>
          </a:xfrm>
          <a:prstGeom prst="rect">
            <a:avLst/>
          </a:prstGeom>
        </p:spPr>
      </p:pic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1318888"/>
              </p:ext>
            </p:extLst>
          </p:nvPr>
        </p:nvGraphicFramePr>
        <p:xfrm>
          <a:off x="457200" y="2126528"/>
          <a:ext cx="3744913" cy="10100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98700" imgH="622300" progId="Equation.DSMT4">
                  <p:embed/>
                </p:oleObj>
              </mc:Choice>
              <mc:Fallback>
                <p:oleObj name="Equation" r:id="rId4" imgW="2298700" imgH="6223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126528"/>
                        <a:ext cx="3744913" cy="101003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9879557"/>
              </p:ext>
            </p:extLst>
          </p:nvPr>
        </p:nvGraphicFramePr>
        <p:xfrm>
          <a:off x="457201" y="3208017"/>
          <a:ext cx="5029200" cy="8305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933640" imgH="482400" progId="Equation.DSMT4">
                  <p:embed/>
                </p:oleObj>
              </mc:Choice>
              <mc:Fallback>
                <p:oleObj name="Equation" r:id="rId6" imgW="2933640" imgH="4824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1" y="3208017"/>
                        <a:ext cx="5029200" cy="83058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4501982"/>
              </p:ext>
            </p:extLst>
          </p:nvPr>
        </p:nvGraphicFramePr>
        <p:xfrm>
          <a:off x="4510088" y="4135438"/>
          <a:ext cx="4151312" cy="200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349360" imgH="1041120" progId="Equation.DSMT4">
                  <p:embed/>
                </p:oleObj>
              </mc:Choice>
              <mc:Fallback>
                <p:oleObj name="Equation" r:id="rId8" imgW="2349360" imgH="104112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0088" y="4135438"/>
                        <a:ext cx="4151312" cy="20066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1">
                            <a:shade val="5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ight Arrow 20"/>
          <p:cNvSpPr/>
          <p:nvPr/>
        </p:nvSpPr>
        <p:spPr>
          <a:xfrm>
            <a:off x="530225" y="4876800"/>
            <a:ext cx="307975" cy="685800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9952762"/>
              </p:ext>
            </p:extLst>
          </p:nvPr>
        </p:nvGraphicFramePr>
        <p:xfrm>
          <a:off x="887413" y="4008438"/>
          <a:ext cx="3316287" cy="2459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57400" imgH="1523880" progId="Equation.DSMT4">
                  <p:embed/>
                </p:oleObj>
              </mc:Choice>
              <mc:Fallback>
                <p:oleObj name="Equation" r:id="rId10" imgW="2057400" imgH="1523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7413" y="4008438"/>
                        <a:ext cx="3316287" cy="24590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629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4800600" y="2583359"/>
            <a:ext cx="4267200" cy="76944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2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=R</a:t>
            </a:r>
            <a:r>
              <a:rPr lang="en-US" sz="22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=100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; L</a:t>
            </a:r>
            <a:r>
              <a:rPr lang="en-US" sz="2200" baseline="-25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=L</a:t>
            </a:r>
            <a:r>
              <a:rPr lang="en-US" sz="2200" baseline="-25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=1mH; C</a:t>
            </a:r>
            <a:r>
              <a:rPr lang="en-US" sz="2200" baseline="-25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=0,1F; e(t)=100cos(</a:t>
            </a:r>
            <a:r>
              <a:rPr lang="en-US" sz="22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t+) V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457200" y="457200"/>
            <a:ext cx="4876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>
                <a:tab pos="457200" algn="r"/>
                <a:tab pos="2743200" algn="ctr"/>
                <a:tab pos="5486400" algn="r"/>
              </a:tabLst>
            </a:pPr>
            <a:r>
              <a:rPr lang="en-US" sz="2400"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Tần số cộng hưởng song song: </a:t>
            </a:r>
            <a:endParaRPr kumimoji="0" lang="en-US" sz="2400" i="1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  <a:sym typeface="Symbol" pitchFamily="18" charset="2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533400"/>
            <a:ext cx="3264871" cy="1997571"/>
          </a:xfrm>
          <a:prstGeom prst="rect">
            <a:avLst/>
          </a:prstGeom>
        </p:spPr>
      </p:pic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2582461"/>
              </p:ext>
            </p:extLst>
          </p:nvPr>
        </p:nvGraphicFramePr>
        <p:xfrm>
          <a:off x="530225" y="983734"/>
          <a:ext cx="3724550" cy="8450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93680" imgH="431640" progId="Equation.DSMT4">
                  <p:embed/>
                </p:oleObj>
              </mc:Choice>
              <mc:Fallback>
                <p:oleObj name="Equation" r:id="rId4" imgW="1993680" imgH="4316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225" y="983734"/>
                        <a:ext cx="3724550" cy="8450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1100559"/>
              </p:ext>
            </p:extLst>
          </p:nvPr>
        </p:nvGraphicFramePr>
        <p:xfrm>
          <a:off x="457200" y="1862138"/>
          <a:ext cx="4776787" cy="881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76440" imgH="457200" progId="Equation.DSMT4">
                  <p:embed/>
                </p:oleObj>
              </mc:Choice>
              <mc:Fallback>
                <p:oleObj name="Equation" r:id="rId6" imgW="2476440" imgH="457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862138"/>
                        <a:ext cx="4776787" cy="8810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5783599"/>
              </p:ext>
            </p:extLst>
          </p:nvPr>
        </p:nvGraphicFramePr>
        <p:xfrm>
          <a:off x="497126" y="3848100"/>
          <a:ext cx="3790747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28720" imgH="1346040" progId="Equation.DSMT4">
                  <p:embed/>
                </p:oleObj>
              </mc:Choice>
              <mc:Fallback>
                <p:oleObj name="Equation" r:id="rId8" imgW="2628720" imgH="134604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126" y="3848100"/>
                        <a:ext cx="3790747" cy="22860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8877341"/>
              </p:ext>
            </p:extLst>
          </p:nvPr>
        </p:nvGraphicFramePr>
        <p:xfrm>
          <a:off x="4356100" y="4074020"/>
          <a:ext cx="4507121" cy="19457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387520" imgH="990360" progId="Equation.DSMT4">
                  <p:embed/>
                </p:oleObj>
              </mc:Choice>
              <mc:Fallback>
                <p:oleObj name="Equation" r:id="rId10" imgW="2387520" imgH="990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4074020"/>
                        <a:ext cx="4507121" cy="1945779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1">
                            <a:shade val="5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38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>
    <a:txDef>
      <a:spPr bwMode="auto">
        <a:solidFill>
          <a:srgbClr val="FFFFFF"/>
        </a:solidFill>
        <a:ln>
          <a:noFill/>
        </a:ln>
        <a:extLs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rot="0" vert="horz" wrap="square" lIns="0" tIns="0" rIns="0" bIns="0" anchor="t" anchorCtr="0" upright="1">
        <a:spAutoFit/>
      </a:bodyPr>
      <a:lstStyle>
        <a:defPPr marL="0" marR="0" algn="ctr">
          <a:lnSpc>
            <a:spcPct val="107000"/>
          </a:lnSpc>
          <a:spcBef>
            <a:spcPts val="0"/>
          </a:spcBef>
          <a:spcAft>
            <a:spcPts val="800"/>
          </a:spcAft>
          <a:defRPr smtClean="0">
            <a:effectLst/>
            <a:latin typeface="Times New Roman" panose="02020603050405020304" pitchFamily="18" charset="0"/>
            <a:ea typeface="Calibri" panose="020F0502020204030204" pitchFamily="34" charset="0"/>
            <a:cs typeface="Times New Roman" panose="02020603050405020304" pitchFamily="18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7705</TotalTime>
  <Words>1146</Words>
  <Application>Microsoft Office PowerPoint</Application>
  <PresentationFormat>On-screen Show (4:3)</PresentationFormat>
  <Paragraphs>214</Paragraphs>
  <Slides>25</Slides>
  <Notes>24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7" baseType="lpstr">
      <vt:lpstr>Arial</vt:lpstr>
      <vt:lpstr>Arial </vt:lpstr>
      <vt:lpstr>Calibri</vt:lpstr>
      <vt:lpstr>Franklin Gothic Book</vt:lpstr>
      <vt:lpstr>Perpetua</vt:lpstr>
      <vt:lpstr>Symbol</vt:lpstr>
      <vt:lpstr>Times New Roman</vt:lpstr>
      <vt:lpstr>Wingdings</vt:lpstr>
      <vt:lpstr>Wingdings 2</vt:lpstr>
      <vt:lpstr>Equity</vt:lpstr>
      <vt:lpstr>Equation</vt:lpstr>
      <vt:lpstr>MathType 6.0 Equation</vt:lpstr>
      <vt:lpstr>Chương 2: MẠCH XÁC LẬP ĐIỀU HÒA</vt:lpstr>
      <vt:lpstr>PowerPoint Presentation</vt:lpstr>
      <vt:lpstr>2.2 PHƯƠNG PHÁP BIÊN ĐỘ PHỨC</vt:lpstr>
      <vt:lpstr>PowerPoint Presentation</vt:lpstr>
      <vt:lpstr>PowerPoint Presentation</vt:lpstr>
      <vt:lpstr>PowerPoint Presentation</vt:lpstr>
      <vt:lpstr>PowerPoint Presentation</vt:lpstr>
      <vt:lpstr>2.3 TRỞ KHÁNG &amp; DẪN NẠP</vt:lpstr>
      <vt:lpstr>PowerPoint Presentation</vt:lpstr>
      <vt:lpstr>PowerPoint Presentation</vt:lpstr>
      <vt:lpstr>2.4 CÁC ĐỊNH LUẬT OHM, KIRCHHOFF DẠNG PHỨC </vt:lpstr>
      <vt:lpstr>PowerPoint Presentation</vt:lpstr>
      <vt:lpstr>PowerPoint Presentation</vt:lpstr>
      <vt:lpstr>2.5 CÔNG SUẤT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2.6 MẠCH CỘNG HƯỞNG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ĐO DÒNG DC</dc:title>
  <dc:creator>DTZ</dc:creator>
  <cp:lastModifiedBy>Admin</cp:lastModifiedBy>
  <cp:revision>323</cp:revision>
  <dcterms:created xsi:type="dcterms:W3CDTF">2012-02-20T01:11:37Z</dcterms:created>
  <dcterms:modified xsi:type="dcterms:W3CDTF">2024-03-05T09:19:23Z</dcterms:modified>
</cp:coreProperties>
</file>