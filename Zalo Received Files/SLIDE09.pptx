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2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63" r:id="rId2"/>
    <p:sldId id="257" r:id="rId3"/>
    <p:sldId id="264" r:id="rId4"/>
    <p:sldId id="265" r:id="rId5"/>
    <p:sldId id="266" r:id="rId6"/>
    <p:sldId id="268" r:id="rId7"/>
    <p:sldId id="314" r:id="rId8"/>
    <p:sldId id="325" r:id="rId9"/>
    <p:sldId id="269" r:id="rId10"/>
    <p:sldId id="315" r:id="rId11"/>
    <p:sldId id="316" r:id="rId12"/>
    <p:sldId id="300" r:id="rId13"/>
    <p:sldId id="301" r:id="rId14"/>
    <p:sldId id="304" r:id="rId15"/>
    <p:sldId id="305" r:id="rId16"/>
    <p:sldId id="306" r:id="rId17"/>
    <p:sldId id="307" r:id="rId18"/>
    <p:sldId id="308" r:id="rId19"/>
    <p:sldId id="317" r:id="rId20"/>
    <p:sldId id="318" r:id="rId21"/>
    <p:sldId id="321" r:id="rId22"/>
    <p:sldId id="322" r:id="rId23"/>
    <p:sldId id="323" r:id="rId24"/>
    <p:sldId id="258" r:id="rId25"/>
    <p:sldId id="259" r:id="rId26"/>
    <p:sldId id="260" r:id="rId27"/>
    <p:sldId id="271" r:id="rId28"/>
    <p:sldId id="272" r:id="rId29"/>
    <p:sldId id="285" r:id="rId30"/>
    <p:sldId id="324" r:id="rId31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2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4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4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18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10" Type="http://schemas.openxmlformats.org/officeDocument/2006/relationships/image" Target="../media/image21.wmf"/><Relationship Id="rId4" Type="http://schemas.openxmlformats.org/officeDocument/2006/relationships/image" Target="../media/image15.wmf"/><Relationship Id="rId9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image" Target="../media/image42.wmf"/><Relationship Id="rId7" Type="http://schemas.openxmlformats.org/officeDocument/2006/relationships/image" Target="../media/image46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6" Type="http://schemas.openxmlformats.org/officeDocument/2006/relationships/image" Target="../media/image45.wmf"/><Relationship Id="rId5" Type="http://schemas.openxmlformats.org/officeDocument/2006/relationships/image" Target="../media/image44.wmf"/><Relationship Id="rId10" Type="http://schemas.openxmlformats.org/officeDocument/2006/relationships/image" Target="../media/image49.wmf"/><Relationship Id="rId4" Type="http://schemas.openxmlformats.org/officeDocument/2006/relationships/image" Target="../media/image43.wmf"/><Relationship Id="rId9" Type="http://schemas.openxmlformats.org/officeDocument/2006/relationships/image" Target="../media/image48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image" Target="../media/image52.wmf"/><Relationship Id="rId7" Type="http://schemas.openxmlformats.org/officeDocument/2006/relationships/image" Target="../media/image56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6" Type="http://schemas.openxmlformats.org/officeDocument/2006/relationships/image" Target="../media/image55.wmf"/><Relationship Id="rId5" Type="http://schemas.openxmlformats.org/officeDocument/2006/relationships/image" Target="../media/image54.wmf"/><Relationship Id="rId4" Type="http://schemas.openxmlformats.org/officeDocument/2006/relationships/image" Target="../media/image53.wmf"/><Relationship Id="rId9" Type="http://schemas.openxmlformats.org/officeDocument/2006/relationships/image" Target="../media/image58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0.wmf"/><Relationship Id="rId1" Type="http://schemas.openxmlformats.org/officeDocument/2006/relationships/image" Target="../media/image52.wmf"/><Relationship Id="rId4" Type="http://schemas.openxmlformats.org/officeDocument/2006/relationships/image" Target="../media/image53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8.wmf"/><Relationship Id="rId1" Type="http://schemas.openxmlformats.org/officeDocument/2006/relationships/image" Target="../media/image54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5" Type="http://schemas.openxmlformats.org/officeDocument/2006/relationships/image" Target="../media/image69.wmf"/><Relationship Id="rId4" Type="http://schemas.openxmlformats.org/officeDocument/2006/relationships/image" Target="../media/image68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2-07T09:41:20.1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2688 8925 803 0,'0'0'95'0,"0"0"-88"15,0 0-7-15,0 0 6 16,0 0 356-16,0 0-158 16,26-14-93-16,-26 10 33 15,0 3-12-15,2-2-27 16,-2 1 37-16,0-2-105 16,0 2 28-16,0-2 21 15,0 2-73-15,0-1 39 16,0 0-25-16,0 1-21 0,0 2 40 15,0-2-35-15,0 2 24 16,0 0 8-16,0 0-33 16,0 0 47-16,0 0-29 15,0 0-12-15,-2 0 25 16,2 0-41-16,0-2 16 16,-2 2 3-16,2 0-4 15,-4 0 2-15,-3 0-17 16,-4 0 7-16,-2 0-4 15,-5 0-3-15,-2 12 0 16,-1 6 0-16,4 7 15 16,-1 2-16-16,5 9 1 15,3 8 0-15,8 9 10 16,2 7-1-16,0 3-9 16,0 8 0-16,16-1 16 0,-1 0-5 15,4-2-11-15,-2-3 0 16,-1-7-6-16,-7-7 7 15,-2-8-1-15,-7-7 0 16,0-8 15-16,-5-3-14 16,-17-7-1-16,-5-4 0 15,-6-6 0-15,2-6 0 16,0-2-15-16,4 0-28 16,6-24-153-16,8 2-100 15,8 0-483-15</inkml:trace>
  <inkml:trace contextRef="#ctx0" brushRef="#br0" timeOffset="535.79">2884 9472 778 0,'0'0'115'0,"0"0"290"16,0 0 97-16,0 0-376 16,0 0 18-16,0 0-37 15,0 0-5-15,49-12-10 16,-17-8-49-16,5-6 9 16,3-3-52-16,-2-5 1 15,-4-1 12-15,-8 1-12 16,-8 4-1-16,-14 4 0 15,-4 6 13-15,-6 8 7 0,-27 7-20 16,-12 5 0-16,-8 9-17 16,1 21 18-16,3 10-1 15,11 11 28-15,11 0-28 16,14 5 47-16,13-3-27 16,5-5-20-16,30-11 45 15,17-6-44-15,14-13-1 16,10-12 0-16,27-8-122 15,-18-16-137-15,-16-6-594 0</inkml:trace>
  <inkml:trace contextRef="#ctx0" brushRef="#br0" timeOffset="1434.14">3414 8673 434 0,'0'0'941'16,"0"0"-692"-16,0 0-79 15,0 0 36-15,0 0-101 16,0 0-31-16,0 0 10 0,-64 25-29 16,40 3 33-1,-1 7-45-15,3 1-16 0,3-2 36 16,6-2-63-16,7-4 16 16,2-8-16-16,4-4 23 15,0-6-23-15,0-6 0 16,8-4 0-16,7 0-12 15,6-9 12-15,1-16-13 16,-2-5-4-16,0-8-44 16,-2 0 60-16,-5 0-33 15,-4 8 19-15,-4 9 9 16,-3 12 12-16,-2 9 40 16,0 0-11-16,0 19-23 15,0 15 12-15,-9 7-9 16,2 1-15-16,3-2 9 0,4-4-2 15,0-4-14 1,0-10-29-16,9-8-146 0,7-7-103 16,-1-7-329-16</inkml:trace>
  <inkml:trace contextRef="#ctx0" brushRef="#br0" timeOffset="1789.84">3490 8698 1023 0,'0'0'616'0,"0"0"-486"16,0 0-40-16,0 0 61 16,0 0-19-16,0 0-15 0,0 0 18 15,50 130-79-15,-50-93-10 16,0-5-28-16,0-4 0 16,0-6-12-16,0-8-6 15,0-6-2-15,0-8-10 16,0 0-43-16,6-8-20 15,3-21-85-15,0-6-124 16,2-9 73-16,-2 5-74 16,-5 4 263-16,-2 14 22 15,-2 19 194-15,0 2-73 16,0 17-48-16,-2 15 28 16,-2 2 23-16,4 4-37 15,0-6-65-15,11-2-22 16,13-8-16-16,14-12-115 15,-4-5-208-15,-5-5-1115 0</inkml:trace>
  <inkml:trace contextRef="#ctx0" brushRef="#br0" timeOffset="1966.24">3754 8801 1001 0,'0'0'613'15,"0"0"-523"-15,0 0 68 16,0 0-88-16,0 0-33 16,149 20 10-16,-111-16-46 15,-3-1-2-15,5-3-71 16,-11 0-192-16,-8 0-374 0</inkml:trace>
  <inkml:trace contextRef="#ctx0" brushRef="#br0" timeOffset="2138.19">3981 8703 1154 0,'0'0'358'16,"0"0"-144"-16,-21 104-90 16,15-62-72-16,6-5-32 15,0-5-20-15,0-11-42 16,4-5-139-16,6-12-393 0</inkml:trace>
  <inkml:trace contextRef="#ctx0" brushRef="#br0" timeOffset="2493">4115 8395 1420 0,'0'0'356'15,"0"0"-271"-15,0 0-28 16,0 0 149-16,0 116-78 16,0-61 17-16,0 7-38 15,0 0-64-15,0-3 20 0,0-9-56 16,0-9-6 0,0-9 7-16,0-13 3 0,2-9-12 15,2-10 1-15,5 0-34 16,2-12 13-16,3-20-12 15,3-2-25-15,-1 0 39 16,-3 8 19-16,-3 12 6 16,-4 14-2-16,-6 0 18 15,0 24-2-15,0 12-19 16,-14 6-1-16,-7 2 0 16,-15 18-47-16,7-9-165 15,4-13-509-15</inkml:trace>
  <inkml:trace contextRef="#ctx0" brushRef="#br0" timeOffset="3511.84">4683 9501 1433 0,'0'0'548'16,"0"0"-345"-16,0 0-33 15,0 0-105-15,0 0 5 0,0 0-41 16,0 0-21 0,-142-8 51-16,111 35-58 0,6 5 7 15,7-1 2-15,9-7 9 16,9-4-33-16,0-8 14 16,11-10-53-16,13-2 46 15,8-12-67-15,3-22-61 16,-4-10-71-16,3-10-85 15,-10-8 67-15,-8-6-10 16,-5-6-41-16,-6 3-116 16,-3 3 272-16,-2 8 119 15,2 14 490-15,0 13-128 16,0 15 30-16,-2 14-110 16,3 4-204-16,-3 13-30 15,0 22-25-15,7 20 42 0,-5 13 22 16,2 8-48-16,-2 6 10 15,1 0-49-15,-1-7 12 16,0-11-18-16,0-10 6 16,0-15-18-16,1-14-44 15,-3-11-104-15,7-14-23 16,-3 0-12-16,3-26-187 16,3-13-18-16,4-14 41 15,5-1 68-15,0 1 297 16,1 12 354-16,-2 14-52 15,-2 19-72-15,-3 8-50 16,-2 11 50-16,-4 20-59 16,-3 8-6-16,-4 3-25 0,0 0-76 15,0-6 33-15,0-6-64 16,0-8-33-16,0-8 19 16,0-10-19-16,0-4 0 15,0-2 0-15,7-24-13 16,7-13-107-16,-4-12-28 15,4-5-148-15,-5-1 41 16,-5 11 22-16,-4 14 233 16,0 22 183-16,0 10-64 15,-2 20-60-15,-4 20 40 16,6 9 6-16,0 2 1 16,2 0-106-16,35 1-15 15,-1-17-133-15,-1-12-474 0</inkml:trace>
  <inkml:trace contextRef="#ctx0" brushRef="#br0" timeOffset="3746.19">5484 9399 1147 0,'0'0'785'16,"0"0"-569"-1,0 0-179-15,0 0-21 0,0 0 27 16,0 0-42-16,142 14-2 16,-106-9-4-16,-10 2-206 15,-10-1-371-15</inkml:trace>
  <inkml:trace contextRef="#ctx0" brushRef="#br0" timeOffset="3880.08">5550 9513 1322 0,'0'0'515'16,"0"0"-457"-16,0 0-30 16,0 0-28-16,156 14-69 15,-112-10-215-15,-5 0-835 0</inkml:trace>
  <inkml:trace contextRef="#ctx0" brushRef="#br0" timeOffset="4465.42">6631 9210 1283 0,'0'0'521'15,"0"0"-405"-15,0 0-115 0,0 0 26 16,0 0-27-16,49-139 0 16,-33 95-10-16,-7-2 11 15,-5 4-1-15,3 6 0 16,-7 7 12-16,0 6 62 16,0 11 51-16,0 8-16 15,0 4 8-15,-7 8-117 16,-1 23 6-16,-2 16 30 15,4 11-35-15,1 11 46 16,3 1-47-16,0 1-12 16,0-2-37-16,-5 5-166 15,2-18-175-15,-4-13-822 0</inkml:trace>
  <inkml:trace contextRef="#ctx0" brushRef="#br0" timeOffset="4632.1">6386 9472 1790 0,'0'0'350'15,"0"0"-233"-15,0 0-85 16,165-1 10-16,-102-3-33 16,-1-1-3-16,-2 3-12 15,11 2-5-15,-17 0-245 16,-14 0-556-16</inkml:trace>
  <inkml:trace contextRef="#ctx0" brushRef="#br0" timeOffset="5034.51">6736 9619 1490 0,'0'0'323'16,"0"0"-170"-16,0 0-33 15,-120 24-17-15,78 4 42 16,1 8-46-16,3 4-36 16,18 0-4-16,7-6-58 0,9-4 8 15,4-9-9-15,8-12 8 16,19-9-29-16,9 0 0 15,1-25-83-15,6-16-44 16,-3-5-72-16,-9-2 108 16,-4 4 112-16,-9 10 19 15,-7 10 211-15,-9 12-17 16,5 10-95-16,-5 2-62 16,2 12-38-16,6 18-16 15,1 5-2-15,7 9-3 16,11 2-78-16,-5-11-385 15,0-10-777-15</inkml:trace>
  <inkml:trace contextRef="#ctx0" brushRef="#br0" timeOffset="5502.89">7380 9532 1081 0,'0'0'840'0,"0"0"-601"16,0 0-163-16,0 0-59 16,0 0 35-16,0 0-52 15,121-100 1-15,-86 60-7 16,-4-1 6-16,-6-3-24 16,-11 3-25-16,-12 5-45 15,-2 6 72-15,-20 10-8 16,-14 9 30-16,-9 11 14 15,6 11 30-15,1 23 53 0,7 13-5 16,11 8-31-16,16-1 26 16,2 1-60-16,20-9-18 15,20-11 10-15,9-10-19 16,7-15-13-16,24-10-107 16,-17-14-220-16,-10-10-538 0</inkml:trace>
  <inkml:trace contextRef="#ctx0" brushRef="#br0" timeOffset="6004.87">7797 8686 948 0,'0'0'892'16,"0"0"-697"-16,0 0-107 15,0 0-66-15,0 0 9 16,0 0 99-16,-138 108-26 16,118-59-28-16,4-6-27 0,12-4-42 15,4-11 12-15,0-10-19 16,6-11 1-16,17-7-21 16,2-5-16-16,-1-21-84 15,2-10-102-15,-1-8-140 16,-5-2-18-16,1 0 138 15,-8 7 242-15,-3 15 55 16,-4 15 319-16,-4 9-101 16,-2 12-128-16,0 26 44 15,0 10-53-15,0 2-69 16,0 0-66-16,0-4-2 16,0-10-3-16,0-8-153 0,6-14-136 15,3-10-350-15</inkml:trace>
  <inkml:trace contextRef="#ctx0" brushRef="#br0" timeOffset="6338.73">7984 8681 1356 0,'0'0'223'16,"0"0"-51"-16,0 0 8 15,13 101-33-15,-13-52 20 16,0-1-54-16,-13-6-45 15,7-4 7-15,-3-9-73 16,4-10-2-16,3-9 0 16,2-10 16-16,0 0-38 15,7-22-17-15,13-14-206 0,0-10 29 16,-3-7-76-16,2 0-36 16,-9 7 105-16,-4 11 223 15,-6 17 320-15,0 18-10 16,0 0-156-16,-12 28 73 15,3 9-119-15,9 4-46 16,0-4-38-16,0-2-11 16,15-8-26-16,26-8-120 15,-10-10-253-15,-2-9-954 0</inkml:trace>
  <inkml:trace contextRef="#ctx0" brushRef="#br0" timeOffset="6486.07">8203 8794 1343 0,'0'0'333'16,"0"0"-212"-16,0 0-36 15,0 0-17-15,138-1-67 16,-109 1-2-16,7-2-20 16,-14-2-284-16,-2-4-604 0</inkml:trace>
  <inkml:trace contextRef="#ctx0" brushRef="#br0" timeOffset="6639.96">8370 8690 1264 0,'0'0'320'16,"0"0"-146"-16,-29 103-34 0,20-57-99 16,0 1 2-16,5-6-43 15,4-1-46-15,0-10-166 16,0-14-762-16</inkml:trace>
  <inkml:trace contextRef="#ctx0" brushRef="#br0" timeOffset="7050.95">8711 8195 1575 0,'0'0'261'15,"0"0"-133"-15,0 0-27 16,0 0-92-16,0 0 107 16,-16 154-1-16,5-76-24 15,7 6 47-15,-5-1-112 16,7-9 1-16,-3-9-24 15,3-17 18-15,2-15-18 16,0-19-3-16,0-11 0 16,0-3 26-16,9-16-26 0,11-18-98 15,7-8-7 1,4-2-30-16,-2 10 40 0,-2 11 63 16,-7 20 32-16,-7 3 1 15,-11 19 43-15,-2 20 26 16,-11 7-20-16,-18 4-42 15,-16 1-1-15,-19 10-7 16,6-13-191-16,7-14-699 0</inkml:trace>
  <inkml:trace contextRef="#ctx0" brushRef="#br0" timeOffset="7688.42">9199 9467 1553 0,'0'0'567'0,"0"0"-399"16,0 0 35-16,0 0-121 16,0 0-30-16,0 0 19 15,174-14-54-15,-103 14 46 16,8-3-63-16,-8 3 7 15,-7-2-19-15,-8 0-21 16,-12 0-111-16,-9-3-110 16,-14 1-233-16,-9-3-405 0</inkml:trace>
  <inkml:trace contextRef="#ctx0" brushRef="#br0" timeOffset="7882.15">9536 9164 872 0,'0'0'1124'0,"0"0"-932"15,-49 102-94-15,25-40 16 16,1 9-71-16,5 1-1 16,3 0-42-16,6-2-2 15,4 11-5-15,3-18-199 16,2-14-368-16</inkml:trace>
  <inkml:trace contextRef="#ctx0" brushRef="#br0" timeOffset="8613.34">11105 8756 388 0,'0'0'823'16,"0"0"-500"-16,0 0-151 0,0 0-23 16,0 0-41-16,0 0 8 15,0 0 11-15,-111-93-80 16,86 91 17-16,-2 2-59 15,-6 0 9-15,-3 7 17 16,-6 18-30-16,-5 4 15 16,-7 12 23-16,-1 5-38 15,-3 5 54-15,0 8-29 16,7 5-5-16,2 6 45 16,11 5-56-16,4 0 27 15,17 4 5-15,7 2-30 16,10-5 42-16,12-4-32 15,24-5-22-15,12-12 52 0,20-8-51 16,25-13 41-16,36-22-6 16,25-12-27-16,-11-7 16 15,-29-18-25-15,-39-1 6 16,-25 3-27-16,5-15-40 16,-10 6-227-16,-14 0-529 0</inkml:trace>
  <inkml:trace contextRef="#ctx0" brushRef="#br0" timeOffset="10336.02">2516 10650 585 0,'0'0'119'0,"0"0"621"16,0 0-477-16,0 0-163 15,0 0-57-15,0 0-41 16,0 0 17-16,-74 51 75 16,68 22 29-16,6 35 27 15,0 33-49-15,6 7 14 16,10-23-18-16,-7-38-58 16,-5-31-4-16,-4-10-11 0,0 5-12 15,0-1 49 1,0 0-40-16,-15-10-3 0,-3-9 9 15,-4-9-20-15,-2-7 7 16,-1-8-14-16,-2-7-49 16,4 0-15-16,6-8-198 15,5-9-314-15,6 3-779 0</inkml:trace>
  <inkml:trace contextRef="#ctx0" brushRef="#br0" timeOffset="23465.29">3152 10968 218 0,'0'0'790'0,"0"0"-738"16,0 0-33-16,0 0 66 15,0 0 196-15,0 0-131 16,10 4-71-16,-7-4 8 16,-3 0 32-16,2 0-43 15,-2 0 45-15,0 0 2 0,0 0-58 16,0 0 43-1,0 0-40-15,0 0 6 0,0 0 26 16,0 0-54-16,0 0 36 16,0 0-25-16,-5 0-44 15,-7 0 37-15,-9 0-50 16,-6 0 0-16,-8 9-6 16,-9 9 21-16,-6 6-15 15,-6 10 0-15,5 6 1 16,2 5 10-16,9 0-11 15,8 1 0-15,11-4 0 16,9 1 23-16,10-7-23 16,2-7 0-16,4-5 6 15,19-5-25-15,8-9 19 0,4-7-15 16,8-3 14-16,-1-2-55 16,3-16 29-16,-3-5-60 15,-6-1-47-15,-7-1 64 16,-9 8-29-16,-9 5 50 15,-7 4 48-15,-4 5 1 16,0 3 35-16,-2 0 5 16,-13 4-38-16,-1 13 38 15,3 2-39-15,1 3 22 16,8 1-7-16,4-5 2 16,0-6-20-16,8-4 2 15,11-8-31-15,6 0 24 16,-1-4-50-16,3-17-5 0,-7-3 13 15,-6 1-41 1,-12-2 79-16,-2 6-28 0,-5 1 39 16,-17 3 8-16,-3 6-6 15,-2 4 66-15,6 5 13 16,5 0-53-16,9 0 39 16,7 0-52-16,0 8-9 15,9-4 3-15,20-4-9 16,11 0-8-16,7-10-38 15,4-16-115-15,0-6-40 16,-6-4-98-16,-7-3 31 16,-11 4 188-16,-7 3 80 15,-11 6 78-15,-5 6 152 0,-4 10-12 16,0 8 69 0,0 2-150-16,0 6-89 0,-2 18 35 15,2 10-52-15,0 8 3 16,2 2-9-16,9 0-13 15,1-2-10-15,-8-4-2 16,-4-4 0-16,0-3-11 16,-4-3 11-16,-28-1-107 15,3-6-88-15,2-11-435 0</inkml:trace>
  <inkml:trace contextRef="#ctx0" brushRef="#br0" timeOffset="23679.65">3604 10979 1483 0,'0'0'544'0,"0"0"-404"15,-51 117 20-15,36-58-22 16,5 3-94-16,10-2 29 15,0-2-70-15,10-7-3 16,21 0 0-16,-5-10-204 16,-4-15-315-16</inkml:trace>
  <inkml:trace contextRef="#ctx0" brushRef="#br0" timeOffset="24323.96">3970 11125 1448 0,'0'0'332'0,"0"0"-182"15,0 0-16-15,-114 69 5 16,76-25-6-16,5 2-46 0,8 2 11 16,7-2-26-1,9-8-66-15,9-10 39 0,0-10-45 16,13-12-31-16,14-6 24 15,2-8-43-15,2-20-73 16,1-8-72-16,-8-6-67 16,-3-1 137-16,-6 4 29 15,-6 5 65-15,-6 7 31 16,-1 9 63-16,-2 7 133 16,0 11 34-16,0 0-142 15,0 18-17-15,0 13-14 16,0 11-10-16,-2 6 11 15,-1 0-57-15,1-1 24 16,2-7-25-16,0-8-40 0,0-10-66 16,0-15-150-16,0-7-144 15,0 0-280-15</inkml:trace>
  <inkml:trace contextRef="#ctx0" brushRef="#br0" timeOffset="24686.35">4099 11145 1264 0,'0'0'350'0,"0"0"-98"16,0 0-54-16,0 0-51 15,0 0-6-15,20 140-15 16,-20-100 0-16,-4-1-44 16,-6-7-81-16,8-9 45 0,0-6-46 15,2-9 0-15,0-8 2 16,0 0 14-16,4-21-32 15,15-12-45-15,-4-10-76 16,1-3 36-16,-5-2-31 16,-2 9 12-16,-7 10 93 15,-2 12 27-15,0 17 99 16,0 0-45-16,-14 17-41 16,-1 15 89-16,6 6-47 15,7 4-10-15,2-4 18 16,0-1-62-16,18-9 20 15,9-6-21-15,4-10-97 16,9-12-2-16,-5 0-244 0,-8-4-552 16</inkml:trace>
  <inkml:trace contextRef="#ctx0" brushRef="#br0" timeOffset="24857.84">4300 11214 624 0,'0'0'1141'16,"0"0"-840"-16,0 0-179 16,0 0-24-16,0 0-86 15,0 0 29-15,138 1-41 16,-103-1-20-16,6 0-49 16,-12 0-229-16,-8-6-360 0</inkml:trace>
  <inkml:trace contextRef="#ctx0" brushRef="#br0" timeOffset="25038.1">4516 11067 510 0,'0'0'1054'0,"0"0"-798"16,0 0-73-16,0 0 0 15,0 0-99-15,-49 142-12 16,44-90-64-16,1-2-8 15,4 4-27-15,0-14-279 16,0-11-428-16</inkml:trace>
  <inkml:trace contextRef="#ctx0" brushRef="#br0" timeOffset="25472.62">4598 10900 1144 0,'0'0'759'0,"0"0"-610"15,0 0-82-15,0 0 26 16,0 0 1-16,0 0 62 16,7 137-34-16,-5-75-81 15,-2 4 44-15,0-2-59 0,0-6-20 16,0-8 7-1,0-11-11-15,-2-14-2 0,0-8 0 16,2-13 12-16,0-4-32 16,0-10 8-16,7-23-95 15,8-4 32-15,3-5-49 16,2 2 58-16,0 9 53 16,-2 13 13-16,-3 14 9 15,-1 4-8-15,-5 22 22 16,-5 18 76-16,-2 6-54 15,-2 7 13-15,0 1-40 16,0-5-1-16,-9-9-2 16,1-5-15-16,-4-9-23 15,-1-12-64-15,-3-14-163 16,3-11-133-16,2-16-1182 0</inkml:trace>
  <inkml:trace contextRef="#ctx0" brushRef="#br0" timeOffset="25631.99">4979 11029 1837 0,'0'0'340'15,"0"0"-103"-15,56 122-48 16,-45-54-37-16,-11 9-100 16,0 3 19-16,-17 0-71 0,-24 19-27 15,8-21-131 1,-1-17-473-16</inkml:trace>
  <inkml:trace contextRef="#ctx0" brushRef="#br0" timeOffset="26089.71">5608 11173 1136 0,'0'0'599'16,"0"0"-510"-16,0 0-40 15,0 0-31-15,-136 48 86 16,92-2 37-16,1 6-29 0,7 5 5 15,15-7-92 1,9-8-6-16,12-13-19 0,0-15-17 16,16-11-1-16,13-3-30 15,17-43-147-15,-6-6-133 16,-3-4-302-16</inkml:trace>
  <inkml:trace contextRef="#ctx0" brushRef="#br0" timeOffset="26292.47">5536 10744 354 0,'0'0'1561'0,"0"0"-1202"16,0 0-155-16,0 0-174 0,0 0-9 15,0 0 13 1,0 128 5-16,0-52 38 0,0 13-8 16,0-1-69-16,0-4 0 15,0-12-11-15,10-14-109 16,-4-14 2-16,1-15-76 15,7-23-56-15,-8-6-226 16,7-2-369-16</inkml:trace>
  <inkml:trace contextRef="#ctx0" brushRef="#br0" timeOffset="26609.86">5746 11159 909 0,'0'0'575'15,"0"0"-360"-15,0 0-26 16,0 0-12-16,14 148-64 15,-14-100 14-15,0-2 4 0,0-8-79 16,-4-6 6-16,4-13-58 16,0-9 1-16,0-8 27 15,0-2-19-15,0-14-4 16,8-20-5-16,7-8-133 16,-1-10 58-16,-3-3-38 15,-7 3-8-15,4 8 27 16,-6 15 94-16,-2 17 54 15,0 12 104-15,-4 9-113 16,-8 28 75-16,3 6-36 16,5 4-45-16,4 0 3 15,0-5-32-15,11-8-20 16,22-7-35-16,-2-10-210 0,-2-12-462 16</inkml:trace>
  <inkml:trace contextRef="#ctx0" brushRef="#br0" timeOffset="26885.65">6236 11284 1403 0,'0'0'978'0,"0"0"-746"0,0 0-122 15,0 0-63-15,0 0-37 16,0 0 27-16,0 0-37 16,145 0 0-16,-107 0-14 15,-18 1-187-15,-6 7-179 16,-14 0-521-16</inkml:trace>
  <inkml:trace contextRef="#ctx0" brushRef="#br0" timeOffset="27020.26">6275 11448 1448 0,'0'0'516'16,"0"0"-321"-16,0 0-72 0,0 0-109 15,129 2-14 1,-94-2-81-16,-8 0-263 0,-8-6-884 0</inkml:trace>
  <inkml:trace contextRef="#ctx0" brushRef="#br0" timeOffset="40926.58">7010 11285 1007 0,'0'0'81'16,"0"0"428"-16,0 0-268 0,0 0-136 15,0 0 51 1,0 0-71-16,50-46-44 0,-33 12 36 16,3-6-49-16,0-6-13 15,0-2 53-15,1-2-53 16,-4-3 27-16,-1 2 17 15,-5-1-44-15,-2 9 61 16,-4 7-3-16,-5 8-28 16,0 12 58-16,0 9-60 15,0 4-9-15,0 3-34 16,0 12 15-16,0 20-22 16,-5 16 7-16,-4 14 0 15,0 9-6-15,-2 4 6 0,4 0-12 16,0-5-85-1,-1 4-195-15,1-15-64 0,2-19-517 16</inkml:trace>
  <inkml:trace contextRef="#ctx0" brushRef="#br0" timeOffset="41301.61">6763 11446 1482 0,'0'0'726'0,"0"0"-568"15,0 0-113-15,0 0 92 16,0 0-60-16,0 0-35 16,0 0 46-16,171-27-75 15,-103 26 30-15,7-1-38 16,-1 2 17-16,-1 0-29 0,-6 0 7 15,-11 0-93 1,2 7-83-16,-18 6-176 0,-16-3-487 0</inkml:trace>
  <inkml:trace contextRef="#ctx0" brushRef="#br0" timeOffset="41762.53">7139 11552 1646 0,'0'0'487'0,"0"0"-353"16,0 0-115-16,0 0-5 15,-137 26 78-15,92 10 9 16,-2 9 24-16,11 6-45 16,5 0-56-16,9-3 15 15,10-10-39-15,10-10 0 16,2-14 0-16,14-14-30 16,19 0 17-16,9-32-83 15,6-13-131-15,-2-6-7 16,-3-5-9-16,-8 3 91 15,-6 9 77-15,-9 12 75 16,-8 11 66-16,-8 16 176 16,-4 5-69-16,0 14-74 15,0 23 13-15,0 6-8 0,0 9 0 16,0 0-77-16,11 1 17 16,11-7-44-16,28-6-53 15,-8-12-81-15,-3-13-410 0</inkml:trace>
  <inkml:trace contextRef="#ctx0" brushRef="#br0" timeOffset="43134.48">7804 11107 563 0,'0'0'370'16,"0"0"-204"-1,0 0-86-15,0 0 70 0,0 0 13 16,0 0-54-16,0 0 32 16,0-18 14-16,0 18-48 15,0-2 36-15,0 2-55 16,0 0-21-16,0 0 10 16,0 0-61-16,0 0 24 15,0 0-4-15,0 0-35 16,0 0 63-16,0-2-63 15,0 0 0-15,2 0 36 16,0-4-36-16,2-2 13 16,-4 2-14-16,6 0 15 0,-6 2-3 15,2 1-12 1,-2 2 0-16,0 1 27 0,0 0-21 16,0 0 18-16,0 0-12 15,0 0-1-15,0 0 19 16,0 0-30-16,-10 0 0 15,-3 0-1-15,-1 0 4 16,-3 12-3-16,-3 5 0 16,-1 10 0-16,8 5 9 15,5 6-8-15,1 4-1 16,7 4 46-16,0 0-46 16,0 1 34-16,15-3-23 15,-4-3-2-15,1-2 21 16,-8-3-30-16,-4-2 0 0,0-4 12 15,0-4 4-15,-20-4-11 16,-2-4-5-16,-5-8 1 16,-2-8 6-16,7-2-7 15,4-9 0-15,9-24-1 16,9-9-61-16,4-10-11 16,32 0-62-16,9 3 19 15,3 13 110-15,8 13-28 16,-4 17 34-16,-7 6-7 15,-5 7 19-15,-9 24 8 16,-11 7 25-16,-7 4-14 16,-11 3 62-16,-2-4-70 15,0-3 7-15,0-10 0 0,-6-8-18 16,2-10 12-16,-1-8-24 16,5-2 1-16,0-12 6 15,0-18-7-15,7-12-123 16,10-4 67-16,8 0-63 15,-3 5 96-15,5 16-4 16,-10 12 27-16,4 13-6 16,-13 11 18-16,0 19 19 15,-8 8 42-15,0 0-57 16,0-4 56-16,-8-10-60 16,2-8-5-16,6-12 7 15,0-4 2-15,0-4-1 16,16-22-15-16,13-8-130 15,4-4 71-15,9 4 7 16,0 8 32-16,-5 14 1 0,-6 12 9 16,-7 1 10-16,-6 32-2 15,-14 8 11-15,-2 8 37 16,-2 1-46-16,0-6 11 16,0-11-22-16,0-13-27 15,25-23-149-15,-2-20-167 16,1-14-1336-16</inkml:trace>
  <inkml:trace contextRef="#ctx0" brushRef="#br0" timeOffset="43299.39">8591 11025 1969 0,'0'0'310'0,"0"0"-206"15,-50 146 38-15,35-71-44 16,1 4 25-16,14 1-68 15,0 0-54-15,10 19-1 16,9-23-291-16,2-18-528 0</inkml:trace>
  <inkml:trace contextRef="#ctx0" brushRef="#br0" timeOffset="43820.06">8919 11342 1337 0,'0'0'238'15,"0"0"-193"-15,0 0 70 16,0 0 66-16,-119 120-33 16,99-72 25-16,7-3-59 15,1-4-71-15,12-9 19 0,0-10-62 16,0-10 0-16,16-12-6 15,9 0-18-15,0-24-20 16,1-13-116-16,-2-6-115 16,-3-4 66-16,-6 0-12 15,-1 5 67-15,-8 8 154 16,1 11 87-16,-5 13 265 16,-2 10-59-16,0 6-185 15,0 25 41-15,0 7-85 16,0 8-43-16,0 1 4 15,0-1-16-15,0-5-18 16,7-11-85-16,2-14-182 0,-5-8-126 16,5-8-610-16</inkml:trace>
  <inkml:trace contextRef="#ctx0" brushRef="#br0" timeOffset="44171.09">9121 11315 622 0,'0'0'1030'0,"0"0"-843"16,0 0-107-16,0 0 92 16,0 0-56-16,32 121 20 15,-32-75 20-15,0 2-79 16,-5-3 7-16,-2-10-71 16,1-5 1-16,-1-11-6 0,7-11-8 15,0-8 0-15,0 0 0 16,0-17-57-16,11-15-111 15,5-10-63-15,-1-8-88 16,1-2-171-16,-3 5-118 16,-2 12 608-16,-6 15 10 15,0 17 499-15,-5 3-269 16,0 29 60-16,0 9-84 16,0 8-38-16,-5 1-111 15,5-7-15-15,0-3-27 16,20-8-12-16,9-14-26 15,16-15-26-15,-10 0-181 16,1-6-369-16</inkml:trace>
  <inkml:trace contextRef="#ctx0" brushRef="#br0" timeOffset="44343.47">9380 11427 1650 0,'0'0'363'16,"0"0"-240"-16,0 0-25 16,0 0-64-16,133 9-22 15,-94-9-24-15,9 0 9 16,-5-4-213-16,-5-5-175 0</inkml:trace>
  <inkml:trace contextRef="#ctx0" brushRef="#br0" timeOffset="44589.65">9730 11214 1684 0,'0'0'243'0,"0"0"-149"16,0 0 26-16,0 0-21 15,-58 136 34-15,49-81-58 16,2 5-27-16,5 1-48 16,2-7-6-16,0-8-59 0,0-12-131 15,11-12-166-15,3-14-548 16</inkml:trace>
  <inkml:trace contextRef="#ctx0" brushRef="#br0" timeOffset="44987.87">9959 10926 1031 0,'0'0'776'0,"0"0"-611"16,0 0-122-16,0 0 109 15,0 103 15-15,-2-45-45 0,0 8 12 16,0 4-17-1,-5 3-81-15,5-5 10 0,-5-6-17 16,0-10-22-16,5-8 13 16,0-11-20-16,0-13 0 15,2-11-1-15,0-9 13 16,0 0-12-16,6-15 0 16,17-11-12-16,4-9-2 15,0 3-45-15,-4 6 14 16,2 12 39-16,-7 12-2 15,-5 2 8-15,-1 16 0 16,-8 14 9-16,-4 7 26 16,0 1-34-16,-16-1 0 0,-5 1 30 15,-6-6-18 1,4-4-20-16,5-8 7 0,3-12-125 16,3-5-125-16,10-3-490 15</inkml:trace>
  <inkml:trace contextRef="#ctx0" brushRef="#br0" timeOffset="45229.71">10437 11073 1854 0,'0'0'323'0,"0"0"-210"15,0 0-7-15,46 114-25 0,-39-52 58 16,2 7-46-16,-9 5-9 16,0-1-59-16,-4 5-5 15,-19-3-16-15,-6-3-4 16,-18 11-128-16,9-22-140 16,7-14-679-16</inkml:trace>
  <inkml:trace contextRef="#ctx0" brushRef="#br0" timeOffset="45628.21">11094 11343 909 0,'0'0'1370'0,"0"0"-1001"16,0 0-239-16,0 0-112 16,0 0 36-16,0 0-47 15,0 0-5-15,159 7 23 16,-109-7-23-16,4 0-4 16,-7 0-14-16,-5 0-163 15,-13-8-135-15,-8-1-395 0</inkml:trace>
  <inkml:trace contextRef="#ctx0" brushRef="#br0" timeOffset="45807.8">11361 11151 1475 0,'0'0'590'0,"0"0"-380"15,-48 112-31-15,23-50-69 16,-2 9-10-16,9-2-100 15,5-2 11-15,9-5-11 16,4 0-139-16,11-15-75 16,7-17-381-16</inkml:trace>
  <inkml:trace contextRef="#ctx0" brushRef="#br0" timeOffset="46078.07">12289 11023 1661 0,'0'0'400'0,"0"0"-233"16,-132-10-27-16,63 24-51 16,0 26 76-16,11 15-36 15,11 14-40-15,19 7 10 16,16 0-71-16,12 0 20 15,16-7-48-15,26-9 15 16,18-10-12-16,17-12-3 16,2-10-49-16,31-16-11 15,-21-8-154-15,-16-4-446 0</inkml:trace>
  <inkml:trace contextRef="#ctx0" brushRef="#br0" timeOffset="47398.97">2396 12573 1407 0,'0'0'604'0,"0"0"-408"15,0 0-14-15,0 0-55 16,0 0-54-16,0 0 11 16,-114-2-72-16,81 48 7 15,1 37 42-15,6 36-19 0,15 33 27 16,9 10-17-16,2-29-12 15,0-36 29-15,8-37-68 16,1-10-1-16,-2 0 16 16,-2-2-1-16,-1-2-12 15,-4-9-3-15,0-14 6 16,-12-4-12-16,-9-7 6 16,-11-8-16-16,-1-4-24 15,0 0-79-15,-2-14-151 16,14-4-330-16,7 1-851 0</inkml:trace>
  <inkml:trace contextRef="#ctx0" brushRef="#br0" timeOffset="48736.95">2712 12847 773 0,'0'0'888'0,"0"0"-725"15,0 0-94-15,0 0 7 16,0 0 40-16,-123 15 21 16,86 14-2-16,3 10-44 15,12 5 19-15,9 4-14 16,11 5-43-16,2-2 32 16,11 2-47-16,11-6-25 0,5-2 31 15,-5-7-43-15,-4-8 12 16,-10-2-13-16,-8-6 11 15,0-2 5-15,-4-4-16 16,-13-4 0-16,-1-8-3 16,-1-4 4-16,6-8-2 15,7-26-5-15,6-12-100 16,4-7-42-16,25 2-41 16,11 9 54-16,5 15 109 15,-1 19 3-15,-2 8 23 16,-3 21 26-16,-10 16 33 15,-4 13 83-15,-10 4-58 0,-7 1-8 16,-3-5-8 0,-5-10-51-16,0-11 15 0,0-12-32 15,0-8 15-15,0-9 2 16,0 0-17-16,3-14 0 16,8-18-8-16,4-11-99 15,7-5 46-15,5 0-35 16,0 10 18-16,-2 14 70 15,-6 16-11-15,-3 8 19 16,-9 16 3-16,-7 20 27 16,0 4 41-16,0 0-31 15,-11-10-22-15,-1-9 42 16,6-7-53-16,6-14-1 0,0 0 36 16,14-14-42-1,15-15-11-15,8-3-32 0,3 2 4 16,0 5 29-16,-1 12-6 15,-8 13 11-15,-7 0-2 16,-6 27 14-16,-8 12-2 16,-4 5-5-16,-6 1 0 15,0-8-19-15,0-8 19 16,0-15-95-16,8-14-123 16,11-11-276-16,2-15-722 0</inkml:trace>
  <inkml:trace contextRef="#ctx0" brushRef="#br0" timeOffset="48908.06">3538 12941 1879 0,'0'0'547'0,"0"0"-468"16,0 0 15-16,-58 157-33 16,37-81 46-16,8 6-23 15,8 1-60-15,5-4-12 16,2-8-12-16,37-5-114 15,-6-20-199-15,-2-18-514 0</inkml:trace>
  <inkml:trace contextRef="#ctx0" brushRef="#br0" timeOffset="49356.38">3914 13180 1625 0,'0'0'392'0,"0"0"-314"16,0 0 13-16,-120 95 54 15,91-45-38-15,8 0 31 16,10-4-65-16,11-8-54 0,0-9 9 16,5-14-26-1,17-10-4-15,7-5-8 0,2-17-66 16,5-19-65-16,-5-8-163 16,2-26-184-16,-1 4-2 15,-10 13-231-15,-7 13 412 16,-7 38 309-16,-8 2 1181 15,0 9-694-15,0 20-258 16,0 16-44-16,0 6-71 16,0 7-77-16,0 0-15 15,0-12-22-15,0-5-16 16,0-17-127-16,0-10-196 16,0-12-538-16</inkml:trace>
  <inkml:trace contextRef="#ctx0" brushRef="#br0" timeOffset="49690.65">4192 13152 1292 0,'0'0'321'0,"0"0"-73"16,0 0-42-16,0 0-38 16,42 132-8-16,-42-75-34 15,0-3-14-15,-10-4-35 16,-3-7-59-16,1-14 30 15,3-9-48-15,5-10 0 16,4-10 4-16,0 0-4 16,2-16-17-16,16-19-158 15,2-11-13-15,0-3-11 0,-5-1-89 16,-3 10-60 0,-8 13 348-16,-4 18 49 0,0 9 145 15,-2 20 52-15,-10 18-49 16,6 8-71-16,2 0-93 15,4-2-24-15,0-8-9 16,33-7-2-16,-4-14-150 16,2-9-372-16</inkml:trace>
  <inkml:trace contextRef="#ctx0" brushRef="#br0" timeOffset="49862">4435 13346 1060 0,'0'0'1118'0,"0"0"-971"16,0 0-123-16,0 0 10 15,0 0-34-15,141-3 0 16,-112 3 0-16,7 0-89 16,-7 0-202-16,-10 0-556 0</inkml:trace>
  <inkml:trace contextRef="#ctx0" brushRef="#br0" timeOffset="50041.41">4632 13180 1224 0,'0'0'557'0,"0"0"-353"16,-45 108-52-16,28-50-47 15,-4 3-3-15,13-6-91 16,0-4-11-16,8-9-23 15,0-14-214-15,2-14-312 0</inkml:trace>
  <inkml:trace contextRef="#ctx0" brushRef="#br0" timeOffset="50443.51">4830 12787 2038 0,'0'0'359'16,"0"0"-299"0,0 0-28-16,0 0 17 0,-4 147 58 15,-1-75 12-15,1 9-55 16,0 0 15-16,-4-2-58 16,4-5-19-16,-5-12 7 15,7-10-8-15,-2-14-1 16,2-14 0-16,2-13 0 15,0-8-8-15,0-3-11 16,2-12-12-16,17-18 10 16,6-6-88-16,6 0 21 15,-2 8 36-15,0 12 38 0,-2 16 14 16,-4 2 6 0,-6 27 21-16,-11 14 47 0,-6 9-57 15,0 3 11-15,-15 0-2 16,-7-6-13-16,-3-10-9 15,1-11-4-15,4-9-64 16,-5-19-43-16,10 0-172 16,3-19-428-16</inkml:trace>
  <inkml:trace contextRef="#ctx0" brushRef="#br0" timeOffset="50604.59">5260 13066 1694 0,'0'0'598'15,"0"0"-491"1,0 0 96-16,56 159-119 0,-56-77 27 16,-17 12-42-16,-22 2-67 15,-3-4 23-15,-3-4-25 16,-6 5-179-16,11-26-190 16,14-18-1026-16</inkml:trace>
  <inkml:trace contextRef="#ctx0" brushRef="#br0" timeOffset="51108.66">5800 13244 1388 0,'0'0'681'0,"0"0"-519"16,0 0-110-16,0 0-17 15,-127 75 11-15,77-22 67 16,4 5-35-16,11-3-66 16,10-13 11-16,15-12-23 15,10-14 0-15,0-11-31 16,27-5-31-16,25-44 8 16,-8-5-249-16,-5-6-417 0</inkml:trace>
  <inkml:trace contextRef="#ctx0" brushRef="#br0" timeOffset="51309.35">5724 12799 1881 0,'0'0'526'15,"0"0"-482"-15,0 0-17 16,0 0 15-16,0 169 20 16,0-69 22-16,0-6 13 15,0 7-78-15,0-6-4 16,0-23-15-16,7-3-36 15,-1-19-19-15,3-17-48 16,1-15-77-16,-2-18-104 16,-1-4-234-16,-1-17-150 0</inkml:trace>
  <inkml:trace contextRef="#ctx0" brushRef="#br0" timeOffset="51613.71">5943 13254 1134 0,'0'0'607'0,"0"0"-424"16,0 0 3-16,31 115-30 15,-31-57-28-15,0 3-7 16,-2-6 31-16,-10-5-97 16,3-12-22-16,1-11-28 15,6-12 13-15,2-8-9 16,0-7-9-16,0-3-20 16,10-20 12-16,13-16-220 15,-4-8 6-15,2-10-79 0,-5-1-96 16,-5 4-154-16,-5 15 551 15,-6 18 89-15,0 19 479 16,0 2-375-16,-4 28 83 16,-3 11-103-16,7 4-99 15,0 1 28-15,2-4-84 16,23-3-18-16,21-9-45 16,-3-10-252-16,-1-10-627 0</inkml:trace>
  <inkml:trace contextRef="#ctx0" brushRef="#br0" timeOffset="51835.16">6636 13369 1780 0,'0'0'600'0,"0"0"-481"15,0 0-20-15,0 0-63 16,0 0 34-16,0 0-18 16,129 14-44-16,-87-10-16 15,-11 4-166-15,-6 1-341 16,-21-2-585-16</inkml:trace>
  <inkml:trace contextRef="#ctx0" brushRef="#br0" timeOffset="51964.98">6578 13587 631 0,'0'0'1529'0,"0"0"-1218"16,0 0-192-16,0 0-22 16,0 0-33-16,181 9-64 15,-121-9-164-15,-12 0-482 0</inkml:trace>
  <inkml:trace contextRef="#ctx0" brushRef="#br0" timeOffset="52615.4">7239 13508 2192 0,'0'0'599'16,"0"0"-498"-16,0 0-27 16,0 0-41-16,0 0-23 15,0 0 22-15,126-5-32 16,-90 1-14-16,1 2 1 16,13-6-171-16,-13 2-321 15,-1-1-657-15</inkml:trace>
  <inkml:trace contextRef="#ctx0" brushRef="#br0" timeOffset="53185.53">8267 13288 1910 0,'0'0'545'15,"0"0"-405"-15,0 0-130 16,18-126-10-16,1 68 0 0,-11-6-46 15,5-2 44 1,-6 0 1-16,-2 4-49 0,-3 5 41 16,-2 9-18-16,0 12 27 15,0 11 73-15,0 13 52 16,0 12-13-16,0 0-112 16,0 23 15-16,0 19-24 15,0 32 9-15,0 32 0 16,0-2 5-16,-2-5 13 15,-3-10-36-15,0-19-49 16,-1 18-176-16,-3-10-258 16,1-22-624-16</inkml:trace>
  <inkml:trace contextRef="#ctx0" brushRef="#br0" timeOffset="53367.54">7841 13551 2160 0,'0'0'584'0,"0"0"-520"16,0 0-32-16,148 0-14 15,-76-4 1-15,5-2-13 16,8 2-6-16,-2 1-54 16,8 3-157-16,-22 0-423 15,-17 0-673-15</inkml:trace>
  <inkml:trace contextRef="#ctx0" brushRef="#br0" timeOffset="53720.56">8337 13708 1692 0,'0'0'644'0,"0"0"-509"16,-125 16 5-16,60 12-49 15,-6 11-11-15,0 10 25 16,8 1-66-16,16-4-3 16,16-7-32-16,16-13 19 15,15-11-32-15,0-9 9 16,26-6-26-16,17-7 17 16,8-21-71-16,6-9-107 15,1-4-42-15,-4 4 25 0,-14 5 152 16,-13 10 52-16,-9 9 168 15,-14 13 27-15,1 3-131 16,-5 26-16-16,2 10 2 16,2 6-48-16,8 5-4 15,15 4-26-15,-6-13-252 16,6-11-527-16</inkml:trace>
  <inkml:trace contextRef="#ctx0" brushRef="#br0" timeOffset="55126.59">9237 13094 700 0,'0'0'1372'0,"0"0"-1014"16,0 0-251-16,0 0-43 16,0 0-12-16,-129 0-27 15,71 39 57-15,-2 14-22 0,-1 14-36 16,13 3 38-16,7-2-62 16,12-9 10-16,14-8-10 15,11-15 21-15,4-12-20 16,8-12-1-16,26-7-8 15,10-5-8-15,5-10-20 16,5-17-28-16,-8-3-12 16,-7-2-45-16,-12 3 35 15,-12 9 40-15,-13 8 46 16,-2 12 47-16,-9 0-23 16,-13 23 27-16,-7 9 10 15,2 6-30-15,4 0 29 16,13-5-47-16,3-10-13 0,7-4 19 15,0-12-18 1,11-5-1-16,9-2 0 0,5-2-8 16,-2-15-3-16,-8-10-22 15,-7-5-24-15,-8 0 21 16,0-2-32-16,-8 7 68 16,-7 2 16-16,1 11 12 15,7 6 63-15,5 2-44 16,2 4-46-16,4-1 30 15,25-4-22-15,13-6-9 16,16-6 0-16,9-9-24 16,5-9 6-16,-10-2-65 0,-6-1-44 15,-16-2 60 1,-17 5-17-16,-17 5 73 0,-6 9 11 16,-2 6 34-16,-21 15 93 15,1 2-59-15,0 22-25 16,4 21 33-16,7 17-46 15,11 8 18-15,0 4-18 16,2-1-21-16,11-8 25 16,1-5-34-16,-7-10 0 15,-7-6-8-15,0-7 21 16,-25-3-13-16,-4-9 0 16,-4-4-94-16,-1-17-73 15,14-2-152-15,9-5-499 0</inkml:trace>
  <inkml:trace contextRef="#ctx0" brushRef="#br0" timeOffset="55327.5">9730 13080 1798 0,'0'0'385'0,"-87"217"-212"16,44-101-41-16,14-30 34 15,23-34-52-15,4-7-79 16,2 5 12-16,4 0-47 16,25-2-15-16,33-16-64 15,1-15-224-15,-5-14-372 0</inkml:trace>
  <inkml:trace contextRef="#ctx0" brushRef="#br0" timeOffset="55679.08">10187 13346 1945 0,'0'0'396'0,"0"0"-270"15,-128 84 38-15,78-33-55 16,0-1-56-16,17-3 42 16,8-8-95-16,12-6 10 15,13-10-10-15,0-10 7 16,18-12-16-16,11-1-10 0,6-15-38 15,6-19-77-15,-1-8-147 16,-5-8-46-16,-6-3-5 16,-4 3-18-16,-9 11 350 15,-5 14 167-15,-7 17 325 16,-2 8-196-16,-2 12-201 16,0 23 50-16,0 9-21 15,0 7-94-15,0 0 8 16,0-8-38-16,0-4-10 15,0-12-41-15,16-13-165 16,-3-7-127-16,1-7-442 0</inkml:trace>
  <inkml:trace contextRef="#ctx0" brushRef="#br0" timeOffset="56012.78">10430 13291 1053 0,'0'0'810'0,"0"0"-582"15,0 0-67-15,0 0-4 16,24 132 29-16,-26-72-55 16,-20-2-9-16,0-3-58 15,-1-10-43-15,6-11 2 16,3-9-16-16,5-13-7 16,9-8 0-16,0-4-3 15,0-7 2-15,15-20-35 16,10-14-146-16,2-7 37 15,-2-8-66-15,-3 2-75 16,-7 6 60-16,-6 14 226 0,-7 17 164 16,-2 17 113-1,0 0-169-15,-4 27 16 0,-7 12-65 16,2 2-19-16,7 2-28 16,2-6-12-16,0-4-7 15,26-10-141-15,1-9-163 16,-2-9-499-16</inkml:trace>
  <inkml:trace contextRef="#ctx0" brushRef="#br0" timeOffset="56175.8">10646 13476 857 0,'0'0'1145'0,"0"0"-801"15,0 0-215-15,0 0-64 0,127-23-23 16,-91 23-36-16,-1 0-7 15,1 0 1-15,2 0-214 16,-4 0-346-16,-13 0-1045 0</inkml:trace>
  <inkml:trace contextRef="#ctx0" brushRef="#br0" timeOffset="56347.53">10931 13293 1343 0,'0'0'675'0,"0"0"-500"16,-49 106-5-16,27-50-62 16,2 2-36-16,5-3-31 0,3-8-39 15,8-8-4-15,4-18-93 16,16-9-161-16,3-12-336 0</inkml:trace>
  <inkml:trace contextRef="#ctx0" brushRef="#br0" timeOffset="56782.38">11253 12763 1842 0,'0'0'522'16,"0"0"-491"-16,0 0-29 15,0 0 152-15,0 149-41 0,-8-55 29 16,-5-2-56-16,-2 6-36 15,-3 1 37-15,4-19-86 16,-1 4 7-16,-1-12-3 16,5-16 15-16,0-12-10 15,5-13-10-15,-2-13-28 16,8-11 26-16,0-7-49 16,0 0 51-16,0-21-15 15,8-16-83-15,11-9 9 16,10-3-30-16,2 3 15 15,3 8 103-15,-3 18-9 16,-6 13 10-16,-5 7 45 16,-7 12 7-16,-9 20 33 0,-4 9-32 15,0 0-27-15,-19 3 34 16,-8-1-59-16,-4-7 7 16,2-7-8-16,4-9-8 15,7-8-5-15,9-12-135 16,9 0-154-16,0-17-347 0</inkml:trace>
  <inkml:trace contextRef="#ctx0" brushRef="#br0" timeOffset="56963.71">11616 13064 1279 0,'0'0'614'0,"0"0"-371"16,22 112 1-16,-22-41 10 0,-11 13-94 15,-27 3-41-15,-5 3-41 16,-7-2-78-16,0-11 2 16,6-8-2-16,13-15-90 15,17-13-73-15,14-12-342 16,0-17-915-16</inkml:trace>
  <inkml:trace contextRef="#ctx0" brushRef="#br0" timeOffset="57203.63">11872 13489 1846 0,'0'0'709'15,"0"0"-546"-15,0 0-65 16,0 0-72-16,0 0 29 15,116-1-33-15,-70-2-5 16,8-1-28-16,-2-1 11 16,-8 0-128-16,-1-7-160 15,-12 3-297-15,-14-4-881 0</inkml:trace>
  <inkml:trace contextRef="#ctx0" brushRef="#br0" timeOffset="57392.64">12162 13205 973 0,'0'0'905'0,"0"0"-697"15,0 0-47-15,-87 153 4 16,54-78-52-16,-4 3-20 16,16-2-77-16,7-9-16 15,12-12-58-15,6-10-103 16,23-17-127-16,4-14-478 0</inkml:trace>
  <inkml:trace contextRef="#ctx0" brushRef="#br0" timeOffset="57634.97">12864 13080 1927 0,'0'0'311'0,"0"0"-258"15,-145 30 33-15,81 12 66 16,1 14 0-16,16 12-3 16,14 7-73-16,15-3 15 15,18-2-24-15,5-8-59 16,24-8 37-16,8-9-45 16,13-8-11-16,0-7-25 15,29-13-89-15,-17-8-126 16,-4-9-457-16</inkml:trace>
  <inkml:trace contextRef="#ctx0" brushRef="#br0" timeOffset="57887.65">13676 13575 1215 0,'0'0'0'0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4-11-11T00:52:08.120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21093 1530 120 0,'0'0'572'15,"0"0"-499"-15,0 0-47 16,0 0-26-16,0 0 10 15,0 0 204-15,11-10-4 16,-7 4-135-16,1 2 15 16,-3 0 15-16,3 1-14 15,-3 2 17-15,-2-2-38 0,2 2-26 16,-2-1 28 0,0 0-53-16,0 2 20 15,2-2 20-15,0-1-21 0,0 2 25 16,3-2-35-16,-3 2-3 15,0-2 49-15,-2 2-59 16,2-1 10-16,-2 2 16 16,0 0-22-16,0 0 22 15,0 0-41-15,-11 0 0 16,-11 0 18-16,-9 7-18 16,-7 11 0-16,-4 7 18 15,-3 5-18-15,5 4 36 16,5 2-35-16,6 2 9 15,8-2 8-15,8-4-18 16,9-2 0-16,4-7-4 16,0-5 11-16,9-7-14 15,13-7-8-15,7-4-37 0,7 0 24 16,-1-11-93-16,1-11 11 16,-5-7 22-16,-4-1 5 15,-5 2 40-15,-7-2-20 16,-5 4 37-16,-6 0 25 15,-2 2 2-15,-2 4 37 16,0 0 15-16,0 5-21 16,0 6 32-16,0 3-34 15,0 3-14-15,3 3 25 16,1 0-41-16,0 0 0 16,3 18 32-16,-3 7-24 0,3 7 45 15,-2 2-36 1,-1 4-16-16,3 0 7 0,1-2-8 15,6-2-53-15,1-4-64 16,14-12-104-16,-4-5-131 16,-5-13-580-16</inkml:trace>
  <inkml:trace contextRef="#ctx0" brushRef="#br0" timeOffset="1">21423 1331 1388 0,'0'0'320'0,"0"0"-231"16,0 0-10-16,0 0 33 15,0 0-16-15,95 145 30 16,-95-87-42-16,-16 6-78 16,-17 6-6-16,-7 2-11 15,-18 19-186-15,9-19-80 16,9-18-424-16</inkml:trace>
  <inkml:trace contextRef="#ctx0" brushRef="#br0" timeOffset="2">22499 1503 652 0,'0'0'269'0,"0"0"-138"16,0 0 33-16,0 0 0 15,0 0-18-15,0 0 7 16,0 0-83-16,6-15-33 16,-3 12 14-16,-1 2-28 0,-2-2 23 15,0 2 5-15,0 1-41 16,0 0 66-16,0-2-39 16,0 2 3-16,0 0 16 15,0 0-37-15,0 0 13 16,0 0-11-16,0-2-9 15,0 2 17-15,0 0-29 16,0 0 0-16,0 0 8 16,0 0 1-16,0 0-5 15,0 4-4-15,0 10 1 16,0 2 43-16,0 6-34 16,0 4 10-16,0 2 14 15,0 4-18-15,0 0 14 16,0 2-30-16,0 0 6 15,0-1-9-15,0-4 3 0,4 0-36 16,5-1-45-16,0-6-131 16,6-10-65-16,-4-6-257 15,1-6-724-15</inkml:trace>
  <inkml:trace contextRef="#ctx0" brushRef="#br0" timeOffset="3">22209 1420 201 0,'0'0'1050'0,"0"0"-818"16,0 0-65-16,0 0 7 16,0 0-49-16,0 0-16 15,0 0-38-15,167-37-31 16,-106 35 16-16,-4 2-56 15,-4 0 0-15,-5 0-11 0,-11 4-96 16,-10 20-73-16,-10-2-170 16,-12-1-315-16</inkml:trace>
  <inkml:trace contextRef="#ctx0" brushRef="#br0" timeOffset="4">22009 2011 573 0,'0'0'548'0,"0"0"-335"16,0 0-7-16,0 0-26 15,133-16 34-15,-89 12-54 16,6 0-41-16,-1 2-38 15,2 2-69-15,5 0 40 16,-3 0-52-16,3 0-16 16,-1 10-36-16,23-4-193 15,-13 0-122-15,-7-6-529 0</inkml:trace>
  <inkml:trace contextRef="#ctx0" brushRef="#br0" timeOffset="5">23379 1654 1333 0,'0'0'348'15,"0"0"-201"-15,0 0 89 16,0 0-77-16,0 0-64 16,0 0-24-16,0 0-54 15,124-34 16-15,-84 32-33 16,-1 0-27-16,-8 2-13 15,-12 0-197-15,-9 4-138 0,-10 4-386 16</inkml:trace>
  <inkml:trace contextRef="#ctx0" brushRef="#br0" timeOffset="6">23339 1831 1190 0,'0'0'302'0,"0"0"-213"16,0 0 74-16,158-12-99 15,-98-1-26-15,15 5-38 16,-15 2-146-16,-10 2-374 0</inkml:trace>
  <inkml:trace contextRef="#ctx0" brushRef="#br0" timeOffset="7">24590 1046 667 0,'0'0'341'0,"0"0"-235"16,0 0-25-16,0 0 77 15,0 0-19-15,-113 113 22 16,99-49 1-16,4 26-50 16,7 27 55-16,3 19-72 15,5 6-19-15,13-23 16 16,-3-32-63-16,-6-28-4 15,-4-9-4-15,-1 4-15 16,-4 0 20-16,0 0-26 16,-2-11 0-16,-16-14 11 15,-9-8-4-15,-2-13-13 16,-2-8 6-16,2 0-83 16,7-29-59-16,6-2-167 15,10-4-356-15</inkml:trace>
  <inkml:trace contextRef="#ctx0" brushRef="#br0" timeOffset="8">24934 1652 833 0,'0'0'595'0,"0"0"-411"16,0 0-6-16,0 0 34 15,0 0-43-15,0 0-32 16,0 0-48-16,11 0-89 16,12 10 77-16,3 6-55 0,6 4-20 15,-1 2 17 1,0 2-12-16,0 1-14 0,-5-3-21 15,-1-3-91-15,4-1-69 16,-7-8-158-16,-3-6-294 0</inkml:trace>
  <inkml:trace contextRef="#ctx0" brushRef="#br0" timeOffset="9">25433 1345 491 0,'0'0'670'0,"0"0"-531"16,0 0-29-16,0 0-23 15,0 0 47-15,0 0 50 16,0 0-70-16,-64 113-32 15,47-65 27-15,2 4-86 16,1 2 4-16,4-2-6 16,-1-2-20-16,3-4-2 15,6-5-63-15,0-9-105 16,2-14-80-16,0-9-271 16,7-9-277-16</inkml:trace>
  <inkml:trace contextRef="#ctx0" brushRef="#br0" timeOffset="10">25421 1315 10 0,'0'0'1160'15,"0"0"-916"-15,0 0-148 16,126-12 51-16,-67 12 39 15,11 0-85-15,3 0-25 16,3 0-47-16,-7 0-29 16,-8 0-29-16,1 0-93 0,-20 0-161 15,-11 0-222-15</inkml:trace>
  <inkml:trace contextRef="#ctx0" brushRef="#br0" timeOffset="11">25660 1618 970 0,'0'0'392'16,"0"0"-220"-16,0 0-17 15,0 0-64-15,0 0 8 16,0 0-2-16,0 0-66 16,78-10 11-16,-60 10-42 15,-2 0-4-15,-5 18 4 16,-9 10 1-16,-2 6 63 15,0 6 10-15,-9 5-13 16,-7-2 29-16,3 0-68 16,2-7-6-16,2-6 9 15,4-8-24-15,3-6 9 0,2-8-10 16,0-8-41-16,12 0 41 16,10-14-63-16,4-18-103 15,19-44-68-15,-9 5-156 16,-5 5-441-16</inkml:trace>
  <inkml:trace contextRef="#ctx0" brushRef="#br0" timeOffset="12">25934 1584 880 0,'0'0'316'0,"0"0"-115"15,0 0 20-15,0 0-68 16,-38 102-64-16,38-62 18 16,0 3-94-16,3-6-5 15,21-1-8-15,37-4-103 16,-7-10-135-16,0-7-264 0</inkml:trace>
  <inkml:trace contextRef="#ctx0" brushRef="#br0" timeOffset="13">26870 1791 1156 0,'0'0'391'0,"0"0"-231"15,0 0 16-15,0 0 55 16,0 0-67-16,0 0-25 16,0 0-57-16,78 1-79 15,-43-1 51-15,5 0-54 16,1 0-31-16,-3-4 11 15,2 3-116-15,-9 1-168 0,-9 0-345 0</inkml:trace>
  <inkml:trace contextRef="#ctx0" brushRef="#br0" timeOffset="14">27690 1399 1039 0,'0'0'226'0,"0"0"-159"16,0 0 56-16,0 0 34 15,0 0-37-15,0 0-12 16,0 0-76-16,16-62-2 15,3 52-30-15,2 4 0 16,-4 2 26-16,-5 4-16 16,-4 0 17-16,-5 12-2 15,-3 14 7-15,0 6 57 16,-18 8-8-16,-6 7-17 16,-3-3 32-16,-2 0-63 15,2-4 8-15,7-6-38 16,2-8 12-16,10-8 3 15,2-8-18-15,6-8 0 0,0-2-12 16,0 0 12-16,18-10-25 16,7-12-39-16,4-4 0 15,5-2-4-15,-1 2-29 16,-2 8 32-16,-6 6 58 16,-8 10-2-16,-3 2 9 15,-10 8 13-15,-2 18 0 16,-2 6 61-16,0 6-13 15,0 2-33-15,-6-2 25 16,-1-4-53-16,2-4 1 16,1-5-1-16,2-10-10 15,0-7-15-15,2-5-127 16,0-3 20-16,0-7 78 0,4-17-275 16,18-30 36-16,1 6-30 15,-4 0-254-15</inkml:trace>
  <inkml:trace contextRef="#ctx0" brushRef="#br0" timeOffset="15">27973 1526 449 0,'0'0'334'0,"0"0"-66"16,0 0-20-16,0 0-99 16,0 0-38-16,0 0 43 15,0 0-46-15,72 60 17 16,-72-22 24-16,-6 2-52 16,-4-2-15-16,-1-2 2 0,4-10-72 15,2-6 44 1,3-8-56-16,2-6 2 0,0-6 34 15,0 0-35-15,16-14 10 16,1-12-11-16,1-10-78 16,1-4 52-16,-6-2-70 15,-3 2-3-15,0 8 68 16,-8 12 31-16,-2 10-10 16,0 10 10-16,0 4 0 15,-4 22 75-15,-2 4-42 16,6 6-23-16,0 2 36 15,8-2-46-15,11-4 6 16,8-3-6-16,2-6-77 16,5-9 11-16,-1-5-90 15,10-9-98-15,-10-3-119 0,-6-12-538 16</inkml:trace>
  <inkml:trace contextRef="#ctx0" brushRef="#br0" timeOffset="16">28307 1153 819 0,'0'0'285'15,"0"0"-166"-15,0 0 27 16,0 0 66-16,0 0-43 16,0 0 7-16,0 0-23 15,-36 0-60-15,36-2-10 16,5-4-68-16,11 2-2 0,-1 2-13 16,1 2 0-16,-7 0-1 15,-7 4 0 1,-2 16 1-16,-13 8 9 0,-16 6 38 15,-4 2-22-15,1-4 33 16,10-2-41-16,8-6-16 16,12-6-1-16,2-3 12 15,14-6-42-15,17-4 27 16,9-5-109-16,18 0-105 16,-7-14-258-16,-9-5-104 0</inkml:trace>
  <inkml:trace contextRef="#ctx0" brushRef="#br0" timeOffset="17">28652 1109 1211 0,'0'0'255'0,"0"0"-183"16,0 0 51-16,0 0-10 16,0 0 31-16,114 80 10 15,-94-24-31-15,-7 14 36 16,-2 9-106-16,-8 3-23 15,-3 4 22-15,0-2-42 16,-9-4 9-16,-11-5-19 16,-4-9-15-16,3-10-8 15,4-8-157-15,9-16-84 16,8-14-123-16,0-12-494 0</inkml:trace>
  <inkml:trace contextRef="#ctx0" brushRef="#br0" timeOffset="18">29448 1383 992 0,'0'0'141'0,"0"0"-93"0,0 0-26 16,-138 11 66-16,103 12 53 16,8 4-41-16,11 3-17 15,7 2-58-15,9-4-24 16,0-6 9-16,15-4-10 16,28-12-39-16,-7-6-87 15,-3 0-215-15</inkml:trace>
  <inkml:trace contextRef="#ctx0" brushRef="#br0" timeOffset="19">29562 838 580 0,'0'0'602'0,"0"0"-527"16,0 0-44-16,0 0 96 15,0 0 35-15,-29 122-22 16,16-63 17-16,-1 6-89 16,1 4 2-16,3 1-20 15,4-2-31-15,6 0 20 16,0-4-39-16,0-7-47 16,0-9-10-16,0-6-152 15,6-14-96-15,4-12-268 0</inkml:trace>
  <inkml:trace contextRef="#ctx0" brushRef="#br0" timeOffset="20">29584 1389 441 0,'0'0'765'0,"0"0"-575"16,0 0-135-16,0 0 16 15,0 0 15-15,0 0-47 16,0 0 54-16,80 82-36 15,-80-41 2-15,0-1 32 16,0-2-41-16,0-4 23 16,-5-6 0-16,1-8-65 15,2-8 48-15,0-6-56 0,2-6 0 16,0 0-1-16,6-14-27 16,13-16-130-16,10-28-43 15,-6 6-107-15,0 5-212 0</inkml:trace>
  <inkml:trace contextRef="#ctx0" brushRef="#br0" timeOffset="21">29773 1430 508 0,'0'0'402'16,"0"0"-74"-16,0 0-57 16,0 0-70-16,-49 132-5 15,45-84-77-15,4-2-2 16,0-4-19-16,20-7-61 16,9-8 14-16,11-4-51 15,4-12-31-15,24-11-90 16,-11 0-193-16,-8 0-325 0</inkml:trace>
  <inkml:trace contextRef="#ctx0" brushRef="#br0" timeOffset="22">23274 3752 434 0,'0'0'674'16,"0"0"-460"-16,0 0-46 0,0 0-9 15,0 0 2-15,0 0 23 16,0 0-53 0,2-22-18-16,5 16-36 0,-1 3-27 15,4 2 19-15,1 1-69 16,4 0 7-16,5 0 8 15,5 0-15-15,4 0-1 16,0 5-21-16,-2 4-105 16,-1-1-53-16,-6 3-138 15,-4-2-226-15,-9-4-244 0</inkml:trace>
  <inkml:trace contextRef="#ctx0" brushRef="#br0" timeOffset="23">23254 3862 74 0,'0'0'1231'0,"0"0"-993"0,0 0-100 16,0 0-53-16,0 0-3 15,0 0 23-15,143-12-87 16,-99 6-18-16,10 6-88 16,-15 0-262-16,-7 0-321 15</inkml:trace>
  <inkml:trace contextRef="#ctx0" brushRef="#br0" timeOffset="24">24546 3182 1292 0,'0'0'329'0,"0"0"-203"16,0 0-96-16,0 0 36 15,0 0-22-15,0 0 7 16,0 0 43-16,-100 42-34 16,75 14 11-16,3 16 10 15,5 27-53-15,7 25 67 16,10 26-40-16,0 1-29 0,0-27 28 15,10-33-44 1,-6-37 7-16,-2-10-17 0,0 2 24 16,-2 0-27-16,0-2 3 15,0-12 0-15,-13-10-3 16,-7-8 3-16,-7-9-11 16,-2-5-20-16,0 0-89 15,-4-23-49-15,6-3-145 16,12-2-324-16</inkml:trace>
  <inkml:trace contextRef="#ctx0" brushRef="#br0" timeOffset="25">25020 3323 1068 0,'0'0'160'16,"0"0"-139"-16,0 0 45 0,0 0 37 16,0 0 66-16,-122 46 23 15,91-8-47-15,3 14 16 16,-2 10-35-16,4 10-29 16,3 4 11-16,7 3-79 15,7-3 12-15,9-4-22 16,0-6-8-16,16-5 14 15,16-14-25-15,5-8-70 16,5-11-10-16,21-15-198 16,-14-4-119-16,-9-9-384 0</inkml:trace>
  <inkml:trace contextRef="#ctx0" brushRef="#br0" timeOffset="26">25315 3691 1126 0,'0'0'215'0,"0"0"-136"16,0 0-4-16,0 0 49 16,0 0 6-16,0 0-37 15,0 0-36-15,69 12 36 16,-65 16-38-16,-2 5 32 15,-2 5 18-15,0 2-45 16,-2 2 19-16,-9 0-57 16,-2-2-13-16,4-6 9 15,0-6 0-15,3-10-18 16,3-5 0-16,3-8 10 16,0-5-15-16,0 0 5 15,15-18-32-15,6-14-10 0,4-8-123 16,-2-12-5-16,4-4-62 15,-2 2-72-15,-5 4 40 16,-2 9 165 0,-7 13 99-16,-6 10 101 0,-5 12 32 15,0 6-8-15,0 0-41 16,-9 19 61-16,-5 9 8 16,1 8-74-16,1 4-35 15,6 2 49-15,4 0-67 16,2-6-7-16,0-2 2 15,16-6-14-15,8-6-14 16,7-6-67-16,16-12-94 0,-7-4-130 16,-5 0-482-16</inkml:trace>
  <inkml:trace contextRef="#ctx0" brushRef="#br0" timeOffset="27">25870 3270 225 0,'0'0'900'0,"0"0"-664"15,0 0-77-15,0 0-48 16,0 0 16-16,0 0-3 16,0 0-39-16,29-46-30 15,-21 30-55-15,2-2 0 16,-1-2-20-16,-1-2 20 16,-4 2 0-16,-1 0-2 15,-1 2 13-15,-2 2 15 16,0 2-17-16,0 4 1 15,0 2 32-15,0 2-41 16,0 4 25-16,0 2-2 16,0 0-11-16,0 0-26 15,0 5 10-15,-2 13 3 16,-3 11 3-16,-1 3-3 0,-1 6-2 16,1 0-4-16,1 2-67 15,-2-1-5-15,5-2-118 16,0-6-139-16,2-12-451 0</inkml:trace>
  <inkml:trace contextRef="#ctx0" brushRef="#br0" timeOffset="28">25870 3270 863 0</inkml:trace>
  <inkml:trace contextRef="#ctx0" brushRef="#br0" timeOffset="29">25870 3270 863 0,'-125'119'722'0,"125"-119"-503"0,0 0-113 0,0 0-84 0,18 3-22 0,8 0 120 16,7 2-79-16,10 2-17 15,6-1-24-15,0-2-50 16,9 0-25-16,-12-2-152 16,-7-2-327-16</inkml:trace>
  <inkml:trace contextRef="#ctx0" brushRef="#br0" timeOffset="30">25905 3543 842 0,'0'0'229'0,"0"0"-144"0,0 0-62 15,0 0 51-15,0 0 77 16,0 0-66-16,0 0-6 16,0 0-14-16,-2 0-9 15,2 0 45-15,0 0-27 16,0 0-45-16,0 0 2 16,6 0-21-16,2-2-5 15,-2 0-5-15,1 2 7 16,-1 0-7-16,-1 0 0 15,-1 0 0-15,-1 4-9 16,-3 8 17-16,0 2-8 16,0 4 16-16,0 2-15 15,-5 0 36-15,-8 1-37 16,2-3 8-16,-1-4 34 16,1-5-41-16,7 0 19 0,0-5 16 15,4-4-22-15,0 0 62 16,0 0-28-16,6 0 2 15,9 0-43-15,10-7-6 16,4-3-2-16,4 2-69 16,1 2-73-16,3-2-27 15,-8 4-346-15,-6-2-536 16</inkml:trace>
  <inkml:trace contextRef="#ctx0" brushRef="#br0" timeOffset="31">26709 3912 383 0,'0'0'645'0,"0"0"-392"15,0 0-60-15,0 0 57 0,0 0 11 16,0 0-51 0,0 0-9-16,-8-26-90 0,14 24-66 15,12-2-17-15,5 2-28 16,3 2 14-16,5 0-14 15,2 0-71-15,4 0-52 16,18 0-207-16,-10 0-145 16,-5-2-114-16</inkml:trace>
  <inkml:trace contextRef="#ctx0" brushRef="#br0" timeOffset="32">27567 3673 889 0,'0'0'260'15,"0"0"-153"-15,0 0 36 16,0 0 14-16,0 0-37 16,0 0 52-16,0 0-83 15,-20-40-42-15,20 32 7 16,0-2-26-16,0 0-3 16,0 2-19-16,12 0 18 15,1 2-20-15,1 2-4 16,-4 4 0-16,1 0 20 15,-1 0-19-15,-6 8 8 16,-4 12 1-16,0 8-2 16,-6 4 61-16,-15 4-17 0,-4 0-15 15,1 3 16-15,0-5-31 16,1-4 5-16,5-6-27 16,7-6 0-16,5-8 8 15,4-6-8-15,2-4-11 16,0 0 5-16,8 0-19 15,13-10-18-15,3-8-44 16,5 2-27-16,0 0 67 16,-3 3-28-16,-1 8 50 15,-2 5 24-15,-10 0 2 16,-3 5 3-16,-6 18 2 16,-4 3 10-16,0 6 57 15,-4 0-64-15,-9 0 47 0,-2-2-38 16,1-4-18-1,4-4 0-15,2-8-23 0,4-3-71 16,4-10-19-16,0-1-124 16,7-10-34-16,6-10-343 0</inkml:trace>
  <inkml:trace contextRef="#ctx0" brushRef="#br0" timeOffset="33">27864 3675 1088 0,'0'0'256'0,"0"0"-155"16,0 0-70-16,0 0 37 16,0 0 111-16,22 113 0 15,-22-76 8-15,-7 6-57 16,-2-3-69-16,1-6 7 16,0-4-62-16,4-6 20 15,2-8-26-15,2-5 24 16,0-8-3-16,0-3-15 15,0 0-6-15,14-16 0 16,3-12-73-16,6-8-14 16,1-4-23-16,-4-2-12 15,-2 3 93-15,-7 10-12 16,-4 13 41-16,-7 10 22 16,0 6 2-16,-2 6-4 0,-14 18 43 15,3 8-31 1,3 2 66-16,6 4-52 0,4-4-3 15,0 0-20-15,9-6-15 16,11-4 12-16,5-6-20 16,2-5-80-16,2-10-7 15,13-3-84-15,-7-10-90 16,-6-8-131-16</inkml:trace>
  <inkml:trace contextRef="#ctx0" brushRef="#br0" timeOffset="34">28131 3437 1019 0,'0'0'208'0,"0"0"-145"16,0 0 27-16,0 0-5 15,0 0 80-15,0 0-53 16,0 0-60-16,-20-6 74 16,20 2-71-16,0 0-2 15,5 0-28-15,8-1-8 16,-2 4-7-16,0 1-10 16,-2 0 0-16,-7 1-9 15,-2 17 19-15,0 7 4 16,-15 3 58-16,-8 2-18 15,-2-2 50-15,4 0-77 16,5-6-21-16,7-4 19 16,9-6-24-16,0-2 4 0,9-4-5 15,20-4-49-15,6-2-24 16,6 0-108-16,10-14-150 16,-8-6-69-16,-10-2-502 15</inkml:trace>
  <inkml:trace contextRef="#ctx0" brushRef="#br0" timeOffset="35">28381 3352 1033 0,'0'0'259'0,"0"0"-75"16,0 0-57-16,0 0-62 15,0 0 46-15,0 0-7 0,0 0-26 16,88 127 45-1,-78-65-42-15,-8 8 30 0,-2 4-11 16,0 1-45-16,0-1 3 16,-10-2-56-16,-5-6-1 15,-3-10 12-15,1-7-13 16,3-12-62 0,8-10-122-16,6-15-91 0,11-10-91 15,11-2-514-15</inkml:trace>
  <inkml:trace contextRef="#ctx0" brushRef="#br0" timeOffset="36">29082 3591 1217 0,'0'0'316'16,"0"0"-262"-16,0 0-19 15,0 0-24-15,0 0 13 16,-129-14 125-16,98 42-81 16,4 6-28-16,10 2 2 15,7 1-34-15,6-3 19 16,4-6-27-16,0-6-16 16,10-8 16-16,7-8-93 15,10-6-63-15,-5-20-96 16,-2-5-303-16</inkml:trace>
  <inkml:trace contextRef="#ctx0" brushRef="#br0" timeOffset="37">29158 3106 1318 0,'0'0'196'15,"0"0"-135"-15,0 0-5 16,0 0 0-16,0 0-10 15,0 0 79-15,0 0 13 16,-31 108-71-16,19-49 5 16,2 5-5-16,1 4-8 15,-1 2 27-15,4 2-70 0,2-2-15 16,2-2 13-16,2-7-14 16,0-7-47-16,0-10-57 15,0-10-58-15,0-12-28 16,18-20-90-16,-5-2-73 15,3-2-398-15</inkml:trace>
  <inkml:trace contextRef="#ctx0" brushRef="#br0" timeOffset="38">29250 3579 892 0,'0'0'280'0,"0"0"-103"0,0 0-77 15,0 0-11 1,0 0-32-16,0 0 48 0,0 0 48 15,62 96-68 1,-66-51 17-16,-10 1-6 0,1-5-30 16,-1-4 64-16,5-7-88 15,3-8-30-15,2-8 4 16,4-8-3-16,0-6 2 16,2 0-15-16,15-14-40 15,6-14-83-15,1-12-66 16,3-6-43-16,-5-4-105 15,-4 1-409-15,-2 11 552 16,-9 14 194-16,-5 14 394 16,-2 10-79-16,0 4-125 15,-14 23 11-15,1 6 0 16,2 6-35-16,6 1 12 0,5 0-33 16,3-2-108-16,23-6 21 15,12-4-52-15,11-8-12 16,9-8-12-16,20-12-192 15,-15 0-160-15,-13 0-501 16</inkml:trace>
  <inkml:trace contextRef="#ctx0" brushRef="#br0" timeOffset="39">23171 5761 952 0,'0'0'309'16,"0"0"-123"-16,0 0 16 16,0 0 2-16,0 0 40 15,0 0-51-15,0 0-48 16,0 0-81-16,10 2-55 15,5 0 41-15,7 0-34 16,9 2-15-16,5-2 13 16,2 2-14-16,2 0-19 0,-2 0-69 15,0 0-201-15,-9 0-105 16,-13 0-476-16</inkml:trace>
  <inkml:trace contextRef="#ctx0" brushRef="#br0" timeOffset="40">23120 5957 914 0,'0'0'852'0,"0"0"-672"15,0 0-133-15,0 0-12 16,0 0-25-16,148-4-4 16,-104 0-6-16,5 4-4 15,-13 0-138-15,-9 4-385 0</inkml:trace>
  <inkml:trace contextRef="#ctx0" brushRef="#br0" timeOffset="41">24619 5354 208 0,'0'0'636'0,"0"0"-459"16,0 0-37-16,0 0 31 16,0 0-38-16,0 0 7 15,-4-10-35-15,2 6-26 16,2 2 39-16,0 0-65 0,0 2 23 16,0-2 9-16,0 2-35 15,0 0 26-15,0 0-50 16,4 0-25-16,10 0 21 15,-1 0-15-15,1 4-7 16,-1 12 3-16,-7 8 6 16,-1 4 24-16,-5 6-32 15,0 6 0-15,0 0 64 16,-3 2-64-16,-5-4 31 16,-5-2 9-16,1-4-35 15,1-5 52-15,1-5-58 16,0-4 0-16,1-6 11 15,5-4-10-15,2-4-1 0,2-4 0 16,0 2 15-16,0-2-12 16,0 0-3-16,0 0 0 15,0 0-5-15,0 0 6 16,0 0-1-16,0 0 0 16,0 0 12-16,0 0-1 15,0 0-11-15,0 0 0 16,0 0-18-16,0 0 18 15,0 0-8-15,0 0 2 16,0 0-53-16,0-6 41 16,6-8-75-16,7-4-54 15,5-5 5-15,3-2-69 16,0-8 2-16,2-3-41 16,-3-2-69-16,0 2 205 0,0 2 74 15,-4 6 40-15,-5 2 63 16,-2 4 38-16,-3 6 15 15,-4 2 36-15,-2 4-56 16,0 4 44-16,0 4-53 16,-2 2-53-16,-13 0-3 15,-5 10-12-15,0 14 70 16,0 6-6-16,2 6-27 16,7 2 45-16,7 2-53 15,4-1 2-15,0-7-4 16,10-5-32-16,13-2 20 15,10-11-34-15,5-4-26 16,9-6-76-16,20-4-164 0,-9 0-77 16,-12-8-316-16</inkml:trace>
  <inkml:trace contextRef="#ctx0" brushRef="#br0" timeOffset="42">25184 4791 580 0,'0'0'11'0,"0"0"40"16,0 0-51-16,0 0 8 0,0 0 506 15,0 0-311 1,0 0-88-16,-5 9 7 0,2-9-32 15,1 0 45 1,0 0-43-16,0-4-29 0,2-1-5 16,0 0-43-16,0-1 28 15,0 0-13-15,0 0-21 16,0 0 6-16,0 0-15 16,11 0-6-16,2 2-3 15,4 2 14-15,-5 0-5 16,-1 2 0-16,-3 0-15 15,-4 0 5-15,-4 8 1 16,0 6 9-16,0 6 23 16,-10 2 1-16,-5 0 32 15,-3 0-6-15,1-4-39 0,3-4 37 16,7-1-34-16,5-8-14 16,2 0 7-16,0-1-1 15,18-3 31-15,6 2-37 16,1-2-25-16,-5 2 12 15,-2 1-24-15,-9 0 17 16,-7 3-21-16,-2 2-39 16,0 3 67-16,-11 2-24 15,-11 0-16-15,-5 2-26 16,-13 6-139-16,4-6-50 16,7-2-284-16</inkml:trace>
  <inkml:trace contextRef="#ctx0" brushRef="#br0" timeOffset="43">24985 5133 1016 0,'0'0'371'16,"0"0"-248"-16,0 0-21 15,0 0 21 1,0 0-83 0,0 0 22-16,0 0-56 15,136 0-6-15,-87 0-94 0,-8 0-225 0,-6 0-354 0</inkml:trace>
  <inkml:trace contextRef="#ctx0" brushRef="#br0" timeOffset="44">25174 5256 139 0,'0'0'756'0,"0"0"-600"0,0 0-88 16,0 0 41-16,0 0 14 15,0 0 22-15,0 0 4 16,-2 0-49-16,2 0 35 16,0 0-74-16,0 0-9 15,12 0-18-15,1 0-34 16,3 0 16-16,1 0-16 15,-1 0 0-15,-5 5-10 16,-5 12 10-16,-6 3 0 0,0 2 14 16,0 2-4-1,-13-2 52-15,-1-2-43 0,6-6-18 16,6-4 41-16,2-6-29 16,10 0-6-16,19-4-7 15,8 0-28-15,7 0-94 16,14-2-166-16,-12-8-234 15,-5 2-582-15</inkml:trace>
  <inkml:trace contextRef="#ctx0" brushRef="#br0" timeOffset="45">24101 5971 576 0,'0'0'217'0,"0"0"-126"15,0 0-59-15,0 0-22 16,0 0 89-16,0 0 7 16,0 0 5-16,77 0-12 0,-63 0-63 15,-3-1 56 1,0-2-69-16,1 3 2 16,-2-1 7-16,1-2-24 0,1 1 8 15,1 2-11-15,-2-2 3 16,3 2 32-16,-1-2-10 15,1 2-22-15,1 0 6 16,5 0-13-16,0 0 17 16,2 0-18-16,5-2 1 15,-2 0 3-15,1 1-4 16,3 1-4-16,-2-3-4 16,-3 3 16-16,3 0-4 15,-2 0-4-15,-1 0 0 16,3 0 1-16,-2 0-1 15,1 0 0-15,1 0 0 0,0 0 9 16,-1 0-17-16,1 0 8 16,0 0 0-16,0 0-8 15,0 0 22-15,1 0-14 16,3 0 0-16,3 0 16 16,0 0-32-16,1 0 16 15,1 0 0-15,1 0-1 16,-1 0 17-16,0 0-16 15,0-4 0-15,-3 2 16 16,1-4 0-16,1 3-10 16,-4-2 8-16,0 1 35 15,-4 2-49-15,-6 0 0 16,-8 2-1-16,-3 0 11 0,-7 0-26 16,-3 0-28-16,0 0-101 15,-13 0 15-15,-4 0-234 16</inkml:trace>
  <inkml:trace contextRef="#ctx0" brushRef="#br0" timeOffset="46">24718 6180 831 0,'0'0'287'0,"0"0"-153"16,0 0 13-16,0 0-26 15,0 0-13-15,0 0 59 16,0 0-35-16,-10-8-25 16,8 6-16-16,2 0-13 15,-2-2-17-15,2 0-39 16,0 0-21-16,0-2 39 15,0-2-32-15,0 2-8 16,7 0 0-16,4 0-16 0,0 4 6 16,0 0 10-16,1 2 0 15,-6 0-25-15,1 0 20 16,-5 4 5-16,-2 8-19 16,0 4 19-16,-9 0 35 15,-6 2-35-15,-1-2 6 16,5-2-3-16,4-4-3 15,7-4-1-15,0-4-7 16,3 2 8-16,16-2-20 16,4 0 20-16,-3 2-51 15,0 2 51-15,-9 0-47 16,-6 4 24-16,-5 2 14 16,0 2 9-16,-12 2-8 0,-10 1 8 15,-4-2-10 1,-3 3-5-16,2-1-74 0,-7 2-56 15,10-2-115-15,3-3-268 16</inkml:trace>
  <inkml:trace contextRef="#ctx0" brushRef="#br0" timeOffset="47">24450 6551 808 0,'0'0'610'15,"0"0"-549"-15,0 0-35 0,0 0-10 16,0 0 28-16,0 0 71 16,134-6 11-16,-85 0-77 15,0 2-22-15,0 0-27 16,7 0-113-16,-16 2-71 16,-7 0-323-16</inkml:trace>
  <inkml:trace contextRef="#ctx0" brushRef="#br0" timeOffset="48">24640 6709 927 0,'0'0'375'16,"0"0"-269"-16,0 0-79 15,0 0 21-15,0 0-26 0,0 0 71 16,0 0 22-16,0 0-65 16,0 0-11-16,0 0-39 15,0 0 0-15,0 0-9 16,0 0 10-16,0 0-1 16,0 0 0-16,0 0 1 15,0 0-8-15,0 0 7 16,0 0 0-16,0 0-15 15,0 0-32-15,0 0-15 16,0 0 24-16,0 0 38 16,0 0 12-16,0 0-11 15,0 0 0-15,0 0 73 16,0 0-43-16,4 0-6 16,6 0-15-16,0 2-1 0,-3 7-9 15,-1 0 0-15,-6 5 0 16,0 7 1-16,-2-1 0 15,-15 6 29-15,-6 0 21 16,-1 2-39-16,-1-4 41 16,8-2-40-16,3-8-12 15,12-2 36-15,2-6-27 16,9-2 14-16,19-4 43 16,11 0-61-16,3 0-6 15,5-2-39-15,-1-8-72 16,6-2-6-16,-12 2-119 15,-9 2-143-15</inkml:trace>
  <inkml:trace contextRef="#ctx0" brushRef="#br0" timeOffset="49">25930 5929 111 0,'0'0'494'16,"0"0"-287"-16,0 0-88 15,0 0 22-15,0 0 11 16,0 0 26-16,0 0 56 16,-7 0-96-16,7 0-18 15,0 0-24-15,0 0-37 16,3 0 42-16,9 0-39 15,9 0-17-15,8 0 20 16,9 0-57-16,1 0-3 0,2 0-5 16,-3 0-95-1,2 0-82-15,-9-2-184 0,-11 0-291 16</inkml:trace>
  <inkml:trace contextRef="#ctx0" brushRef="#br0" timeOffset="50">26812 5689 727 0,'0'0'245'16,"0"0"-133"0,0 0 3-16,0 0-26 15,0 0 47-15,0 0 36 0,0 0-9 0,-36-39-33 16,34 31-74-16,2 1-33 15,0-4 17-15,0 0-39 16,0 0 12-16,0 1-13 16,0 2 0-16,9 1 17 15,2 0-17-15,0 1 0 16,1 4 5-16,-1 0 3 16,-3 2-8-16,0 0 0 15,-8 10 9-15,0 12 0 16,0 9 9-16,-19 5 1 15,-5 4 74-15,-3 0-52 16,1-2 11-16,1-4-45 16,5-6 5-16,5-6 24 15,5-6-35-15,8-8-1 0,2-6 0 16,0-2 9-16,16 0-20 16,8 0 5-16,5-6-74 15,2-4 71-15,-2 0-27 16,-2 4 6-16,-7 4 18 15,-5 2-10-15,-5 0 15 16,-8 12 7-16,-2 8 0 16,0 4 16-16,-14 4 7 15,-7 2 0-15,-4-2 32 16,-2-2-39-16,2 0-16 16,3-5-21-16,5-5-114 15,8-7-25-15,9-5-217 16,0-4-397-16</inkml:trace>
  <inkml:trace contextRef="#ctx0" brushRef="#br0" timeOffset="51">27160 5907 684 0,'0'0'326'15,"0"0"-133"-15,0 0-89 16,0 0-26-16,0 0 15 15,0 0-17-15,0 0 14 16,-16 42 47-16,21-42-91 16,4 0 30-16,-1 0-29 15,-3-2-33-15,-3-6 42 16,-2-2-39-16,0 2-17 16,0 0 21-16,-11 2-20 15,2 4-2-15,2 2-4 0,5 0-107 16,2 0-102-16,0 4-308 15</inkml:trace>
  <inkml:trace contextRef="#ctx0" brushRef="#br0" timeOffset="52">27768 5380 230 0,'0'0'492'16,"0"0"-346"-16,0 0-35 0,0 0 71 15,0 0-17 1,0 0-43 0,0 0 57-16,-9-2-72 15,7-2-4-15,2 2 45 0,0 0-57 0,0 2 36 16,0-2-21-16,0 0-63 16,0 0 34-16,0 0-65 15,6 2-5-15,4 0-7 16,-2 0 23-16,3 6-29 15,-4 12 6-15,-2 10 0 16,-5 4-30-16,0 8 41 31,0 0-11-31,-12 0 0 0,-1-2 8 0,2-3-11 16,2-7 3-16,2-9 0 16,5-5 5-16,0-7-5 0,2-7 0 15,0 0-10-15,0-3-2 16,15-16-12-16,5-12-103 15,3-9-29-15,6-8 25 16,0-4-116-16,-2 4-2 16,-3 6 119-16,-8 12 130 15,-12 14 41-15,-4 10 58 16,0 6-47-16,-13 2 43 16,-7 18 14-16,1 6 26 15,4 6-34-15,7 0-63 16,8 2 57-16,0-2-53 15,6-4-35-15,17-4 21 16,5-8-28-16,4-6-38 0,-1-7-77 16,9-3-138-16,-11-8-84 15,-2-11-443-15</inkml:trace>
  <inkml:trace contextRef="#ctx0" brushRef="#br0" timeOffset="53">28136 4995 836 0,'0'0'273'16,"0"0"-176"-16,0 0 47 15,0 0-27-15,0 0 34 16,0 0-34-16,0 0-59 15,-14 0 10-15,12 0-68 16,0 0 7-16,-3 0-16 16,1 0 17-16,2 0-10 15,-2 0 2-15,0 0 0 16,2 0 6-16,0 0-6 16,0 0 0-16,0 0-19 15,0 0 19-15,0 2 0 0,-1 0-1 16,-1 0 22-16,2-2-11 15,0 0-10-15,0 2 0 16,-4-2 6-16,4 0 1 16,2 0-7-16,0 0 14 15,0 0-13-15,0 0 29 16,0 0-30-16,2 0 0 16,6 0-15-16,3 0 17 15,-3 0-2-15,4 0 4 16,-3 0 9-16,-3 6 33 15,-2 6-36-15,-4 0-3 16,0 6 35-16,0 0-31 16,-6 2 33-16,-5 0-13 15,1-4-22-15,6 0 39 16,4-6-39-16,0 2-9 0,0-4 35 16,8 2-29-16,2-2-6 15,-3 2-6-15,-5 2-50 16,-2 2 35-16,0 6-38 15,-13 2-43-15,-16 11-19 16,4-4-143-16,3-4-264 16</inkml:trace>
  <inkml:trace contextRef="#ctx0" brushRef="#br0" timeOffset="54">27646 5897 570 0,'0'0'283'0,"0"0"-157"0,0 0-22 16,0 0 61-16,0 0 9 15,0 0 44-15,0 0-37 16,-12-4-92-16,12 4 6 15,4 0-51-15,12-2-10 16,7 0 25-16,8-2-52 16,7 0 21-16,6 0-19 15,3 0 9-15,2-2 8 16,-4 2-26-16,-3 0-25 16,-7 2 0-16,-8 0-63 15,-4 2 12-15,-7 0-26 16,-8 0-166-16,-1 0-43 15,-3 0-291-15</inkml:trace>
  <inkml:trace contextRef="#ctx0" brushRef="#br0" timeOffset="55">27808 6104 204 0,'0'0'606'0,"0"0"-433"16,0 0-53-16,0 0 43 15,0 0-53-15,0 0 35 16,0 0 14-16,-33 0-56 16,33 0-5-16,0 0-41 15,0 0-17-15,0-2 29 16,0-3-69-16,0 4 27 15,0-3-23-15,8 0 8 16,4 2-2-16,-3 0-10 16,-3 2 0-16,1 0-21 0,-3 0 10 15,-4 4 8-15,0 10 1 16,0 2 4-16,0 2 18 16,-9 2-20-16,1 0 0 15,1-2 19-15,2-4-19 16,5-4 0-16,0 0-1 15,14-4 2-15,8 0 9 16,2 0-10-16,-1 0 0 16,-5 0 3-16,-5-2-3 15,-9 2-12-15,-4 2 10 16,0 0 4-16,-17 0 69 16,-10 0-2-16,-6 1-51 0,-3-2 19 15,-4 1-37-15,4-2-27 31,1 0-33-31,5 0-92 16,6 2-34-16,7 1-195 0,7-5-592 0</inkml:trace>
  <inkml:trace contextRef="#ctx0" brushRef="#br0" timeOffset="56">28610 5907 757 0,'0'0'336'0,"0"0"-72"15,0 0-64-15,0 0-29 16,0 0 22-16,0 0-42 16,0 0-20-16,71-16-88 15,-40 16-23-15,5 0 36 16,2 0-48-16,0-2-16 15,0 2-15-15,-3-2-109 16,-6 0-3-16,5-4-153 16,-8 2-206-16,-5-2-188 0</inkml:trace>
  <inkml:trace contextRef="#ctx0" brushRef="#br0" timeOffset="57">28920 5703 225 0,'0'0'714'0,"0"0"-605"15,0 0-7-15,0 0 17 16,0 0 49-16,0 0-14 15,0 0-26-15,-92 126-27 16,82-90-66-16,0 2-35 16,4 2 0-16,3-6-16 15,3 0-132-15,5-10-115 16,13-9-485-16</inkml:trace>
  <inkml:trace contextRef="#ctx0" brushRef="#br0" timeOffset="58">29504 5783 1016 0,'0'0'198'0,"0"0"-103"15,0 0-59-15,0 0 36 16,-152 16 63-16,114 8 24 16,5 6-10-16,8 6-27 15,9 0-68-15,12 5 64 16,4-5-65-16,0 0-25 16,20-6 8-16,7-5-36 15,7-4 0-15,1-5-59 16,3-6-113-16,15-6-55 15,-7-4-266-15,-9 0-149 0</inkml:trace>
  <inkml:trace contextRef="#ctx0" brushRef="#br0" timeOffset="59">23140 8017 613 0,'0'0'313'0,"0"0"-174"0,0 0-23 16,0 0 68-16,0 0-36 16,0 0-22-16,0 0 48 15,0 0-67-15,0 0 2 16,0 0 27-16,0 0-42 16,7 0-20-16,2 0-23 15,4 0-51-15,3 0 37 16,1 0-31-16,8 0-6 15,2 0 0-15,4 0 6 16,0 2-19-16,2 4 8 16,1 0-95-16,-5 0-14 15,4 0-158-15,-8-2-131 0,-7-4-337 16</inkml:trace>
  <inkml:trace contextRef="#ctx0" brushRef="#br0" timeOffset="60">23156 8157 1104 0,'0'0'333'16,"0"0"-240"-16,0 0 51 16,0 0-69-16,0 0-49 15,131 2-11-15,-100 4-15 16,7 4-104-16,-9 0-116 0,-2-2-435 15</inkml:trace>
  <inkml:trace contextRef="#ctx0" brushRef="#br0" timeOffset="61">24288 7863 456 0,'0'0'610'0,"0"0"-420"0,0 0-49 15,0 0 8-15,0 0-27 16,0 0 24-16,0 0-103 16,4 0-36-16,-4 0-7 15,3 0-35-15,-3 0-96 16,0 0-105-16,0 0-391 0</inkml:trace>
  <inkml:trace contextRef="#ctx0" brushRef="#br0" timeOffset="62">24283 7846 204 0,'0'0'551'0,"0"0"-419"15,0 0-103-15,0 0-29 16,0 0-28-16,0 0-53 0,0 0-70 15,-9 0-426-15</inkml:trace>
  <inkml:trace contextRef="#ctx0" brushRef="#br0" timeOffset="63">24283 7846 339 0,'-11'4'598'16,"11"-4"-307"-16,0 0-100 0,0 0-21 15,0 0-37-15,0-1-35 16,0-8 32 0,0-1-77-16,0-2-34 15,2-2 14-15,10 0-22 16,1 2-8-16,3 0-3 0,-1 4-5 15,-2 6-12-15,-1 2 8 16,-6 0-8-16,-6 8 5 16,0 12 2-16,0 6 10 15,-20 4 13-15,-6 2-12 16,-6 0 41-16,-6 0-42 16,0-5 0-16,1-5 14 15,1-8 1-15,7-6-15 16,7-7 0-16,6-1 15 15,7 0 5-15,5-3-19 0,4-9 9 16,0 2 8-16,0-1 1 16,18 4-19-16,3 3 0 15,9 4 15-15,5 0-29 16,4 0 14-16,-2 7-47 16,1 6-18-16,7 3-126 15,-12-2-55-15,-9-4-255 0</inkml:trace>
  <inkml:trace contextRef="#ctx0" brushRef="#br0" timeOffset="64">24002 8215 697 0,'0'0'538'0,"0"0"-449"16,0 0-23-16,0 0 58 16,0 0-9-16,0 0 60 15,0 0-20-15,118-8-63 16,-82 6 2-16,5 2-94 15,3 0 8-15,3 0-8 16,-3 0-51-16,1 0-54 16,-1 0-161-16,-8 0-232 0,-11 0-66 15</inkml:trace>
  <inkml:trace contextRef="#ctx0" brushRef="#br0" timeOffset="65">24203 8416 584 0,'0'0'331'16,"0"0"-168"-16,0 0-24 16,0 0 9-16,0 0-55 15,0 0 63-15,0 0-18 16,-14 0-69-16,14-4-15 16,0-2-46-16,8 1-7 15,0 2 7-15,3 3-8 16,3 0-1-16,-3 0 1 15,3 0 0-15,-6 8 10 16,-1 10-10-16,-5 6 0 0,-2 4 42 16,0 6-12-1,-9 2 32-15,-7 0-3 0,3-1-53 16,5-7 40-16,2-6-46 16,6-7 0-16,0-4 17 15,14-8-15-15,11 0-4 16,4-3-11-16,-2 0 7 15,-1 0-4-15,-6 4 10 16,-4 0 0-16,-7 4-24 16,-9 3 5-16,0 6 16 15,-23 3 3-15,-14 2 9 16,-11 0 47-16,-6 2-56 16,-2-4-77-16,-11 0-64 15,15-4-142-15,13-6-279 0</inkml:trace>
  <inkml:trace contextRef="#ctx0" brushRef="#br0" timeOffset="66">2105 15101 325 0,'0'0'32'16,"0"0"-19"-16,0 0 589 16,0 0-346-16,0 0-163 15,0 0 30-15,0 0 11 16,0 8-43-16,0-8 35 15,0 0-22-15,0 0-41 16,0 0 44-16,0 0-22 0,0 0-1 16,0 0 17-16,0-2-73 15,7 2 25-15,4 0-53 16,2 0 2-16,3 0-4 16,1 8 8-16,1 14-6 15,-1 4 0-15,-7 11 8 16,-5-3 20-16,-5 8-28 15,0-2 6-15,-3 0 45 16,-13-6-51-16,3-2 24 16,3-6-24-16,0-6 18 15,6-8-12-15,2-4-6 16,2-8-45-16,0 0 45 16,8-2-81-16,13-18-13 15,3-6-61-15,3-10-89 16,0-4-12-16,-8 0-84 0,-2 4 9 15,-7 6 255-15,-10 12 76 16,0 8 172-16,-2 10-40 16,-18 0-16-16,0 6 64 15,0 16-2-15,3 4-17 16,5 6-18-16,8 2-72 16,4-2 10-16,4-4-36 15,23-6-37-15,6-8 23 16,10-6-31-16,1-4-93 15,0-4-28-15,10 0-107 16,-11-12-49-16,-10-4-224 0</inkml:trace>
  <inkml:trace contextRef="#ctx0" brushRef="#br0" timeOffset="67">2669 14373 696 0,'0'0'244'16,"0"0"-106"-16,0 0 26 15,0 0-51-15,0 0-45 16,0 0 37-16,0 0-51 16,0-26 45-16,0 26-28 15,0-2-23-15,0 2 33 16,0 0-64-16,0 0-6 16,0 0 21-16,0 0-22 15,0 0-10-15,0-2 28 16,0 2-12-16,0-2 43 15,0 0-58-15,0 0 0 0,0-2 43 16,0 0-44-16,4-2-1 16,5 2 0-16,0 0-19 15,2 4 1-15,2 0 19 16,-1 0 0-16,-1 0 27 16,-2 0-26-16,-3 8 38 15,-1 6 10-15,-5 4-23 16,0 4 85-16,-5 1-50 15,-8 0-15-15,0-1 25 16,6-3-70-16,4-6 0 16,3 4 18-16,3-9-13 15,15 2 30-15,-1-4-36 16,1 0 7-16,-7 0-16 0,-3 2 9 16,-6 0-9-1,-2 4-16-15,0 4-9 0,-21 2 13 16,-3 0-142-16,-5 0-28 15,-15 8-43-15,4-6-348 16,5-4-198-16</inkml:trace>
  <inkml:trace contextRef="#ctx0" brushRef="#br0" timeOffset="68">2522 14758 487 0,'0'0'803'0,"0"0"-479"16,0 0-25-16,0 0-8 0,0 0-150 15,0 0-21-15,133-10-86 16,-86 2-32-16,2 7-2 15,-4 1-22-15,-3 0-119 16,-2 0-155-16,-11 5-311 16,-11 5-486-16</inkml:trace>
  <inkml:trace contextRef="#ctx0" brushRef="#br0" timeOffset="69">2609 14915 114 0,'0'0'897'0,"0"0"-623"16,0 0 25-16,0 0-47 16,0 0-202-16,0 0 37 15,0 0-48-15,82-6-38 16,-66 6 14-16,-6 10-9 15,-5 16-6-15,-5 0 24 16,0 6-4-16,-17-2 103 16,0-2-48-16,5-6-32 15,7-10 15-15,5-2-57 16,2-10 10-16,25 0-11 16,9 0-16-16,4 0-98 15,20-4-124-15,-13-6-252 16,-5 2-304-16</inkml:trace>
  <inkml:trace contextRef="#ctx0" brushRef="#br0" timeOffset="70">3388 15414 929 0,'0'0'409'16,"0"0"-97"-16,0 0 48 16,0 0-89-16,0 0-95 15,0 0-97-15,0 0-46 16,69-8 7-16,-38 8-40 15,1 0-22-15,1 0 22 0,-4 4-195 16,-7 10-120 0,-9-2-285-16,-13-2-429 0</inkml:trace>
  <inkml:trace contextRef="#ctx0" brushRef="#br0" timeOffset="71">3407 15583 808 0,'0'0'749'0,"0"0"-598"15,0 0-91-15,0 0-60 16,117 0-111-16,-72 0-79 16,-7-3-446-16</inkml:trace>
  <inkml:trace contextRef="#ctx0" brushRef="#br0" timeOffset="72">4307 15258 1023 0,'0'0'326'0,"0"0"-106"15,0 0-97-15,0 0 8 16,0 0-53-16,0 0-30 16,0 0 23-16,102-36-53 15,-82 44 13-15,-5 14-16 16,-5 6-3-16,-8 8 24 16,-2 0-25-16,-2 2 6 0,-16 0 37 15,-3-2-31 1,2-6 19-16,3-8-41 0,7-9 20 31,7-8-15-31,2-5-6 0,0 0-17 16,22-18-70-16,2-10-31 0,7-6-69 15,12-24-195-15,-7 6-205 16,-12 10-89-16,-6 10 676 16,-18 30 221-16,0 2 268 15,-11 0-286-15,-7 16 17 16,0 2-25-16,2 8-53 15,6 2 34-15,7-2-68 0,3 0-39 16,3-4-26-16,19-2-43 16,9-6-19-16,20-2-90 15,-6-4-202-15,-3-6-201 16</inkml:trace>
  <inkml:trace contextRef="#ctx0" brushRef="#br0" timeOffset="73">5080 15294 1107 0,'0'0'380'0,"0"0"-172"16,0 0-75-16,0 0-42 15,0 0 29-15,0 0-53 16,0 0-15-16,73-8-11 16,-62 30-22-16,-4 8 27 15,-5 0-26-15,-2 2-6 16,0 0 40-16,0-2-53 15,-2-6-1-15,-5-3 13 0,5-8-7 16,2-11-12 0,0-2-16-16,0 0-22 0,7-6 13 15,8-16-112-15,1-8 19 16,1-4-53-16,-3 0-26 16,-3 2 91-16,-5 6 92 15,-2 12 20-15,-4 6 151 16,0 8-57-16,0 0-59 15,0 12 54-15,0 8-7 16,0 2 0-16,10 0-61 16,13-4-20-16,3-4-2 15,3-6-91-15,16-8-64 16,-10 0-103-16,-1-4-443 0</inkml:trace>
  <inkml:trace contextRef="#ctx0" brushRef="#br0" timeOffset="74">5681 14789 1124 0,'0'0'368'0,"0"0"-202"0,0 0-131 16,0 0-14-16,0 0-21 16,31-117-44-16,-31 89 13 15,0 0-66-15,0 6 49 16,0 2 10-16,0 8 38 15,-2 4 109-15,-1 6 1 16,1 2-47-16,2 0-24 16,0 18-39-16,0 8 37 15,0 10-5-15,0 8-23 16,0 6 11-16,0 7-20 16,0 17-77-16,-6-12-107 15,-5-12-205-15</inkml:trace>
  <inkml:trace contextRef="#ctx0" brushRef="#br0" timeOffset="75">5618 15047 808 0,'0'0'668'16,"0"0"-432"-16,0 0-129 16,0 0-15-16,0 0-55 15,0 0-1-15,125-40-36 16,-82 40-118-16,-10 4-123 15,-4 6-360-15</inkml:trace>
  <inkml:trace contextRef="#ctx0" brushRef="#br0" timeOffset="76">5750 15154 626 0,'0'0'581'0,"0"0"-333"16,0 0-98-16,0 0-48 16,0 0-50-16,0 0-51 15,0 0 30-15,65-22-31 16,-61 26 0-16,-4 15 19 16,0 8-3-16,-18 0 66 15,1 4-3-15,-1-8-38 0,11 0 17 16,7-7-58-16,0-10 0 15,25-2 0-15,31-4-81 16,-6-6-198-16,4-8-366 16</inkml:trace>
  <inkml:trace contextRef="#ctx0" brushRef="#br0" timeOffset="77">6713 15476 371 0,'0'0'804'0,"0"0"-479"16,0 0-92-16,0 0 34 16,0 0-12-16,0 0-118 15,0 0-36-15,24-14-76 16,1 14-18-16,3 0 20 16,1 0-27-16,0 0-24 15,-4 2-47-15,-7 6-172 16,-14 0-24-16,-4-4-129 15,0 2-265-15</inkml:trace>
  <inkml:trace contextRef="#ctx0" brushRef="#br0" timeOffset="78">6704 15557 1096 0,'0'0'410'0,"0"0"-238"0,0 0-48 15,0 0-85-15,117 0-21 16,-56 0-18-16,-8 0-189 15,-5 0-308-15</inkml:trace>
  <inkml:trace contextRef="#ctx0" brushRef="#br0" timeOffset="79">7388 15424 876 0,'0'0'741'0,"0"0"-512"15,0 0-166-15,0 0-13 16,0 0-21-16,0 0 12 16,0 0-18-16,75 2-14 15,-65 26 37-15,-8 4-45 16,-2 2 0-16,0-2 49 15,-2-4-39-15,-10-3 20 16,1-10-30-16,5-2 21 16,4-13-1-16,2 0-21 15,0 0 0-15,0-14-65 16,10-8-75-16,3-9-7 16,1-1-66-16,-3-2-57 0,-4 2 52 15,-4 6 170-15,-3 6 48 16,0 12 296-16,0 8-59 15,-6 0-141-15,-2 18-21 16,1 8-3-16,5 4 45 16,2 2-89-16,0 0-22 15,20-9-6-15,6-1-28 16,6-8-64-16,13-10-97 16,-10-4-152-16,-1 0-155 0</inkml:trace>
  <inkml:trace contextRef="#ctx0" brushRef="#br0" timeOffset="80">7785 15390 950 0,'0'0'387'15,"0"0"-239"-15,0 0-76 16,0 0-34-16,0 0 82 16,0 0 80-16,0 0-100 15,2 98-29-15,4-64 13 16,3 1-34-16,0-9 2 15,2-4-22-15,0-7-29 16,1-2 48-16,-1-13-48 16,-1 0 25-16,2 0 2 15,1-18-28-15,1-10-1 16,-1-2-64-16,1-11-26 0,-1-7 22 16,-2-2-30-1,3 0 82-15,-2 6 17 0,5 0 98 16,-5 9 96-16,5 12-65 15,-4 6-81-15,5 7 19 16,5 5-66-16,12 1 8 16,5 4-3-16,11 0 7 15,6 0-19-15,8 1 6 16,5 6-77-16,-2-1 15 16,-3-2-130-16,-1 1-61 15,-14 4-272-15,-17-9-467 0</inkml:trace>
  <inkml:trace contextRef="#ctx0" brushRef="#br0" timeOffset="81">8279 15458 537 0,'0'0'772'0,"0"0"-488"16,0 0-64-16,0 0-45 16,0 0-48-16,0 0-26 0,0 0-81 15,38 46-14 1,-34-21 41-16,-4 3-20 0,0 2 29 16,0 2 7-16,-8-10-46 15,-1-2 26-15,4-8-43 16,2-6 0-16,3-6 13 15,0 0-13-15,8-2-19 16,7-20-77-16,8-6-92 16,-1-6 12-16,-3-2-90 15,0-5-38-15,-6 11 160 16,-4 6 144-16,-4 10 73 16,-5 10 210-16,0 4-148 15,0 4-33-15,0 14-1 16,4 4 24-16,7 2 33 0,3-2-93 15,3 1-28 1,3-10-18-16,1 1-19 0,-4-1-26 16,-1-5-136-16,-12-2-99 15,-4-2-131-15,0-4-607 16</inkml:trace>
  <inkml:trace contextRef="#ctx0" brushRef="#br0" timeOffset="82">24816 8117 325 0,'0'0'42'16,"0"0"323"-16,0 0-38 16,0 0-77-16,0 0-95 15,0 0 11-15,0 0 5 16,-2-18-56-16,2 14 26 16,0 0-6-16,0 0-65 15,0 0 48-15,0-2-50 16,0 0-2-16,0-2-5 15,0 2-43-15,6 2 3 16,7 0-21-16,3 4 0 0,2 0-3 16,2 0 3-16,-4 18-3 15,-3 8-5-15,-9 4 16 16,-4 6 2-16,0 0-10 16,0 0 0-16,-15-4 9 15,-1-2-9-15,1-8 0 16,3-5-12-16,4-7 12 15,5-9-7-15,3-1-1 16,0 0-28-16,5-19 16 16,15-13-230-16,5-9 35 15,3-7-85-15,-1-2-92 16,-5 4 88-16,-6 8 261 16,-7 14 43-16,-9 14 244 0,0 10-80 15,-9 0-52-15,-9 18 69 16,0 8-35-16,7 8 34 15,9 0-65-15,2 0-71 16,9-2-33-16,15-3-11 31,12-10-108-31,22-9-55 16,-9-3-201-16,-5-7-286 0</inkml:trace>
  <inkml:trace contextRef="#ctx0" brushRef="#br0" timeOffset="83">25299 8087 1053 0,'0'0'379'0,"0"0"-209"15,0 0-44-15,0 0-65 16,0 0 55-16,0 0 62 16,0 0-110-16,41 86-28 15,-24-62-22-15,1 0-18 16,2-3-15-16,-2-7-94 15,4-7-143-15,-1-3-115 16,-8-4-324-16</inkml:trace>
  <inkml:trace contextRef="#ctx0" brushRef="#br0" timeOffset="84">25618 7935 1053 0,'0'0'294'16,"0"0"-194"-16,0 0-19 16,0 0 63-16,0 0 1 15,0 0-32-15,-76 126-11 16,65-90-9-16,4-2-93 16,1-6 11-16,4-4-11 15,2-4-28-15,0-8-1 16,0-6-76-16,0-6-71 15,2-4-40-15,4-12-323 0</inkml:trace>
  <inkml:trace contextRef="#ctx0" brushRef="#br0" timeOffset="85">25589 7881 925 0,'0'0'362'0,"0"0"-67"15,0 0-121-15,0 0-96 16,0 0-2-16,131-11-23 16,-88 11 4-16,-1 0-57 15,0 0-20-15,-3 0-53 16,3 0-132-16,-9 0-115 16,-8 0-459-16</inkml:trace>
  <inkml:trace contextRef="#ctx0" brushRef="#br0" timeOffset="86">25754 8087 677 0,'0'0'408'0,"0"0"-161"15,0 0-100-15,0 0 1 16,0 0-47-16,0 0 19 15,0 0-34-15,51-10-85 16,-36 10 42-16,-1 4-43 16,-5 14 0-16,-7 6 33 15,-2 4-24-15,0 4 49 16,-2 2 9-16,-13-2-35 16,1-3 60-16,1-6-63 0,1-4-27 15,8-6 32 1,-1-6-27-16,5-5 4 0,0-2 5 15,3-2-16-15,13-20-86 16,5-7-84-16,16-29-105 16,-8 8-88-16,-3 4-319 0</inkml:trace>
  <inkml:trace contextRef="#ctx0" brushRef="#br0" timeOffset="87">25948 8055 838 0,'0'0'397'0,"0"0"-250"15,0 0 53-15,0 0-48 16,0 0 22-16,0 0-2 15,-14 106-57-15,16-82-2 16,17 0-113-16,2-6-6 16,10-3-49-16,6-6-67 15,15-4-85-15,-4-4-77 0,-6-1-257 16</inkml:trace>
  <inkml:trace contextRef="#ctx0" brushRef="#br0" timeOffset="88">26736 8199 1011 0,'0'0'364'0,"0"0"-113"15,0 0 103-15,0 0-119 16,0 0-78-16,0 0-37 16,0 0-90-16,137-6-6 15,-89 6-24-15,4-2 23 0,1 2-57 16,2 0-33-16,24 0-156 16,-17-2-58-16,-6 0-368 0</inkml:trace>
  <inkml:trace contextRef="#ctx0" brushRef="#br0" timeOffset="89">27706 8023 905 0,'0'0'392'16,"0"0"-194"-16,0 0-21 15,0 0-28-15,0 0-79 16,0 0 68-16,0 0-97 15,48-4-9-15,-48 28 29 16,0 6-27-16,-2 6 43 16,-13 0-5-16,-1 0-54 15,3-2 46-15,1-6-64 16,6-6 0-16,4-8 12 16,2-4-11-16,0-7-1 0,0-3 0 15,13 0-22-15,5-21 13 16,2-7-132-16,2-12-33 15,0-6-16-15,3-6-46 16,-5 2 28-16,-2 2 88 16,-6 12 120-16,-6 12 91 15,-6 9 33-15,0 14 13 16,-2 1-50-16,-12 8 16 16,-1 16 49-16,1 8-24 15,5 4-32-15,5 2 43 16,4-2-111-16,0-2-8 15,20-2 5-15,8-8-24 0,9-6-2 16,5-4-32-16,2-10-109 16,-1-4 19-16,11 0-84 15,-15-11-88-15,-7-6-541 16</inkml:trace>
  <inkml:trace contextRef="#ctx0" brushRef="#br0" timeOffset="90">28058 7606 469 0,'0'0'303'0,"0"0"-131"15,0 0-39-15,0 0-29 16,0 0 9-16,0 0-43 16,0 0 14-16,-13-4-33 15,10 4-28-15,3-2 35 0,0 2-32 16,-3 0 11 0,3-3 53-16,0 2-89 15,-2-2 29-15,0 2 13 0,2-1-36 16,-2 0 25-16,2 0-32 15,0-1 2-15,0 3-2 16,0 0 19-16,0 0-19 16,0 0 38-16,0-1-18 15,0 1 24-15,0 0-26 16,-2 0-8-16,2 0 18 16,-2 0-28-16,-3 0-3 15,1 0-7-15,0 0 20 16,-1 0-4-16,0 0-6 15,3 0 0-15,2 0 22 16,-2 0-13-16,2 0-5 0,0 0 39 16,0 0-9-16,0-3 26 15,0 2-60-15,6-3 11 16,4 4-28-16,1 0 7 16,-3 0 10-16,2 0-6 15,-4 0 16-15,-4 12 8 16,-2 6-18-16,0 2 0 15,-4 2 78-15,-10 2-42 16,1-2 21-16,2-2-11 16,9-2-34-16,2-2 15 15,0 0-15-15,20-4-11 16,2 0 29-16,-1-2-29 16,-4-2-1-16,-11 0 0 0,-6 0 3 15,0 4-14 1,-15 1 3-16,-16 5 5 0,-7 1-3 15,0 3-166-15,-4 10-33 16,13-5-199-16,8-5-562 0</inkml:trace>
  <inkml:trace contextRef="#ctx0" brushRef="#br0" timeOffset="91">28704 8093 867 0,'0'0'405'15,"0"0"-122"-15,0 0 21 16,0 0-166-16,0 0-29 15,0 0-30-15,114-2-69 16,-72 0 27-16,3 2-37 16,-3 0-40-16,-7 0-47 0,-2 0-158 15,-10 0-95 1,-10 0-311-16</inkml:trace>
  <inkml:trace contextRef="#ctx0" brushRef="#br0" timeOffset="92">28933 7935 307 0,'0'0'1126'0,"0"0"-791"0,0 0-285 16,0 0 19-1,0 0 83-15,0 0-36 0,0 0-20 16,-65 142-43-1,57-100-47-15,3 0-12 0,5-4-85 16,2-2-92-16,15-8-130 16,2-12-394-16</inkml:trace>
  <inkml:trace contextRef="#ctx0" brushRef="#br0" timeOffset="93">29524 7950 772 0,'0'0'568'0,"0"0"-426"16,0 0-53-16,0 0-16 15,0 0 30-15,-116-23 60 16,83 43-83-16,6 4 23 16,4 6 13-16,10 2-5 0,7 0-4 15,6-2-62-15,0 0-44 16,13-4 42-1,11-2-43-15,8-4-13 16,3-6-38-16,21-3-165 0,-8-8-123 16,-3-3-433-16</inkml:trace>
  <inkml:trace contextRef="#ctx0" brushRef="#br0" timeOffset="94">29805 8225 1073 0,'0'0'275'15,"0"0"-153"-15,0 0 87 16,0 0-88-16,0 0 45 15,0 0-12-15,0 0-123 16,24-18-31-16,-40 14-33 16,-13 4-51-16,2 0-142 15,3 0-376-15</inkml:trace>
  <inkml:trace contextRef="#ctx0" brushRef="#br0" timeOffset="95">21072 9775 208 0,'0'0'62'15,"0"0"-29"-15,0 0 481 16,0 0-244-16,0 0-50 16,-6-22-81-16,6 12-24 15,-2-4 16-15,2 2-59 0,0 2 32 16,-2 0-62-16,-1 2-23 15,1 0 62-15,0 2-57 16,0 2 38-16,0 0 6 16,2 2-24-16,0 0 42 15,0 2-34-15,-3 0-35 16,3 0 43-16,-3 0-60 16,-1 0 0-16,0 12 10 15,-5 8-8-15,1 10 48 16,-2 5-31-16,1 6-19 15,1 5 78-15,-2 3-78 16,1-1 18-16,1-2 22 16,-4-2-39-16,3-4 25 15,1-4-26-15,-1-4 0 16,4-7 7-16,1-7-7 0,1-7 0 16,3-3 5-16,0-5 11 15,0-3 5-15,0 0-21 16,0 0 0-16,0-13-9 15,0-5 9-15,7-5-28 16,5-4 19-16,3 1-30 16,1 0 38-16,-1 2-50 15,1 6 45-15,-3 6-32 16,-3 6 38-16,-2 6-8 16,1 0-1-16,-1 2 18 15,2 14 3-15,-1 4-12 16,-5 4 0-16,0 2 11 0,-2 0-10 15,-2-1-1-15,0-2 6 16,-2 1 7-16,-13-3-26 16,-1-3-42-16,1-3-153 15,-1-7-4-15,5-3-166 16,5-5-192-16</inkml:trace>
  <inkml:trace contextRef="#ctx0" brushRef="#br0" timeOffset="96">21280 9906 175 0,'0'0'1120'15,"0"0"-784"-15,0 0-196 0,0 0 25 16,0 0-41 0,71 104-50-16,-80-56 60 0,-22 4-75 15,-7 5-53-15,-7-2-6 16,-15 17-134-16,12-13-104 15,7-15-282-15</inkml:trace>
  <inkml:trace contextRef="#ctx0" brushRef="#br0" timeOffset="97">22122 10080 827 0,'0'0'373'0,"0"0"-167"16,0 0-36-16,0 0 18 15,0 0-75-15,0 0-11 16,0 0 24-16,0-20-102 16,0 22 1-16,0 16 18 15,0 6 7-15,0 7 58 16,0 2-81-16,0 3-18 0,-2 3 25 16,-3-3-21-1,3-2-10-15,2-6-3 0,0-4-65 16,0-4-27-16,0-8-82 15,0-4-61-15,0-4-48 16,0-4-283-16</inkml:trace>
  <inkml:trace contextRef="#ctx0" brushRef="#br0" timeOffset="98">21924 10020 629 0,'0'0'588'0,"0"0"-346"0,0 0-153 16,0 0-1-16,0 0 60 15,114-10-49-15,-72 10-23 16,0 0-12-16,-2 12-52 16,-8 2-24-16,-11 6-25 15,-21 20-140-15,0-4-39 16,-17-1-320-16</inkml:trace>
  <inkml:trace contextRef="#ctx0" brushRef="#br0" timeOffset="99">21783 10475 947 0,'0'0'379'0,"0"0"-151"16,0 0 23-16,0 0-43 0,123 28-116 15,-74-24 26 1,-1-1-105-16,2 0-13 0,-1 1-25 15,20 3-116-15,-13-3-113 16,-5-1-325-16</inkml:trace>
  <inkml:trace contextRef="#ctx0" brushRef="#br0" timeOffset="100">22888 10335 339 0,'0'0'755'0,"0"0"-424"0,0 0 22 15,0 0-19-15,0 0-106 16,0 0-61-16,0 0-107 16,25-20-32-16,-5 20 8 15,7 0-36-15,4 0 19 16,1 0-19-16,-1 0-24 16,-2 6 14-16,-10 0-170 15,-14 4-172-15,-5 0-161 16,0-2-152-16</inkml:trace>
  <inkml:trace contextRef="#ctx0" brushRef="#br0" timeOffset="101">22846 10473 962 0,'0'0'507'0,"0"0"-375"16,0 0 41-16,0 0 19 16,0 0-143-16,161 2-31 15,-91-2-18-15,-11 0-167 16,-8 0-364-16</inkml:trace>
  <inkml:trace contextRef="#ctx0" brushRef="#br0" timeOffset="102">24274 9807 318 0,'0'0'24'0,"0"0"588"0,0 0-462 16,0 0-115 0,0 0 77-16,0 0-25 0,0 0-31 15,-104-10 50-15,88 32-65 16,7 10 62-16,0 15 24 15,7 13-10-15,2 26 37 16,0-2-53-16,0 6-15 16,11 5 19-16,-2-19-84 15,-2 6 8-15,-3-7 7 16,-4-11-35-16,0-8 48 16,-2-8-36-16,-14-8-12 15,1-12 18-15,-1-10-10 16,-2-8-9-16,3-8 0 15,-1-2-4-15,-2 0-9 16,0-16-136-16,5-14-106 0,5 2-51 16,2 2-398-16</inkml:trace>
  <inkml:trace contextRef="#ctx0" brushRef="#br0" timeOffset="103">24903 9964 370 0,'0'0'13'0,"0"0"369"16,0 0-122-16,0 0-127 16,0 0 2-16,0 0-49 15,0 0-54-15,-31-26 75 16,6 26-40-16,-4 2 14 15,-4 14 67-15,-1 8-40 0,-4 6 19 16,0 8-6 0,5 8-41-16,-1 4 35 0,8 5-70 15,6-1-17 1,6-2 45-16,6-4-73 0,8-8 29 16,0-8-29-16,4-6 23 15,16-8-33-15,6-8 10 16,5-6-31-16,6-4 14 15,1 0-75-15,1-16-10 16,-1-8-31-16,1-4-64 16,-8 0 82-16,-7 2 58 15,-8 4 57-15,-10 8 120 16,-6 6-47-16,0 8-13 16,0 0-39-16,-11 4-9 0,0 14 55 15,2 2-49 1,7 0-8-16,2 0 47 0,0-6-57 15,4-2 36-15,14-4-11 16,2-4-15-16,0-2 34 16,-4-2-44-16,-3 0-16 15,-4-4 4-15,-9-10-22 16,0-4-7-16,0-2-8 16,-20-2 14-16,-4 2 34 15,-1 4 1-15,0 6 0 16,8 6 48-16,5 4-34 15,10 0 6-15,2 0-20 16,2 0 8-16,23 0 23 16,8 0-8-16,8 0-22 15,3 0-2-15,0-8-27 0,-1-8 6 16,-3-6-27-16,-9-3-47 16,-6-4 86-16,-10-1-52 15,-5-2 44-15,-10 1 18 16,0 9 24-16,0 8 39 15,0 8-44-15,-8 6 6 16,4 2-25-16,4 22 6 16,0 10 15-16,0 8 44 15,7 6-44-15,2 7 16 16,-3-3-1-16,-3-4-35 16,-3-6 75-16,0-6-74 15,0-10 4-15,-11-6 7 16,-7-4-3-16,0-8-20 0,2-2-30 15,1-6-117 1,3 0 70-16,12-6-117 0,0-12-142 16,0-4-606-16</inkml:trace>
  <inkml:trace contextRef="#ctx0" brushRef="#br0" timeOffset="104">25502 10002 952 0,'0'0'327'16,"0"0"-210"-16,0 0-41 0,0 0 12 15,0 0 77-15,0 0-25 16,-114 76 37-16,92-28-66 16,6 4-10-16,8 3-9 15,8-1-61-15,0-4 17 16,0-4-45-16,15-10 12 15,7-6-30-15,5-8-83 16,2-8-65-16,15-12-79 16,-5-2-113-16,-4 0-310 0</inkml:trace>
  <inkml:trace contextRef="#ctx0" brushRef="#br0" timeOffset="105">25649 10225 874 0,'0'0'336'15,"0"0"-177"-15,0 0-63 16,0 0-51-16,0 0 64 15,0 0-52-15,0 0-24 16,60-29-2-16,-53 37-14 16,-7 13 32-16,0 5 3 15,-11 6 16-15,-16 4 50 16,-8 2-37-16,-2-2 25 0,4-2 8 16,7-8-65-16,10-4 12 15,9-4-61-15,7-6 13 16,9-6 27-16,20-2-40 15,9-4-26-15,3 0-69 16,16-5-133-16,-10-10-30 16,-7-1-412-16</inkml:trace>
  <inkml:trace contextRef="#ctx0" brushRef="#br0" timeOffset="106">25870 10267 867 0,'0'0'365'0,"0"0"-130"16,0 0-26-16,0 0-114 16,0 0-58-16,0 0 49 15,0 0-51-15,49 60 25 16,-49-22 31-16,-5 0-28 16,-8 0 38-16,-2-4-50 15,3-4-40-15,3-6 42 16,7-6-53-16,2-8 2 15,0-6 14-15,2-4-10 16,13 0-12-16,1-10-46 16,2-13-97-16,0-10 14 15,0-5-145-15,-3-4 21 0,-1 2-43 16,-3 4 285 0,-5 12 17-16,-1 10 264 0,-5 14-62 15,0 0-132-15,0 12-10 16,0 10 57-16,0 6-3 15,6-2-58-15,4 0-2 16,1-4-54-16,5-4-26 16,1-6 26-16,1-6-122 15,9-6-71-15,-5 0-91 16,-4-10-296-16</inkml:trace>
  <inkml:trace contextRef="#ctx0" brushRef="#br0" timeOffset="107">26313 10028 510 0,'0'0'930'0,"0"0"-678"15,0 0-124-15,0 0-5 16,0 0 22-16,58 144-22 16,-58-80 19-16,-5 7 12 15,-15-1-114-15,-4-2-10 16,-3-8-9-16,3-8-20 15,1-8-2-15,6-8-61 16,7-4-140-16,8-7-52 16,2-13-348-16</inkml:trace>
  <inkml:trace contextRef="#ctx0" brushRef="#br0" timeOffset="108">26794 10276 62 0,'0'0'971'15,"0"0"-682"-15,0 0-166 0,0 0-88 16,0 0 16-16,0 0-15 15,0 0 15-15,-122-41 41 16,90 67-39-16,3 6-4 16,7 0 10-16,9-2-28 15,9-2 10-15,4-8-41 16,0-4 9-16,10-6-24 16,11-8-74-16,10-2-126 15,-6-6-80-15,-4-12-568 0</inkml:trace>
  <inkml:trace contextRef="#ctx0" brushRef="#br0" timeOffset="109">26805 9727 1128 0,'0'0'230'0,"0"0"-136"16,0 0-78-16,0 0 31 15,0 0 117-15,0 0-35 16,-29 141-9-16,23-83-26 16,-1 6-36-16,5 4 30 15,-2 2-64-15,4 2-24 16,-3-5 0-16,3-5-17 16,0-10-101-16,0-6-97 15,0-16-277-15,5-12-440 0</inkml:trace>
  <inkml:trace contextRef="#ctx0" brushRef="#br0" timeOffset="110">26852 10257 1023 0,'0'0'237'16,"0"0"-170"-16,0 0-24 15,0 0 39-15,0 0-17 16,0 0 19-16,0 0 53 15,56 84-58-15,-56-46 41 16,0-2-32-16,-9-2-56 16,-2-4 61-16,0-6-77 15,4-6-15-15,4-6 35 0,3-6-23 16,0-6 0 0,0 0-13-16,3-4-57 0,8-16-35 15,4-8-159-15,4-24-106 16,-4 0-3-16,-1 6-410 15,-6 12 770 1,-6 28 109-16,-2 6 453 0,0 0-180 16,0 8-241-16,0 14 10 15,0 8 66-15,0 4-81 16,0 0-23-16,12-2-64 16,3-2-40-16,6-7-18 15,3-4-87-15,23-11-70 16,-10-3-111-16,2-5-384 0</inkml:trace>
  <inkml:trace contextRef="#ctx0" brushRef="#br0" timeOffset="111">27427 10387 912 0,'0'0'498'15,"0"0"-280"-15,0 0 92 16,0 0-106-16,0 0-91 16,0 0 6-16,0 0-91 15,94-16 11-15,-63 12-39 16,0 2 29-16,1 0-63 16,-3 0-6-16,-4 2-130 15,-4 0-40-15,-7 0-284 16,-10 0-322-16</inkml:trace>
  <inkml:trace contextRef="#ctx0" brushRef="#br0" timeOffset="112">27453 10529 1458 0,'0'0'509'0,"0"0"-302"16,0 0-34-16,0 0-143 15,116-18-9-15,-76 18-21 16,-8 0-234-16,0 0-318 0</inkml:trace>
  <inkml:trace contextRef="#ctx0" brushRef="#br0" timeOffset="113">28298 10190 196 0,'0'0'136'16,"0"0"-104"-16,0 0 596 15,0 0-336-15,0 0-128 16,0 0 21-16,3 14-14 16,-1-14-59-16,-2 0 5 15,0 0 56-15,0 0-91 16,0-1-2-16,0-2-11 16,2 2-17-16,0-5 31 15,2-2-67-15,1-2-16 16,2-5 8-16,2 1-8 15,-3-4-2-15,1-2-16 0,2-4-20 16,-2 0 36-16,-1-4-69 16,1-2 29-16,0 0 33 15,-3-2-53-15,1 2 25 16,-3 3 25-16,-2 5 12 16,0 4 39-16,0 7-32 15,0 4 14-15,0 3 13 16,0 2-28-16,0 2 5 15,0 0-11-15,0 5-9 16,0 13 9-16,0 8 0 16,-9 12 1-16,-3 6 23 15,0 4-11-15,-2 4-13 16,1 2 0-16,2-2-19 0,1 0-30 16,8 2-158-16,2-11-161 15,0-13-406-15</inkml:trace>
  <inkml:trace contextRef="#ctx0" brushRef="#br0" timeOffset="114">28095 10435 717 0,'0'0'247'0,"0"0"-59"0,0 0-6 15,0 0 27-15,0 0 8 16,0 0-63-16,0 0 36 15,14 0-119-15,13 0-27 16,6 0 35-16,11 0-70 16,10 0 26-16,2 0-35 15,2 0 15-15,-5 0-30 16,-6 0-79-16,-7 0-98 16,-7 0-82-16,-10 4-221 15,-12 4-137-15</inkml:trace>
  <inkml:trace contextRef="#ctx0" brushRef="#br0" timeOffset="115">28242 10654 738 0,'0'0'389'16,"0"0"-151"-16,0 0-34 15,0 0-46-15,0 0 4 16,0 0-112-16,0 0-15 15,69-17-13-15,-44 17-15 16,-7 0 11-16,-5 0-18 16,-13 17 11-16,0 3-12 15,-13 8 7-15,-20 2 20 16,-12 4 51-16,-4 0 2 16,2 0-3-16,9-4-26 15,9-6-26-15,13-8 40 16,14-6-64-16,2-6 0 15,18-1 32-15,18-3-9 0,13 0 6 16,6 0-29-16,8-4-35 16,-1-5 29-16,-2 4-98 15,-2 1-65-15,7 4-2 16,-16 0-188-16,-11 0-158 16</inkml:trace>
  <inkml:trace contextRef="#ctx0" brushRef="#br0" timeOffset="116">28902 10135 886 0,'0'0'322'16,"0"0"-80"-16,0 0-25 0,0 0-70 15,0 0 17 1,0 0-86-16,0 0-34 0,78-79 9 16,-78 77-6-16,0 2-44 15,-2 0 15-15,-14 0-18 16,-8 8 71-16,-7 10-71 16,-2 2 21-16,-2 6 4 15,4 2-25-15,9 3 43 16,9 2-22-16,6 3-11 15,7 3 54-15,0 3-58 16,13-2 3-16,10-4 14 16,1-2-21-16,-1-4 28 15,-6-4-30-15,-5-2 0 16,-10-3-17-16,-2-2 16 16,-14-1 1-16,-15-4 13 0,-6 0-12 15,-1-6 37 1,5-1-38-16,8-7 0 0,13 0 11 15,5 0-11-15,5-16-15 16,7-7-34-16,20-4-72 16,10-4-22-16,5 3 25 15,5 2-22-15,1 4 61 16,-8 6 18-16,-7 6 61 16,-11 4 54-16,-7 6 8 15,-6 0 11-15,-4 6-36 16,-5 12 7-16,0 6 77 15,0 0-50-15,0 0-3 0,0-4-40 16,-2-2-19 0,-1-5-15-16,3-6 6 0,0-3-130 15,0-4 34-15,8 0-75 16,5-18-127-16,3-6-343 0</inkml:trace>
  <inkml:trace contextRef="#ctx0" brushRef="#br0" timeOffset="117">29190 10389 1309 0,'0'0'194'0,"0"0"-35"16,0 0-13-16,0 0 16 15,-25 110 53-15,12-84-100 16,3-5-40-16,6-7-44 0,4-6-19 16,0-7 22-1,0-1-34-15,12 0-12 0,9-16-18 16,13-6-91-16,7-4-16 15,3-2 42-15,1 4 56 16,-10 6 26-16,-6 8 22 16,-9 10-9-16,-9 0 52 15,-6 8-40-15,-3 14 42 16,-2 2-18-16,0 2-35 16,0 0 13-16,0-6-14 15,6-6-61-15,5-5-2 16,16-9-154-16,-2 0-88 15,-1-14-495-15</inkml:trace>
  <inkml:trace contextRef="#ctx0" brushRef="#br0" timeOffset="118">29747 10042 1167 0,'0'0'241'0,"0"0"-127"16,0 0 131-16,-58 112-38 15,45-55-15-15,5 7 0 16,8 2-124-16,0-2-51 16,14-6 15-16,13-8-32 15,2-8-50-15,2-7-57 16,15-10-128-16,-10-8-71 16,-3-12-569-16</inkml:trace>
  <inkml:trace contextRef="#ctx0" brushRef="#br0" timeOffset="119">30183 10375 766 0,'0'0'266'0,"0"0"-121"0,0 0 52 15,0 0-32-15,0 0-47 16,0 0 5-16,0 0-95 15,25-22 2-15,-12 18 13 16,1 2-42-16,-1 0 39 16,-2 2 1-16,-2 0-29 15,-5 0 44-15,-4 12-54 16,0 6 4-16,-8 4 73 16,-21 4-17-16,-5 4 49 15,-6 0-46-15,0-2-29 16,4-2 38-16,9-2-64 15,7-6-10-15,11-4 8 16,9-6-7-16,0-1-1 16,13-5-2-16,16-2-8 0,10 0-2 15,1 0-95-15,0-5-50 16,0-8-31-16,11-10-145 16,-10 1-176-16,-6 3-305 15</inkml:trace>
  <inkml:trace contextRef="#ctx0" brushRef="#br0" timeOffset="120">30437 10431 1035 0,'0'0'324'16,"0"0"-151"-16,0 0 71 15,0 0-144-15,0 0-55 16,0 0-10-16,0 0 23 16,4 46 47-16,-4-22-43 15,0 3-44-15,-6-4 56 0,-3-3-73 16,3-4 0-1,1-3 21-15,3-8-16 0,2-2 7 16,0-3-13-16,0 0-7 16,4-8 5-16,14-13-132 15,2-5-22-15,0-3-45 16,-2 0-7-16,-2 5 123 16,-10 8 85-16,-4 10 96 15,-2 6-17-15,0 0-63 16,-2 10 56-16,-2 10 68 15,2 0-38-15,2 2 43 16,0 0-91-16,15-1-42 16,5-6 18-16,5-2-30 15,1-5-58-15,-1-4-58 16,6-4-119-16,-6-4-141 0,-5-10-717 16</inkml:trace>
  <inkml:trace contextRef="#ctx0" brushRef="#br0" timeOffset="121">30836 10102 1013 0,'0'0'549'16,"0"0"-396"-16,0 0-83 16,0 0 36-16,51 113 55 15,-49-53-91-15,-2 8 80 16,0 2-27-16,-10 2-75 15,-13-4 7-15,-4-2-55 16,-2-7-15-16,-2-7-8 0,0-10-168 16,2-4-57-16,8-12-234 15,13-12-799-15</inkml:trace>
  <inkml:trace contextRef="#ctx0" brushRef="#br0" timeOffset="122">31393 10467 689 0,'0'0'646'0,"0"0"-450"16,0 0 4-16,0 0 10 15,0 0-38-15,0 0 29 16,0 0-110-16,47-6-55 15,-18 6 19-15,6 0-40 16,5 0-16-16,1-2 1 16,-1 0-90-16,-3 0-26 15,-1-2-135-15,-11 0-223 0,-9-2-113 16</inkml:trace>
  <inkml:trace contextRef="#ctx0" brushRef="#br0" timeOffset="123">31647 10301 958 0,'0'0'375'0,"0"0"-237"16,0 0-77-16,0 0 85 0,0 0-18 16,0 0-43-1,-76 114 7-15,65-80-87 0,5 4-5 16,6 6-50-16,0-7-184 15,2-9-82-15</inkml:trace>
  <inkml:trace contextRef="#ctx0" brushRef="#br0" timeOffset="124">32311 10239 1292 0,'0'0'226'0,"0"0"-134"15,0 0-21-15,0 0-36 16,-125 5 117-16,83 22-36 16,7 9-33-16,3 4 31 15,12 0-55-15,14 0 40 16,6-4-19-16,0-2-58 16,26-6 52-16,10-2-74 15,8-8-10-15,21-5-77 0,-10-8-196 16,-7-5-386-16</inkml:trace>
  <inkml:trace contextRef="#ctx0" brushRef="#br0" timeOffset="125">1982 16681 538 0,'0'0'88'16,"0"0"-43"-16,0 0-33 15,0 0 174-15,0 0 36 16,0 0-155-16,-111 77-5 15,95-67 38-15,3 2-77 0,-1-2 30 16,4-2-6-16,1 6-12 16,-1-4 25-16,2 2-37 15,1 2 16-15,1 0 31 16,1-2-40-16,2 2 22 16,3-6-14-16,0 2-10 15,0-6 30-15,0 0-33 16,8-4-17-16,9 0 27 15,6 0-35-15,1 0-2 16,5-14-42-16,0-4-14 16,-5-4 31-16,1 0-38 15,-7 0-7-15,-3 0 71 16,-5 0 1-16,-6 4 0 16,-4 4 49-16,0-3-11 15,0 7 53-15,0 6-13 0,0-1 1 16,0 5 29-16,0 0-81 15,0 0-10-15,4 0-17 16,1 18 0-16,1 9 40 16,2 4-26-16,-4 1-14 15,0-2 22-15,1-2-22 16,-1-6-48-16,4 0-115 16,2-8-143-16,-1-10-330 0</inkml:trace>
  <inkml:trace contextRef="#ctx0" brushRef="#br0" timeOffset="126">2185 16393 674 0,'0'0'267'0,"0"0"-138"16,0 0 56-16,0 0-21 0,0 0-42 15,0 0 25 1,0 0-65-16,-11-5-5 0,11 4 2 16,0 1-26-16,0 0-4 15,0 0-5-15,0-4-43 16,0 0 20-16,0-5-21 16,0 4 0-16,0-4-12 15,0 0 18-15,7-4-6 16,2 8 0-16,-3-4 1 15,2 5 30-15,-2 4-30 16,-2 0 0-16,-2 0 24 16,3 0-24-16,-5 13 25 15,0 5-7-15,0 5-5 16,0 8 48-16,0-5-61 0,-7-2 12 16,-1 2-6-1,-2-8 2-15,4 0-6 0,3-6-3 16,3-2-32-16,0-6 30 15,3 4-70-15,15-6 29 16,1 2-14-16,4 0-37 16,-5 4 81-16,-7-2-25 15,-5 6 13-15,-6 6 19 16,0 4-35-16,-4 0 7 16,-11 2-46-16,-6 2-110 15,3-8-64-15,5 0-349 0</inkml:trace>
  <inkml:trace contextRef="#ctx0" brushRef="#br0" timeOffset="127">2404 16776 459 0,'0'0'911'16,"0"0"-795"-16,0 0 9 16,0 0 21-16,0 0-64 15,0 0 1-15,113-8-74 16,-66-2-9-16,0 1-26 0,4 0-118 16,-11 0-87-1,-11 1-315-15</inkml:trace>
  <inkml:trace contextRef="#ctx0" brushRef="#br0" timeOffset="128">2945 16397 1015 0,'0'0'270'0,"0"0"-139"0,0 0-21 15,0 0 45-15,0 0-21 16,0 0-4-16,-2 138 27 16,2-90-67-16,0 2-35 15,-5-6 16-15,3 1-54 16,-3-9 0-1,1-4-13-15,2-6 9 0,0-12 9 16,2-2-22-16,0-10-18 16,0-2 10-16,4 0-6 15,14-14 12-15,4-8-8 16,5 0 1-16,2-2-13 16,-4 6 22-16,-3 5 0 0,-5 8-6 15,-5 5 13-15,-5 0-2 16,-7 23 10-16,0 4-14 15,-5 9 57-15,-17-4-58 16,-3 2 1-16,-4-2-12 16,4-2-32-16,-4-2-57 15,8-10-156-15,5-6-350 0</inkml:trace>
  <inkml:trace contextRef="#ctx0" brushRef="#br0" timeOffset="129">3241 16290 170 0,'0'0'205'0,"0"0"-7"16,0 0-54-1,0 0-40-15,0 0 29 0,0 0-61 16,0 0-7-16,0-10-17 15,0 10-23-15,0 0 56 16,0 0-49-16,0 0-5 16,0 0 28-16,-2 0-20 15,2-4 14-15,0 4 7 16,-2 0 3-16,2 0 8 16,-2 0-16-16,2-4-7 15,-3 4 26-15,1-2-51 16,2 2 18-16,-2 0 8 15,2-4-13-15,0 4 58 16,0 0-54-16,0-4-18 16,0 0 13-16,9 0-30 0,2 2-1 15,0 2 0-15,0 0 18 16,-7 0-2-16,-4 10-15 16,0 12 34-16,0 5 66 15,-17 0-35-15,1 0-3 16,1-1-35-16,5-2-12 15,8-2 9-15,2-8-25 16,0 2-16-16,16-2 7 16,2 0-30-16,0-2 10 15,-10 2-26-15,-3 4-82 16,-5 8 26-16,-20 14-19 16,-9-4-68-16,0-8-161 0</inkml:trace>
  <inkml:trace contextRef="#ctx0" brushRef="#br0" timeOffset="130">3625 16784 162 0,'0'0'1168'16,"0"0"-905"-16,0 0-49 0,0 0-7 15,0 0-103 1,0 0 2-16,0 0-87 0,67-30-19 15,-47 30-7-15,-5 0-141 16,-4 14-101-16,-9-6-296 0</inkml:trace>
  <inkml:trace contextRef="#ctx0" brushRef="#br0" timeOffset="131">3625 16784 552 0,'-70'130'1077'16,"70"-130"-810"-16,10 0-29 15,14 0-96-15,10 0-92 16,6-4-25-16,1 0-25 16,11 4-123-16,-14 0-223 0,-9 0-604 15</inkml:trace>
  <inkml:trace contextRef="#ctx0" brushRef="#br0" timeOffset="132">4444 16485 720 0,'0'0'157'0,"0"0"-67"15,0 0 28-15,0 0 24 16,0 0-33-16,0 0-53 15,18-44 18-15,-18 40 9 16,0 4-17-16,0 0 49 16,0 0-45-16,0-4-18 15,0 4 41-15,0 0-65 16,0 0 2-16,0 0-1 16,0 0-27-16,-2 8 45 15,-10 10-13-15,-3 8 17 16,-5 6 44-16,-2 12-48 0,-2 6 20 15,-1 4-8 1,0 3-26-16,1-3 31 0,2-4-49 16,2-2-9-16,7-8 19 15,3-8-25-15,8-2-6 16,2-8-22-16,0 0-72 16,18-12-60-16,18-6-127 15,-3-4-261-15,0 0-540 16</inkml:trace>
  <inkml:trace contextRef="#ctx0" brushRef="#br0" timeOffset="133">4716 16663 580 0,'0'0'650'0,"0"0"-528"16,0 0 22-16,0 0 46 15,0 0-19-15,0 0-34 16,-137 42-33-16,112-11 37 16,0 1-71-16,7 2-42 15,3-2 55-15,6 0-71 0,5-6 10 16,4-8-19-1,0-4 6-15,0-6-11 0,8-4 2 16,10-4-52 0,4 0 38-16,3-8-103 0,0-14-81 15,-4-2 7-15,2-2-35 16,-5-4 72-16,-3 2 14 0,-1 6 97 0,-7 4 43 31,-3 4 78-31,-2 10 118 16,-2 4-10-16,0 0-109 15,0 18 68-15,-6 8-26 16,-3 6-39-16,1-4-11 16,4 2-69-16,4-4 0 15,0-6-61-15,7-4-143 16,13-6-37-16,0-6-386 0</inkml:trace>
  <inkml:trace contextRef="#ctx0" brushRef="#br0" timeOffset="134">4879 16820 616 0,'0'0'786'15,"0"0"-626"-15,0 0-16 16,0 0-19-16,0 0-84 16,118-22-36-16,-85 22-5 15,14-4-138-15,-7 0-154 16,-4 0-335-16</inkml:trace>
  <inkml:trace contextRef="#ctx0" brushRef="#br0" timeOffset="135">5364 16409 732 0,'0'0'409'0,"0"0"-199"16,0 0 28-16,0 0-21 0,-41 144-26 16,34-90-62-1,0-2 26-15,4-2-90 0,1-10-31 16,0-5 19 0,2-7-53-16,-2-6 18 0,2-8-18 15,0-6 13-15,0-8-39 16,0 0 20-16,0 0-6 15,14-18 4-15,5-4-48 16,6-4-8-16,4-2-12 16,0 10-23-16,-4 1 87 15,-4 16-12-15,-5 1 24 16,-7 10 11-16,-7 16 9 16,-2 10 50-16,0 0 5 15,-17 4-57-15,-6 0 50 16,1-4-68-16,2-6-11 15,2-10-5-15,7 0-106 16,4-14-47-16,3-6-193 0,4 0-311 16</inkml:trace>
  <inkml:trace contextRef="#ctx0" brushRef="#br0" timeOffset="136">5753 16589 1141 0,'0'0'282'0,"0"0"-103"16,0 0 65-16,8 151-67 15,-35-89-15-15,-6-4-32 0,-2 2-73 16,-1-4-57 0,7-6-1-16,6-2-196 0,10-11-49 15,9-15-500-15</inkml:trace>
  <inkml:trace contextRef="#ctx0" brushRef="#br0" timeOffset="137">6017 16499 1141 0,'0'0'346'16,"0"0"-125"-16,-77 124 60 16,52-56-12-16,10 3-146 15,7-3-41-15,8 2-51 16,0-6-31-16,12-6-73 15,34-1-197-15,-5-17-268 16,1-16-561-16</inkml:trace>
  <inkml:trace contextRef="#ctx0" brushRef="#br0" timeOffset="138">6570 16731 679 0,'0'0'726'16,"0"0"-568"-16,0 0 48 15,-140 41 46-15,97-5-78 16,10-2-57-16,6 6 8 16,12-2-103-16,8-4 9 15,7-8-31-15,0-6 6 16,22-8-13-16,7-12-28 15,4 0-52-15,4-14-64 0,-4-16-213 16,7-20-24 0,-9 2-10-16,-4 4-217 0</inkml:trace>
  <inkml:trace contextRef="#ctx0" brushRef="#br0" timeOffset="139">6570 16731 633 0,'43'23'614'0,"-43"-15"-420"16,0 14 88-16,0 10-70 15,0 8-81-15,0 0-22 16,0 0-109-16,2-4-14 15,9 0-65-15,-1-6-177 16,0-12-351-16</inkml:trace>
  <inkml:trace contextRef="#ctx0" brushRef="#br0" timeOffset="140">6673 16280 772 0,'0'0'273'0,"0"0"-81"15,0 0-28-15,0 0 9 16,0 0 12-16,0 0-52 15,0 0 13-15,-10-14-24 16,10 10-43-16,0 4 14 16,0-4-68-16,0 4-18 15,0 0 20-15,0 0-26 16,0 0-1-16,0 0 0 16,0 0 13-16,-4 0-23 0,0 0 10 15,-3 0 0-15,1 8-2 16,-2-4 3-16,2-2-1 15,1 2 0-15,1 0 13 16,4-4-7-16,0 0-6 16,0 0 0-16,0 0 11 15,0 0-11-15,11 0-8 16,7 0 8-16,-1 0 0 16,0 0-7-16,-7 8 7 15,-5 10-2-15,-5 5-15 16,-3 9 34-16,-18 4 6 15,-6 0 42-15,0-2-41 16,5-2 47-16,7-10-63 0,12-4-7 16,3-4 10-16,9-2-10 15,22-6-2-15,7-2-11 16,5-4-81-16,9 4-22 16,-11-4-365-16,-10 4-447 0</inkml:trace>
  <inkml:trace contextRef="#ctx0" brushRef="#br0" timeOffset="141">6975 16784 778 0,'0'0'742'0,"0"0"-566"16,0 0-103-16,0 0 50 16,0 0-94-16,123-22-5 15,-94 22-24-15,9 0-128 16,-11 0-119-16,-5 0-361 0</inkml:trace>
  <inkml:trace contextRef="#ctx0" brushRef="#br0" timeOffset="142">7196 16645 1039 0,'0'0'603'0,"0"0"-423"0,0 0 27 16,-53 113-28-16,44-69-123 15,2 2-49-15,7 16-7 16,0-8-288-16,0-14-444 0</inkml:trace>
  <inkml:trace contextRef="#ctx0" brushRef="#br0" timeOffset="143">7764 16619 1109 0,'0'0'515'0,"0"0"-302"16,0 0-34-16,0 0-56 16,0 0 17-16,0 0-48 15,0 0-40-15,-135 76 22 16,99-40-29-16,5 1-7 16,4-7-23-16,7-8 0 15,9-4-16-15,7-8 1 16,4-10-38-16,0 0-5 15,19 0-15-15,6-10-25 16,2-8-112-16,-3-4-5 16,-2 4 36-16,-6 1-17 15,-7 12 124-15,-9 5 57 0,0 0 13 16,0 22 127-16,-3 2 27 16,-3 6-37-16,6-4 54 15,0-4-108-15,0-4-47 16,23-8 5-16,6-6-25 15,6-4-9 1,3-4-7-16,-1-18-135 0,-3-10 6 16,-5-4-83-16,-7-8-41 15,-4-9-6-15,-2-7 1 16,-3-10 44-16,-2-6 36 16,-2 0 13-16,2 5 172 15,-4 17 299-15,0 18 208 0,-5 22-135 16,-2 14-129-16,0 6-129 15,0 34 43-15,-7 18-31 16,-4 17 34-16,-2 5-80 16,-3 6-5-16,3-6-1 15,2-9-53-15,3-13 5 16,4-12-26-16,4-12 0 16,0-14-12-16,0-12 12 15,2-4-26-15,16-4 4 16,9-12-14-16,5-12 11 15,3-6-30-15,5 2-24 16,-3 2 51-16,-2 8-21 16,-11 14 41-16,-6 4 2 15,-10 0 12-15,-8 18 8 16,0 8 15-16,-22 2-8 0,-9 2 52 16,-5-2-73-16,1-2 0 15,1 0-20-15,10-8-84 16,17-10-146-16,7-6-301 15,0-2-952-15</inkml:trace>
  <inkml:trace contextRef="#ctx0" brushRef="#br0" timeOffset="144">8466 16754 35 0,'0'0'1425'16,"0"0"-1096"-16,0 0-193 16,0 0-3-16,0 0-13 15,0 0-97-15,0 0-21 16,131-10-2-16,-88 6-162 16,14-5-112-16,-9-4-262 15,-11 4-229-15</inkml:trace>
  <inkml:trace contextRef="#ctx0" brushRef="#br0" timeOffset="145">8722 16615 212 0,'0'0'1061'0,"0"0"-688"16,0 0-192-16,-54 103-18 16,39-63-36-16,5 4-75 15,4-4-48-15,6 0-4 16,6-4-151-16,13-8-113 15,4-16-409-15</inkml:trace>
  <inkml:trace contextRef="#ctx0" brushRef="#br0" timeOffset="146">9098 16288 1446 0,'0'0'299'0,"0"0"-147"16,0 0-33-16,0 0-40 15,0 0 78-15,-31 145-47 16,21-71-2-16,-1 2-26 16,-3 4-22-16,3-7 41 15,2-7-87-15,2-12-13 16,3-10 20-16,1-8-15 15,1-14-6-15,2-12 0 16,0-6 2-16,0-4-14 16,5-8 12-16,11-20-63 15,5-8 44-15,4-8-56 16,6 4 48-16,-2 4 5 16,-4 10 22-16,-5 8 11 15,-7 18-11-15,-4 0 0 0,-9 8 10 16,0 20 6-16,-7 4-7 15,-15 6 30-15,-4-2-38 16,-1 0 2-16,0-4-3 16,3-2-61-16,3-8-25 15,8-8-231-15,7-4-213 16,4-10-755-16</inkml:trace>
  <inkml:trace contextRef="#ctx0" brushRef="#br0" timeOffset="147">9426 16156 607 0,'0'0'213'0,"0"0"-38"16,0 0-12-16,0 0-24 0,0 0 5 16,0 0-70-1,0 0 8-15,-10 4 14 0,7-4-28 16,3 0 58-16,0 0-22 15,0 0-25-15,0 0 29 16,0 0-88-16,0-4 14 16,0 0 3-16,0 2-26 15,0-2 29-15,0 4-40 16,0 0 2-16,3 0-15 16,1 0 5-16,5 0 8 15,-3 0-1-15,-1 8 9 16,-5 10-5-16,0 0-2 0,0 2 0 15,-7 4 60-15,-8 0-60 16,3-6 14-16,3-1 6 16,7-8-12-16,2 0 17 15,2-8-26-15,21-1-18 16,4 0 17-16,2 0-144 16,8-19-75-16,-5 2-96 15,-6-1-295-15</inkml:trace>
  <inkml:trace contextRef="#ctx0" brushRef="#br0" timeOffset="148">9642 16218 674 0,'0'0'517'0,"0"0"-211"0,0 0-76 15,23 161-11-15,-23-95-13 16,0 6-75-16,0-2 7 15,-20-2-106-15,-9 0 0 16,-9-7-32-16,-4-3-11 16,-5-4-30-1,-16 4-214-15,14-14-110 0,11-12-536 0</inkml:trace>
  <inkml:trace contextRef="#ctx0" brushRef="#br0" timeOffset="149">11712 14542 925 0,'0'0'283'16,"0"0"-174"-16,0 0 95 16,0 0-23-16,0 0-95 15,0 0 46-15,0 0-97 16,-50-12 21 0,21 28 5-16,-3 4-9 15,5 6 61-15,5 4-48 0,9 4-23 16,6 4 51-16,7 4-81 15,0 2 18-15,7 1-24 0,8-1 11 16,1-4 21 0,-3-4-38-16,-6-4 0 0,-7-2 28 15,0-2-9-15,-24-2-8 16,-10-8 5-16,0-2 0 16,1-6 7-16,6-8-23 15,10-2-17-15,8-2 1 16,9-20-42-16,4-12-55 15,30-6-118 1,8-2-4-16,9 2 150 0,3 6 7 16,-6 10 31-16,-2 6 47 15,-13 14 30-15,-12 4 113 16,-4 0-4-16,-11 22-65 16,-4 10 90-16,-2 4-66 15,0 0-42-15,-2-2 23 0,-4-4-73 16,1-6 7-1,5-12-13-15,0-2-55 0,0-10 45 16,0 0-112-16,11-4-38 16,3-18-30-16,-1-10-149 15,2-8 48-15,1-4-67 16,4 2 71-16,0 8 287 16,0 10 126-16,-5 12 213 15,-3 12-12-15,-3 1-163 16,-7 24 40-16,0 7-2 15,-2 8-54-15,0-4 19 16,0-4-93-16,0-2-50 16,0-8 16-16,0-12-25 0,0-2-12 15,0-8 3-15,7 0 13 16,11-16-27-16,9-12 8 16,8-8-53-16,10-10 24 15,4 2-63-15,2 4 47 16,-2 10 27-16,-11 7 18 15,-9 15 8-15,-11 8-8 16,-10 3 0-16,-6 16 36 16,-2 4-30-16,0 3 3 15,0-4-9-15,-4 0-55 16,-5-8-53-16,3-8-156 16,0-4-132-16,3-2-423 0</inkml:trace>
  <inkml:trace contextRef="#ctx0" brushRef="#br0" timeOffset="150">12314 14355 765 0,'0'0'615'0,"0"0"-394"16,0 0 4-16,0 0-48 0,0 0-17 16,0 0-40-1,0 0-76-15,-20 18 49 0,20-18-76 16,4 4-16-16,8 1 35 16,-4 8-21-16,1 1-11 15,-5 13-4-15,-4-1 10 16,0 6 34-16,0 0-39 15,0-4-4-15,0-2 11 16,0-6 0-16,0-2-24 16,4-2-8-16,11-4-96 15,16 0-31-15,-2-2-188 16,-2-6-286-16</inkml:trace>
  <inkml:trace contextRef="#ctx0" brushRef="#br0" timeOffset="151">12588 14820 54 0,'0'0'993'15,"0"0"-689"-15,0 0-173 16,0 0 14-16,0 0 45 15,7 117-29-15,-23-77 15 16,-2 4-33-16,2-8-92 16,3-6 33-16,5-6-76 15,4-10-7-15,4-6 11 16,0-8-4-16,8 0-16 16,15-8-14-16,0-16-150 15,4-8 13-15,-2-10-40 0,-2-4-48 16,-4 0-13-1,-5 4-39-15,-3 14 299 0,-9 10 167 16,-2 14 152-16,0 4-113 16,0 22-57-16,-7 10-28 15,3 6 33-15,4 0-64 16,0-2-25-16,15-2-65 16,10-8-19-16,24-4-92 15,-7-8-211-15,-2-8-425 0</inkml:trace>
  <inkml:trace contextRef="#ctx0" brushRef="#br0" timeOffset="152">13259 14899 978 0,'0'0'365'16,"0"0"-152"-16,0 0 2 15,0 0-81-15,0 0 14 16,0 0-68-16,0 0-79 16,144 28-2-16,-112-26-100 15,-10 2-136-15,-11-2-349 0</inkml:trace>
  <inkml:trace contextRef="#ctx0" brushRef="#br0" timeOffset="153">13345 15033 608 0,'0'0'626'0,"0"0"-354"16,0 0-123-16,0 0-53 16,145 4-96-16,-109-4-126 15,-7 0-267-15</inkml:trace>
  <inkml:trace contextRef="#ctx0" brushRef="#br0" timeOffset="154">14527 14682 1106 0,'0'0'544'0,"0"0"-360"16,0 0-61-16,0 0 52 15,0 0-4-15,0 0-66 16,0 0-30-16,33-46-75 16,-4 20 0-16,5-8-20 15,-1-2-23-15,-2 0-6 16,0-2 6-16,-6 8 23 16,-6 2 19-16,-7 11 2 15,-8 9 20-15,-4 8 46 16,0 0-58-16,0 12-8 15,-8 15 25-15,-4 10-17 16,1 8 26-16,-1 5-35 16,6-2-26-16,4 0 26 15,2 2-190-15,8-11-136 16,13-12-360-16</inkml:trace>
  <inkml:trace contextRef="#ctx0" brushRef="#br0" timeOffset="155">15012 14652 644 0,'0'0'1018'0,"0"0"-743"0,0 0-142 15,0 0-89-15,0 0 23 16,0 0-34-16,145-6-32 15,-96 6-2-15,12 0-86 16,-15 0-196-16,-9 0-412 16</inkml:trace>
  <inkml:trace contextRef="#ctx0" brushRef="#br0" timeOffset="156">15940 14287 785 0,'0'0'414'0,"0"0"-247"16,0 0-73-16,0 0 37 16,0 0 9-16,0 0 40 15,0 0-34-15,-137 145-41 16,104-91 16-16,2 0-71 15,6-2-5-15,8-6-1 16,5-8-30-16,12-10-11 16,0-6-3-16,2-9 11 15,18-9-30-15,5-4-30 16,4 0-63-16,-2-11-9 16,2-7-52-16,-5-4 11 0,-4 2 30 15,-4 2 117-15,-7 6 15 16,-9 8 58-16,0 4-20 15,0 0 5-15,-9 8-16 16,-5 14 66-16,3-4-11 16,2 4-40-16,7-4 11 15,2-1-52-15,0-8 11 16,2 0 47-16,12-8-58 16,-1-1-1-16,1 0-27 15,-4-4-35-15,-3-10 37 16,-5 0-52-16,-2-8-1 15,0 4 56-15,-13 2 9 0,-3 2 13 16,-1 4 69-16,3 6-13 16,5 4 43-16,5 0-55 15,4 0-20-15,0 0 39 16,6 8-48-16,17-4 27 16,4-4-8-16,6 0-33 15,0 0-1-15,1-14-55 16,-5-4-58-16,-2-4 48 15,-5-2-38-15,-7-4 67 16,-6 0 34-16,-2 2 2 16,-7 4 43-16,3 5 9 0,-3 12 28 15,2-1 51 1,0 6-115-16,4 0-15 0,3 14 8 16,3 12-8-16,-1 6 52 15,-1 8-47-15,-2 0-4 16,-8 2 51-16,0-4-40 15,-6-2 25-15,-15-4 12 16,-8-8-20-16,-4-3 14 16,-1-3-44-16,5-10-23 15,5-2 8-15,11-6-131 16,13 0-43-16,0-18-166 16,13-5-954-16</inkml:trace>
  <inkml:trace contextRef="#ctx0" brushRef="#br0" timeOffset="157">16429 14462 654 0,'0'0'665'0,"0"0"-341"15,0 0-149 1,0 0-48-16,0 0 2 16,0 0-18-16,0 0 10 15,0-35-83-15,0 35-30 16,0 0 29-16,0 0-37 15,0 0 0-15,0 10-1 16,3 7 10-16,-3 5-12 16,0 4 3-16,-3 6 0 15,-21 4 52-15,-5 4-38 16,-2-4 31-16,2-2-3 16,4-2-42-16,12-8 37 15,8-6-37-15,5-6 0 16,7-6-14-16,22-6-1 15,7 0-63-15,2-2-161 0,13-32-96 16,-11 6-166 0,-7-4-442-16</inkml:trace>
  <inkml:trace contextRef="#ctx0" brushRef="#br0" timeOffset="158">16590 14516 808 0,'0'0'592'15,"0"0"-297"-15,0 0-43 16,0 0-103-16,0 0-62 15,0 0-29-15,0 0-15 16,31 64 59-16,-29-34-53 16,-2 2-2-16,0 2 27 15,0-2-62-15,-4-4 12 16,-8-3-24-16,4-7 17 16,3-7-4-16,3-7-13 15,2-4 0-15,0 0-17 0,15-15-19 16,8-12-53-16,4-9-49 15,-3-4-75-15,0-4 15 16,-1 4-33-16,-7 4 109 16,-5 10 122-16,-9 14 134 15,-2 10 104-15,0 2-109 16,0 10-47-16,-2 16 65 16,-1 0-70-16,3 6-43 15,0-2 3-15,13-2-37 16,12-2-10-16,6-6-50 15,5-4-135-15,13-6-36 16,-11-2-259-16,-9-4-519 0</inkml:trace>
  <inkml:trace contextRef="#ctx0" brushRef="#br0" timeOffset="159">14870 15047 1024 0,'0'0'309'15,"0"0"-128"-15,0 0 20 16,0 0 14-16,0 0-4 16,0 0-87-16,0 0-35 15,15-16-39-15,10 14-50 16,12 0 55-16,15 0-55 0,8 2 0 15,9 0-5-15,7 0 20 16,6 0-13-16,7 0-2 16,3 0 9-16,5 0-12 15,7 0 3-15,18 0 0 16,20 0-17-16,19 0 17 16,4 4 0-16,-32-4-1 15,-35 0-8-15,-32 0-8 16,-12 0 17-16,7 0 0 15,1 0-6-15,-4-2 13 16,-15 0-14-16,-14 2 2 16,-16 0-78-16,-11 0 11 0,-2 0-152 15,-11 0-35-15,-13 2-11 16,-1 2-378-16</inkml:trace>
  <inkml:trace contextRef="#ctx0" brushRef="#br0" timeOffset="160">15672 15356 945 0,'0'0'498'0,"0"0"-270"15,0 0 38-15,0 0 28 16,0 0-107-16,0 0-103 16,0 0 4-16,20-40-88 15,-2 32-11-15,2 4 10 16,-5 4-13-16,-1 0 13 0,-10 12-7 15,-4 10-2-15,-2 10-3 16,-27 6 13-16,-11 2 0 16,-9 0 13-16,-5-2-11 15,4-3 18-15,4-12-20 16,9-5 12-16,12-5-4 16,10-9-8-16,10-4 0 15,5 0 17-15,0-4-17 16,20-13-21-16,7-1-16 15,2 0 10-15,2 4 5 16,-2 4 22-16,0 2-12 16,-2 7 12-16,4 1 0 15,5 0 8-15,8 9-8 0,12 5 6 16,8-1-30 0,10-3 10-16,44-5-181 0,-17-2-154 15,-10-3-558-15</inkml:trace>
  <inkml:trace contextRef="#ctx0" brushRef="#br0" timeOffset="161">17301 15113 377 0,'0'0'615'15,"0"0"-439"-15,0 0-70 16,0 0-3-16,0 0-2 16,0 0-16-16,0 0-56 15,64 0-23-15,-47-12-12 16,-5-2-9-16,-12-2-1 15,-8 2-45-15,-21 4-77 16,-6 6-253-16</inkml:trace>
  <inkml:trace contextRef="#ctx0" brushRef="#br0" timeOffset="162">20948 12432 116 0,'0'0'508'15,"0"0"-349"-15,0 0-42 16,0 0-75-16,0 0-25 16,0 0 2-16,20 0-19 15,-16 0 0-15,3 0 0 16,-3-2 66-16,0-2 73 0,0 2-88 15,-2 0 59-15,-2 1 38 16,0 1-55-16,0-3 7 16,0 3-18-16,0-2-6 15,0 2 11-15,0-2-52 16,0 2 7-16,0-2-4 16,-2 2-31-16,-10 0-7 15,-3 0 2-15,-8 0 10 16,-2 0 36-16,1 9-20 15,0 5 11-15,1 1 33 16,7 3-51-16,8 0 5 16,8 0-8-16,0 3-16 15,0-5-2-15,22 0 0 0,5-7-82 16,4-2-64-16,9-7-120 16,-7 0-109-16,-6-7-576 0</inkml:trace>
  <inkml:trace contextRef="#ctx0" brushRef="#br0" timeOffset="163">21278 12280 1270 0,'0'0'322'0,"0"0"-135"15,0 0 38-15,0 0-69 16,20 138-53-16,-40-88-9 15,-12 4-81-15,-9 3-13 16,-9 1-22-16,-23 12-138 16,11-12-216-16,12-12-535 15</inkml:trace>
  <inkml:trace contextRef="#ctx0" brushRef="#br0" timeOffset="164">21966 12435 658 0,'0'0'394'16,"0"0"-81"-16,0 0-43 0,0 0 19 16,0 0-89-16,0 0-45 15,0 0-40-15,2-29-47 16,0 29 5-16,-2 0-27 15,0 0-31-15,0 0-3 16,0 12 1-16,0 10-13 16,0 9 26-16,-2 1-16 15,-2 4 8-15,-1 0-18 16,3-4-2-16,0-2-13 16,0-4-33-16,2-2-34 15,0-6-40-15,0-4-111 16,0-8-74-16,0-6-179 0,-4 0-147 15</inkml:trace>
  <inkml:trace contextRef="#ctx0" brushRef="#br0" timeOffset="165">21785 12312 1083 0,'0'0'517'0,"0"0"-423"16,0 0 59-16,118-40-20 16,-70 34-67-16,0 4 11 15,-1 2-67-15,-2 0-9 0,-12 16-2 16,-11 8-146 0,-22 24-64-16,0-6-102 0,-15-1-265 0</inkml:trace>
  <inkml:trace contextRef="#ctx0" brushRef="#br0" timeOffset="166">21668 12757 1011 0,'0'0'544'0,"0"0"-294"16,0 0 1-16,0 0-60 16,0 0-95-16,113 0-56 15,-66 0-17-15,4 0-23 16,-2 0-59-16,11 10-49 15,-12-2-234-15,-9 0-364 0</inkml:trace>
  <inkml:trace contextRef="#ctx0" brushRef="#br0" timeOffset="167">22712 12543 358 0,'0'0'697'0,"0"0"-370"15,0 0-57-15,0 0 89 16,0 0-99-16,0 0-109 16,0 0-68-16,62 0-77 15,-25 0 14-15,3 0-20 16,-3 0-35-16,-3 0 5 16,-10 1-109-16,-13 14-172 15,-6-1-225-15,-5 0-244 0</inkml:trace>
  <inkml:trace contextRef="#ctx0" brushRef="#br0" timeOffset="168">22724 12709 335 0,'0'0'925'15,"0"0"-581"-15,0 0-158 16,0 0-6-16,0 0-164 16,149-10-16-16,-107 10-120 15,-9 0-277-15</inkml:trace>
  <inkml:trace contextRef="#ctx0" brushRef="#br0" timeOffset="169">23975 12115 986 0,'0'0'188'16,"0"0"-96"-16,0 0 45 16,0 0-12-16,0 0-30 15,0 0-24-15,0 0-4 16,-98 14-13-16,90 15-27 16,-1 13 61-16,0 12 0 15,2 14 26-15,-2 13-2 16,3 2-28-16,2 6-11 15,-2-5-28-15,4-4-34 16,-2-10 45-16,-3-6-55 16,-1-7 7-16,-4-9 4 0,-5-6-12 15,-6-8 24 1,-4-6-24-16,0-10 0 0,-2-6-12 16,4-10-47-16,0-2-33 15,9-12-71-15,7-10-201 16,9-4-443-16</inkml:trace>
  <inkml:trace contextRef="#ctx0" brushRef="#br0" timeOffset="170">24268 12655 945 0,'0'0'275'0,"0"0"-188"16,0 0 23-16,0 0 67 15,0 0-24-15,0 0-55 16,0 0-70-16,80-18-28 15,-36 2-38-15,-2-6-13 16,-3-2-27-16,-8 0-64 16,-14-1-14-16,-10 2 33 15,-7 0 17-15,-7 4 95 16,-22 2 11-16,-10 5 81 16,-6 8 36-16,-4 4 50 15,2 0 9-15,5 12-75 16,6 10 0-16,14 9 42 15,11 1-76-15,11 4 9 0,0 2-20 16,17-4-35-16,20-2 12 16,5-6-33-16,9-4-24 15,2-6 15-15,1-6-106 16,12-10-61-16,-14 0-98 16,-10 0-366-16</inkml:trace>
  <inkml:trace contextRef="#ctx0" brushRef="#br0" timeOffset="171">24679 11905 383 0,'0'0'317'0,"0"0"-188"0,0 0-34 15,0 0 50 1,0 0-37-16,0 0-24 0,0 0 35 16,-10 0-38-16,10 0 14 15,0-2-17-15,0 0-25 16,0-2 29-16,0 0-50 16,0-2-2-16,0 2 30 15,0-2-43-15,0 0 13 16,8 0-19-16,4 2-10 15,-3 2 9-15,-1 2-9 16,-1 0-1-16,-4 0 25 16,-1 6-19-16,-2 12 23 15,0 4 31-15,-10 6 5 16,-7 0 31-16,-5 0-52 16,-3-2-6-16,0-4 8 0,4-2-34 15,2-8-9 1,9-2-3-16,5-6-4 0,5-1 3 15,0-3-73-15,9 0-8 16,11-4-22-16,4-5-56 16,1 0 65-16,-5 2 35 15,-3 3 52-15,-3 4 1 16,-7 0 7-16,-7 7 0 16,0 11 49-16,0 5-42 15,-9 5 9-15,-7 1-16 16,-5 11-16-16,2-8-89 15,5-8-476-15</inkml:trace>
  <inkml:trace contextRef="#ctx0" brushRef="#br0" timeOffset="172">24789 11955 514 0,'0'0'174'0,"0"0"-125"0,0 0-41 15,0 0-8-15,0 0 0 16,0 0 104-16,0 2-5 15,0-2-26-15,0 0 61 16,2 0-30-16,0 0-11 16,-2 0 7-16,0 0-5 15,3 0-1-15,-3 0-11 16,0 0-17-16,0 0 31 16,0 0-46-16,0 0 25 15,0 0-4-15,0 0-10 16,0 0 20-16,0 0-24 15,0 0-20-15,0 0 34 0,0 0-59 16,2 0 14 0,4 0-8-16,2 0-18 0,-2 0 7 15,3 0-8-15,-5 0 0 16,4 0 19-16,-6 8-3 16,2 8-15-16,-4 6 14 15,0 4 5-15,0 0 18 16,0 2-29-16,0-3-7 15,-6-4 2-15,-2 0 7 16,4-9-11-16,2-2 0 16,-1-6-17-16,3-4 8 15,0 0-34-15,0 0 0 16,7-16-27-16,9-8-153 16,6-7 0-16,2-3-93 15,1 2-50-15,-2 0 49 0,-8 8 252 16,-6 6 65-16,-9 8 189 15,0 6 34-15,0 4-23 16,-16 0 26-16,1 10-27 16,1 8-33-16,8 4-78 15,3 0-21-15,3 2 32 16,9-2-90-16,16-2-9 16,19 5-58-16,-5-7-180 15,-8-6-293-15</inkml:trace>
  <inkml:trace contextRef="#ctx0" brushRef="#br0" timeOffset="173">25362 12446 1056 0,'0'0'294'15,"0"0"-102"-15,0 0 7 16,0 0-74-16,-132 15 17 16,90 7-44-16,-1 3-14 15,8 4-26-15,8-4-29 16,12 0 8-16,12-5-37 16,3-4-50-16,13-10 23 15,21-6-123-15,24-4-95 16,-9-16-96-16,-3-4-194 0</inkml:trace>
  <inkml:trace contextRef="#ctx0" brushRef="#br0" timeOffset="174">25462 12100 948 0,'0'0'532'0,"0"0"-302"15,0 0 17-15,0 0-151 16,0 0-31-16,0 0 64 15,0 0-42-15,-67 156-25 16,47-90 11-16,2 4-61 16,3 0 4-16,3-3-16 15,3-7-27-15,7-10-23 16,2-6-129-16,0-12-65 16,2-8-5-16,10-12-47 15,-1-8-102-15</inkml:trace>
  <inkml:trace contextRef="#ctx0" brushRef="#br0" timeOffset="175">25404 12591 557 0,'0'0'352'0,"0"0"-92"16,0 0 37-16,0 0-86 15,0 0-47-15,0 0-107 16,0 0 10-16,75-18 74 16,-75 54-33-16,0 4 17 15,-6 0-45-15,-7-6-63 16,1-4 24-16,6-10-41 15,4-8 0-15,2-12-4 16,0 0 4-16,20-14-31 16,2-14-177-16,2-10-43 0,1-6-7 15,-5-2 20-15,-5 4-73 16,-6 6 229-16,-4 14 82 16,-5 14 294-16,0 8 7 15,0 8-132-15,-5 21 54 16,5 8-111-16,0 5-69 15,12 0-43-15,44 4 0 16,-4-12-297-16,2-12-585 0</inkml:trace>
  <inkml:trace contextRef="#ctx0" brushRef="#br0" timeOffset="176">26460 12591 728 0,'0'0'924'0,"0"0"-384"15,0 0-331-15,0 0-50 16,0 0-68-16,0 0-82 15,122 0 19-15,-72 0-28 16,-6 0-36-16,-6 0-19 16,-14 0-191-16,-10 0-355 15,-14 2-392-15</inkml:trace>
  <inkml:trace contextRef="#ctx0" brushRef="#br0" timeOffset="177">26440 12731 912 0,'0'0'690'0,"0"0"-401"0,0 0 28 15,0 0-76-15,0 0-157 16,147 12-47-16,-73-10-37 16,-16-2-178-16,-12 2-416 15</inkml:trace>
  <inkml:trace contextRef="#ctx0" brushRef="#br0" timeOffset="178">27527 12471 205 0,'0'0'242'0,"0"0"-148"16,0 0 7-16,56-107 18 15,-36 71 12-15,0-2 42 16,-2 4 75-16,-3 2 3 16,-4 6-16-16,-1 8 56 15,-8 6-95-15,-2 6-80 16,0 4 1-16,0 2-102 15,0 0 2-15,0 0-17 16,0 20 14-16,-6 8-2 16,-6 8-12-16,-1 6 0 15,1 4-18-15,1 2 15 16,1-2-52-16,2-6-124 16,2 2-110-16,3-11-197 0,1-11-656 15</inkml:trace>
  <inkml:trace contextRef="#ctx0" brushRef="#br0" timeOffset="179">27276 12661 814 0,'0'0'849'15,"0"0"-538"-15,0 0-39 16,0 0-164-16,0 0-60 15,0 0 38-15,167 0-42 16,-101 0-10-16,3 0-34 0,3 0-20 16,-7-2-34-16,6 0-241 15,-18 0-215-15,-15 2-362 16</inkml:trace>
  <inkml:trace contextRef="#ctx0" brushRef="#br0" timeOffset="180">27519 12841 728 0,'0'0'285'0,"0"0"-151"16,0 0 47-16,0 0-15 15,0 0-67-15,0 0-8 16,0 0-10-16,-8 0-29 15,8 0 11-15,-2 0-63 0,2 0 8 16,0 0-7 0,-2 0 6-16,2 0-7 0,0 0 5 15,0 0 1-15,0 0 1 16,0 0 2-16,0 0-9 16,0 0 73-16,0 0 0 15,0 0 30-15,4 0-17 16,10-2-73-16,-1-1 17 15,1 3-29-15,-1 0 4 16,-6 0 19-16,-3 1-15 16,-4 20 4-16,0 4 35 15,-13 8 3-15,-12 3 53 16,1 0-59-16,2-2-28 16,10-2 6-16,12-6-22 15,0-2-1-15,25-4 3 0,8-2 8 16,1-4 1-16,-5-2-12 15,-13 0 0-15,-14 1-17 16,-2 1-5-16,-38 1 22 16,-18 6-1-16,-14-2-23 15,-1 2-1-15,-8 3-192 16,19-6-338-16,17-4-762 0</inkml:trace>
  <inkml:trace contextRef="#ctx0" brushRef="#br0" timeOffset="181">27962 12757 139 0,'0'0'844'0,"0"0"-626"15,0 0-89-15,0 0 115 16,0 0-76-16,0 0-48 16,0 0 35-16,104-28-88 15,-63 8-24-15,3-4-34 16,-2-2 10-16,1-4-38 0,-8 0 3 16,-5 0-30-1,-10 2 34-15,-14 2-39 0,-6 4 37 16,-2 4 14-16,-25 7 1 15,-10 8 45-15,-8 3-14 16,-2 0 17-16,2 19 41 16,5 8-18-16,11 5 8 15,13 0-10-15,14 0-49 16,2 0 35-16,25-4-48 16,18-4-2-16,10-6-6 15,9-8-75-15,6-4-89 16,13-6-79-16,-16 0-119 15,-14-8-234-15</inkml:trace>
  <inkml:trace contextRef="#ctx0" brushRef="#br0" timeOffset="182">28561 11977 675 0,'0'0'244'16,"0"0"-82"-16,0 0 28 15,0 0-42-15,0 0-9 16,0 0 17-16,0 0 2 0,-13 0-57 16,13 0-19-1,-2 0 25-15,2 0-55 0,0 0 3 16,0-2-9-16,0 0-23 16,0 0 28-16,4-2-50 15,9-2 17-15,1 2-36 16,-3 2 11-16,-2 2 7 15,-7 0-1 1,-2 8 10-16,0 14 15 0,-18 4 19 16,-9 4 0-16,0-2 51 15,-2 0-75-15,6-3 5 16,4-7-17-16,9-4-1 16,7-6-12-16,3-2 6 15,3-2-28-15,14-3 15 16,3 4-1-16,-2-3 14 0,-7 0 0 15,-6 2-11-15,-5 1 10 16,0 6-52-16,-19 1 41 16,0 2-16-16,1-2-2 15,5-2-130-15,13-8-84 16,0-2-237-16,0 0-142 0</inkml:trace>
  <inkml:trace contextRef="#ctx0" brushRef="#br0" timeOffset="183">28706 12105 821 0,'0'0'637'0,"0"0"-490"0,0 0 39 15,0 0-24-15,0 0-42 16,0 0 76-16,0 0-97 16,-17 115-63-16,11-101 1 15,6-4-37-15,0-6-10 16,0-4-14-16,19 0-16 15,1-12-95-15,1-10-70 16,0-6-39-16,-6-4 37 16,-5 1-80-16,-4 8 175 15,-4 5 112-15,-2 9 252 16,0 9 22-16,-2 0-74 0,-4 23-67 16,1 3 10-1,5 2-62-15,2 4-29 0,22-2-52 16,32 8-18-16,-4-8-147 15,-1-8-374-15</inkml:trace>
  <inkml:trace contextRef="#ctx0" brushRef="#br0" timeOffset="184">29267 12511 1315 0,'0'0'553'0,"0"0"-442"15,0 0 22-15,0 0-29 16,0 0-51-16,116 0-15 16,-78 0-38-16,13-4-158 15,-11 1-129-15,-9 0-410 0</inkml:trace>
  <inkml:trace contextRef="#ctx0" brushRef="#br0" timeOffset="185">29526 12360 1126 0,'0'0'501'0,"0"0"-343"16,0 0 90-16,-101 115-145 16,82-74-47-16,5 4-56 15,14 9-138-15,0-12-193 16,12-8-574-16</inkml:trace>
  <inkml:trace contextRef="#ctx0" brushRef="#br0" timeOffset="186">30306 12428 1175 0,'0'0'682'15,"0"0"-603"-15,-127-6 100 16,73 12-62-16,6 20 4 16,11 13-1-16,16 5-66 15,13 6 31-15,8 2-69 16,20-2-16-16,26-4 0 0,14-8-13 15,42-4-57 1,-13-9-156-16,-7-14-390 0</inkml:trace>
  <inkml:trace contextRef="#ctx0" brushRef="#br0" timeOffset="187">20970 14450 646 0,'0'0'371'0,"0"0"-164"0,0 0-107 15,0 0-55-15,0 0 19 16,0 0-13-16,0 0 8 16,-27 0-28-16,19 0-15 15,-2 0 38-15,-1 0-8 16,-2 4 10-16,-1 4 40 16,-1 2-58-1,-1-5 5-15,-1 6-7 16,-3 3-5-16,-1 2 44 0,4 2-21 0,1 2-4 15,1 2 29-15,3-2-47 16,6 0 8-16,1-4-10 16,5-4-29-16,0-2-1 15,0-6-6 1,13-4-36-16,8 0 10 0,1 0-144 16,5-20-32-16,-2 0-78 15,-8 0-235-15</inkml:trace>
  <inkml:trace contextRef="#ctx0" brushRef="#br0" timeOffset="188">20959 14037 861 0,'0'0'313'16,"0"0"-182"-16,0 0 62 15,0 0-19-15,-51 126-1 16,42-70 21-16,0 4-58 16,2 4-12-16,3-2-80 15,-1-1-36-15,1-5-8 16,2-4-26-16,0-12-80 16,2-4-69-16,0-8-105 15,11-12-108-15,2-8-728 0</inkml:trace>
  <inkml:trace contextRef="#ctx0" brushRef="#br0" timeOffset="189">21178 14309 360 0,'0'0'1210'15,"0"0"-1006"-15,0 0-122 31,0 0 57-31,55 110-51 0,-52-57 61 16,-3 3-34-16,-8 4-72 0,-15-2-9 16,-12 0-34-16,0-5-121 15,-12 2-95-15,7-12-275 0,12-11-621 16</inkml:trace>
  <inkml:trace contextRef="#ctx0" brushRef="#br0" timeOffset="190">22160 14486 97 0,'0'0'1232'16,"0"0"-667"-16,0 0-333 15,0 0 10-15,0 0-100 16,0 0-107-16,0 0 23 16,5-2-58-16,-3 24 0 0,-2 6 28 15,0 2-27-15,0 2 15 16,0-4-16-16,0-2-40 15,0-8 39-15,0 0-87 16,0-6-122-16,-7-6-86 16,-2-6-252-16,0 0-176 0</inkml:trace>
  <inkml:trace contextRef="#ctx0" brushRef="#br0" timeOffset="191">21964 14436 436 0,'0'0'1074'0,"0"0"-705"0,0 0-133 16,0 0-25-16,129-36-122 15,-91 33-79-15,-2 3 20 16,-5 0-30-16,-8 18-33 16,-13 8-149-16,-12 23-93 15,-23-5-205-15,-8-4-244 16</inkml:trace>
  <inkml:trace contextRef="#ctx0" brushRef="#br0" timeOffset="192">21886 14820 335 0,'0'0'829'0,"0"0"-449"15,0 0-101-15,0 0 6 16,0 0-62-16,0 0-40 0,0 0-69 16,107 49-85-1,-70-49-16-15,2 0-13 0,-6 0-64 16,-4 0-1-16,9 0-201 15,-9 0-249-15,0 0-433 0</inkml:trace>
  <inkml:trace contextRef="#ctx0" brushRef="#br0" timeOffset="193">22819 14646 971 0,'0'0'520'0,"0"0"-311"15,0 0 61-15,0 0 26 16,0 0-43-16,0 0-131 16,0 0-95-16,56-20-16 15,-29 16-11-15,0 4-21 16,-8 0-60-16,-5 0-196 15,-14 4-66-15,-5 8-277 16,-16 2-10-16</inkml:trace>
  <inkml:trace contextRef="#ctx0" brushRef="#br0" timeOffset="194">22819 14646 1081 0,'-64'93'561'0,"64"-92"-362"16,0 2 38-16,11-2 2 0,22-1-113 15,10 0-41-15,5 0-85 16,22 0-121-16,-15-4-193 15,-8 0-590-15</inkml:trace>
  <inkml:trace contextRef="#ctx0" brushRef="#br0" timeOffset="195">24031 13910 831 0,'0'0'195'0,"0"0"-69"15,0 0 79-15,0 0 2 16,-120 127 36-16,107-37-12 16,11 30-32-16,2 28-85 15,0 11-52-15,10-13 13 16,2-34-65-16,-7-31 18 15,-5-23-11-15,0-10-16 16,0 2 31-16,0-2-32 16,-5-4 0-16,-13-13-9 15,-7-13-7-15,-6-8-18 0,-4-10-67 16,-10-5-207-16,9-13-212 16,8 0-407-16</inkml:trace>
  <inkml:trace contextRef="#ctx0" brushRef="#br0" timeOffset="196">25479 14043 1035 0,'0'0'366'16,"0"0"-144"-16,0 0-17 16,0 0-119-16,0 0-26 15,0 0-11-15,0 0 21 16,-77-32-22-16,48 36-20 16,-4 15 64-16,-3 8-37 15,3-1-10-15,2 6 31 16,6-6-61-16,9 0 12 15,9-6-21-15,7-6 10 16,0-6-15-16,16-8-1 0,10 0-20 16,8-4-10-16,2-18-142 15,-5-6-21-15,-4-6-30 16,-7-4-88-16,-4-6-32 16,-6-9 23-16,1-1 43 15,-1-4 277-15,-2-2 14 16,3 8 162-16,-3 0 47 15,0 14 72-15,-3 9 23 16,-1 11-86-16,-2 8-27 16,0 9 1-16,-2 1-135 15,0 1-30-15,0 26-14 16,0 13 17-16,-2 12 57 16,-11 10-35-16,-3 6-17 15,3 0 20-15,-1-2-47 0,3-6 8 16,5-3-30-16,4-11-25 15,2-6 23-15,0-6-95 16,0-12-7-16,2-4-101 16,17-12-111-16,0-6-167 15,-1 0-270-15</inkml:trace>
  <inkml:trace contextRef="#ctx0" brushRef="#br0" timeOffset="197">25616 14048 189 0,'0'0'1044'16,"0"0"-833"-16,0 0-96 0,0 0 82 16,0 0-26-16,0 0-58 15,0 0 27-15,50 45 34 16,-50-7-95-16,0 2 1 16,-6-2-19-16,-3-4-42 15,1-8 27-15,0-8-46 16,6-6 1-16,0-6-9 15,2-6 8-15,0 0-1 16,6-8-15-16,13-14-57 16,3-10 12-16,1-6-131 15,0-6-2-15,0-2 12 16,-5 4-49-16,-3 12 231 16,-8 9 32-16,-5 15 157 15,-2 6-47-15,0 5-84 16,0 21 103-16,0 6-27 15,0 2-90-15,0 2 8 0,5-2-30 16,13 0-13-16,6-10-9 16,1-2-81-16,4-2-168 15,-5-6-78-15,-6-6-480 16</inkml:trace>
  <inkml:trace contextRef="#ctx0" brushRef="#br0" timeOffset="198">24625 14534 185 0,'0'0'701'16,"0"0"-425"-16,0 0-78 15,0 0 81-15,0 0 5 0,0 0-95 16,0 0-48-16,25-4-61 16,-4 2-20-16,4 2 15 15,4 0-45-15,4 0 24 16,9 0-15-16,7 0-38 15,9 6 44-15,7 2-45 16,10-2 0-16,10 2 0 16,11-2 8-16,24-2-4 15,32 0-4-15,28-4 6 16,5 0-12-16,-16 0 6 16,-39 0-9-16,-42 0-6 15,-22 0 23-15,-7-4-14 0,4 0 6 16,0 0 0-1,-1-2-13-15,-20 2 13 0,-13 0-29 16,-14 2 7-16,-7 0-29 16,-8 2-23-16,0 0-98 15,-8 0-59-15,-7 0-91 16,-1 0-543-16</inkml:trace>
  <inkml:trace contextRef="#ctx0" brushRef="#br0" timeOffset="199">25005 14937 867 0,'0'0'510'0,"0"0"-358"0,0 0 21 16,0 0-54-16,0 0-30 16,0 0 9-16,0 0-73 15,-4 8 28-15,-12 14 26 16,-6 6-21-16,-5 4 45 15,-2 2-48-15,-4-4-10 16,0 2 22-16,-2-5-54 16,2-1 14-16,7-7-27 15,1-5 16-15,5-1-10 16,5-8-6-16,3 0-13 0,6-3 2 16,4 0 7-1,-1-2 4-15,3 0 0 16,0 0 12-16,0 0-8 0,3 0-4 15,12-2-4 1,7-6-10-16,7 4 17 0,7 0-3 16,11-2 0-16,1 3 3 15,6 2-24-15,-2-2-5 16,-6 2-100-16,-5 1-67 16,-4 0-75-16,-10 0-218 15,-9-4-530-15</inkml:trace>
  <inkml:trace contextRef="#ctx0" brushRef="#br0" timeOffset="200">25070 15017 1213 0,'0'0'641'0,"0"0"-511"15,0 0 1-15,0 0 0 16,0 0-4-16,-54 134-51 16,45-94-37-16,1-1 17 15,0-1-56-15,4-4-1 16,4-6-31-16,0-2-95 16,0-8-102-16,7-8-244 15,11-6-353-15</inkml:trace>
  <inkml:trace contextRef="#ctx0" brushRef="#br0" timeOffset="201">25317 15168 1288 0,'0'0'596'0,"0"0"-391"16,0 0-43-16,0 0-65 0,0 0-66 16,0 0-19-16,123 0-12 15,-84 0-20-15,-2 0-101 16,3 0-125-16,-13-3-147 15,-8 1-305-15</inkml:trace>
  <inkml:trace contextRef="#ctx0" brushRef="#br0" timeOffset="202">25535 15033 1129 0,'0'0'511'16,"0"0"-277"-16,0 0-11 0,0 0-54 15,0 0-74-15,-87 117-43 16,79-80 7-16,5 2-59 16,3-7-35-16,0-2-114 15,13-6-120-15,10-8-219 16,2-6-801-16</inkml:trace>
  <inkml:trace contextRef="#ctx0" brushRef="#br0" timeOffset="203">25894 15095 844 0,'0'0'963'0,"0"0"-679"0,0 0-114 15,0 0-41-15,0 0-82 16,0 0 20-16,0 0-25 15,15 64-14-15,-15-33 28 16,0 5-41-16,0-4 20 16,0-4-21-16,-2-2 1 15,-2-6 11-15,2-8-26 16,2-4 0-16,0-8-12 16,0 0 9-16,8-2-8 15,13-18-32-15,1-8-51 16,2-11 36-16,1-2-103 15,-5-5-30-15,-5 3 52 16,-3 7 111-16,-10 14 28 0,-2 12 120 16,0 10-89-16,-12 2 57 15,-3 20 10-15,7 8-12 16,3 2 3-16,5 3-47 16,0 1-2-16,18-4-40 15,6-2-9-15,3-10-5 16,4-4-112-16,11-12-121 15,-8-4-66-15,-7 0-346 0</inkml:trace>
  <inkml:trace contextRef="#ctx0" brushRef="#br0" timeOffset="204">26364 14847 454 0,'0'0'625'15,"0"0"-402"-15,0 0-24 16,0 0 46-16,0 0-64 16,0 0-21-16,0 0 43 15,-31-13-97-15,31 12-7 16,0 1-14-16,0 0-49 15,0 0 29-15,0 0-60 16,4 0 9-16,3 0-28 16,0 6 11-16,-7 10-11 15,0 6 14-15,-7 6 0 16,-17 0 26-16,-1 6-26 0,-2-8 0 16,9-2 0-1,5-8 0-15,9-2 0 0,4-10 0 16,0 0-2-16,19-4-9 15,6 0-19-15,4 0-63 16,21-8-92-16,-11-6-182 16,3 2-364-16</inkml:trace>
  <inkml:trace contextRef="#ctx0" brushRef="#br0" timeOffset="205">27031 14462 727 0,'0'0'720'0,"0"0"-432"0,0 0-32 15,0 0 40-15,0 0-154 16,0 0-53-16,0 0-26 15,46 2-62-15,-19 0 20 16,2 4-21-16,-4-2-61 16,-3 0-33-16,-7 4-241 15,-6-2-318-15</inkml:trace>
  <inkml:trace contextRef="#ctx0" brushRef="#br0" timeOffset="206">26988 14650 958 0,'0'0'397'0,"0"0"-90"16,0 0-12-16,0 0-113 16,0 0-181-16,132 22-1 15,-97-22-224-15,-6 0-673 0</inkml:trace>
  <inkml:trace contextRef="#ctx0" brushRef="#br0" timeOffset="207">27719 14361 565 0,'0'0'72'16,"0"0"-61"-16,0 0 12 16,0 0-21-16,0 0 389 15,0 0-129-15,11 0-107 16,-11 0 14-16,0 0-16 16,0 0-25-16,0 0 55 15,0 0-49-15,0 0-20 16,0 0 27-16,0 0-85 15,0 0 37-15,0 0-8 16,0 0-58-16,0 0 67 0,0 0-56 16,0-2-3-16,0-10 26 15,7-3-47-15,4-8-16 16,4-5 2-16,3-4-24 16,0 0-6-16,0-8 30 15,-4 0-10-15,-4 4-13 16,-1 0 34-16,-5 5-11 15,2 9 0-15,-4 8 13 16,-2 6-7-16,2 4-6 16,-2 4 0-16,0 0-18 15,0 0 6-15,0 16 12 16,0 11-1-16,-4 9 10 16,-6 6-1-16,-3 4-8 0,2 4-18 15,-3-2 18-15,1-2-95 16,2 0-14-16,-2 6-114 15,4-10-334-15,-3-7-313 16</inkml:trace>
  <inkml:trace contextRef="#ctx0" brushRef="#br0" timeOffset="208">27480 14672 434 0,'0'0'1089'15,"0"0"-750"-15,0 0-99 16,0 0 8-16,0 0-70 16,0 0-96-16,0 0 22 15,108-58-75-15,-58 54-29 16,8-4 30-16,3 4-30 16,-3 2 0-16,-3 2-2 15,-8 0-17-15,-9 0 7 0,-4 0-94 16,-12 8-114-16,0 10-73 15,-8-2-253-15,-8-2-390 0</inkml:trace>
  <inkml:trace contextRef="#ctx0" brushRef="#br0" timeOffset="209">27773 14963 806 0,'0'0'383'0,"0"0"-193"16,0 0 31-16,0 0 7 15,0 0-47-15,0 0 1 16,0 0 14-16,-5-30-141 16,18 16-14-16,8 0-12 15,-2 0-28-15,6 2 23 16,-3 3-24-16,-1 8 0 16,-6 1 30-16,-7 0-21 15,-8 8-6-15,0 20 28 16,-15 6-4-16,-20 8 43 15,-15 4-69-15,-10 0 0 16,-2 0 14-16,-1-10-15 0,10-5-1 16,9-12 1-1,10-2-12-15,14-13-4 0,11-4 7 16,7 0 9-16,2 0-15 16,4-4 15-16,19-9-4 15,6 4 2-15,4-4 4 16,3 8-7-16,4-1 5 15,3 6 0-15,-1 0-18 16,0 0-52-16,9 6-108 16,-9 2-184-16,-9 2-357 0</inkml:trace>
  <inkml:trace contextRef="#ctx0" brushRef="#br0" timeOffset="219">20732 16946 474 0,'0'0'267'0,"0"0"-61"15,0 0 21-15,0 0-28 16,0 0 33-16,0 0-48 16,0 0 17-16,-27 0-38 15,22 0-56-15,3 0 18 16,0 0-42-16,0 0-33 15,2 0 44-15,0 0-70 0,0 0 18 16,0 0 2 0,0 0-27-16,0 0 29 0,0 0-46 15,8 0 0-15,11 0 29 16,5 0-19-16,8-6-10 16,-1-6 9-16,2-2-1 15,-2 0-16-15,-4-4-8 16,-5 2-34-1,-6-2 49-15,-8 4-57 0,-8 2 32 16,0 2 20-16,-10 2 6 16,-17 6-15-16,-7 2 15 15,-1 0 0-15,-4 6-2 16,4 16 13-16,4 4-11 16,6 6 23-16,10 0-23 15,11-2 37-15,4 0-37 0,4-2 0 16,23-10-10-1,13-6 4-15,7-6-28 16,3-6-81-16,20 0-245 16,-17-14-158-16,-8 0-412 0</inkml:trace>
  <inkml:trace contextRef="#ctx0" brushRef="#br0" timeOffset="220">21117 16736 1224 0,'0'0'581'16,"0"0"-493"-16,0 0 86 0,0 0 13 16,0 0-58-16,49 130 15 15,-49-78-78-15,-7 6-22 16,-15-4-44-16,-7 0-3 16,-5-5 2-16,3-5-121 15,-2-4-142-15,10-12-212 16,10-10-573-16</inkml:trace>
  <inkml:trace contextRef="#ctx0" brushRef="#br0" timeOffset="221">21917 16860 925 0,'0'0'545'0,"0"0"-242"16,0 0-37-16,0 0-51 15,0 0-12-15,0 0-107 16,0 0-28-16,0-8-61 16,0 8 13-16,0 10-10 0,0 10-9 31,0 0 8-31,0 6 25 16,3-4-22-16,-1 0-6 0,0 0-6 0,-2-4-26 15,2-4 25-15,-2-6-90 16,2 2-133-16,-2-10-95 15,0 0-254-15,0 0-500 0</inkml:trace>
  <inkml:trace contextRef="#ctx0" brushRef="#br0" timeOffset="222">21699 16794 1111 0,'0'0'603'0,"0"0"-304"15,0 0-61-15,0 0-60 0,127-31-94 16,-76 31-57-16,2 0 34 16,-1 0-61-16,-8 5-12 15,-11 11-47-15,-10 2-162 16,-23 22-30-16,-13-8-134 16,-18 4-301-16</inkml:trace>
  <inkml:trace contextRef="#ctx0" brushRef="#br0" timeOffset="223">21625 17151 945 0,'0'0'546'0,"0"0"-269"16,0 0-66-16,0 0 52 15,0 0-64-15,0 0-122 16,156 26-50-16,-113-26-27 16,-3 0-112-16,4 0-49 15,-8 0-172-15,-5 0-283 0</inkml:trace>
  <inkml:trace contextRef="#ctx0" brushRef="#br0" timeOffset="224">22614 17026 365 0,'0'0'1082'0,"0"0"-677"15,0 0-28-15,0 0-186 16,0 0-112-16,0 0-8 16,0 0-62-16,150-10 9 0,-115 10-18 15,-4 0-105-15,-8 6-131 16,-10-2-299-16,-10 0-307 0</inkml:trace>
  <inkml:trace contextRef="#ctx0" brushRef="#br0" timeOffset="225">22595 17133 1290 0,'0'0'390'16,"0"0"-181"-16,0 0 21 15,0 0-157-15,160-9-73 16,-102 0-95-16,-14-4-289 15,-8 8-1193-15</inkml:trace>
  <inkml:trace contextRef="#ctx0" brushRef="#br0" timeOffset="226">23628 16423 1035 0,'0'0'559'16,"0"0"-348"-16,0 0-57 16,0 0-40-16,0 0-14 15,0 0 5-15,0 0-32 16,-89 54-10-16,76 8 40 15,-1 14-59-15,7 13 9 0,3 5-1 16,4 4-37-16,0-4 32 16,0-4-32-16,9-5-9 15,0-5 23 1,0-14-29-16,-5-8 0 0,-4-12 0 16,0-12 19-16,0-11-38 15,-17-18 18-15,-3-5-40 16,-5 0 32-16,-4-10-111 15,-9-16-78-15,9 0-142 16,2 8-581-16</inkml:trace>
  <inkml:trace contextRef="#ctx0" brushRef="#br0" timeOffset="227">24941 16356 1202 0,'0'0'662'0,"0"0"-509"0,0 0 58 16,0 0-92 0,0 0-27-16,0 0-20 0,0 0-33 15,-132 45 21-15,103-15-34 16,7-2-26-16,6 0 34 16,5-6-34-16,7-4 0 15,4-6 0-15,0-8-39 16,0-4 7-16,15 0-32 15,5-4-106-15,1-14-51 16,-8-8-147-16,-5-24 1 16,-6 6-126-16,-2-5-33 0</inkml:trace>
  <inkml:trace contextRef="#ctx0" brushRef="#br0" timeOffset="228">24820 16124 424 0,'0'0'685'0,"0"0"-187"0,0 0-175 15,0 0 15-15,0 0-68 16,0 0-176-16,0 0-79 15,34-54 24-15,-34 90-38 16,0 12 18-16,0 10 8 16,0 6-25-16,0-2 4 15,0 1-6-15,0-9-66 16,0 4-23-16,0-14-264 16,6-16-257-16</inkml:trace>
  <inkml:trace contextRef="#ctx0" brushRef="#br0" timeOffset="229">24999 16351 1465 0,'0'0'493'16,"0"0"-405"-16,0 0-28 15,0 0 26-15,0 0-36 16,0 0 46-16,0 0 20 15,19 126-71-15,-19-86 20 16,0-4-16-16,-6-2-40 16,-3-6 40-16,3-10-49 15,0-6 0-15,6-10-16 16,0-2-4-16,0 0 8 16,14-20-16-16,9-10-101 0,-2-6 44 15,2-8-110-15,-3-4 14 31,-7 10 76-31,-8 8 105 16,-5 16 127-16,0 10 75 0,0 4-115 0,-11 14 23 16,2 12-61-16,5 6 4 15,4 2 8-15,0 2-40 16,8 0-13-16,15-4-8 16,1-6-114-16,7 0-87 15,-4-8-192-15,-7-8-482 0</inkml:trace>
  <inkml:trace contextRef="#ctx0" brushRef="#br0" timeOffset="230">24101 16882 1039 0,'0'0'361'15,"0"0"-130"-15,0 0 36 16,0 0 0-16,0 0-100 16,0 0-98-16,0 0 33 15,22 0-88-15,4 0-13 16,10 0 24-16,13 0-24 16,9 0 26-16,9 0-27 15,14 0 18-15,23 0-8 0,29-4-10 16,31-8 0-16,9-2-10 15,-11 4 19-15,-19 2-18 16,-38 4 9-16,-21 0 0 16,-21-2-3-16,-10 6 3 15,3-4-6-15,-2 4 5 16,-3-4-2-16,-14 4-12 16,-10 0 10-16,-13 0-61 15,-7 0-16-15,-7 0-175 16,-5 0-126-16,-9 0-161 0</inkml:trace>
  <inkml:trace contextRef="#ctx0" brushRef="#br0" timeOffset="231">23848 17427 924 0,'0'0'658'0,"0"0"-372"16,0 0-97-16,0 0-49 15,0 0-43-15,0 0-36 16,141-30 53-16,-103 30-97 15,2 18-17-15,-2 4 19 16,-2 4-13-16,-3 1 6 16,-2-4-12-16,-2 4-81 15,0-9 0-15,7-4-137 16,-7-2-118-16,-7-8-324 0</inkml:trace>
  <inkml:trace contextRef="#ctx0" brushRef="#br0" timeOffset="232">24533 17120 1069 0,'0'0'822'15,"0"0"-718"-15,0 0-56 16,0 0 1-16,0 0 70 15,-87 117 38-15,62-61-41 16,3 6-14-16,0 2-79 16,2-2-23-16,2-3 0 0,5-7-1 15,4-10-38 1,2-8-25-16,7-16-160 0,0-8-85 16,0-10-431-16</inkml:trace>
  <inkml:trace contextRef="#ctx0" brushRef="#br0" timeOffset="233">24488 17183 1121 0,'0'0'359'15,"0"0"-91"-15,0 0-54 16,0 0-76-16,0 0-47 16,0 0-72-16,0 0 8 15,141-40-13-15,-81 40 1 16,13 0 27-16,29 0 17 0,31 0 0 16,31 0 5-1,10 0-34-15,-3 0-2 0,-19 0-23 16,-38 0 14-16,-25 0-28 15,-27 0 9-15,-11 0-16 16,1 0 15-16,-5 0-69 16,-10-5-18-16,-14 5-70 15,-23 0-79-15,0 0-139 16,-18 0-279-16</inkml:trace>
  <inkml:trace contextRef="#ctx0" brushRef="#br0" timeOffset="234">25009 17375 763 0,'0'0'386'0,"0"0"-121"0,0 0-75 15,0 0-6-15,0 0-2 16,0 0-64-16,0 0-3 15,-37-20-50-15,6 40 2 16,-7 10 65-16,-5 6-85 16,3 4 14-16,5 1-15 15,6-1-32-15,11-8 20 16,9-2-34-16,9-8 0 16,0-12-15-16,13-6-10 15,14-4 1-15,4-4-19 16,2-18-82-16,1-2-11 15,-8-10-28-15,-3 2 8 0,-7-4 89 16,-3 1 26 0,-7 3 41-16,-1 10 107 0,-3 12 13 15,0 6 20 1,-2 4-140-16,0 4 24 0,0 20-24 16,0 16 32-16,0 4 26 15,0 5-5-15,-2 5-39 16,-11-4 60-16,-3-2-29 15,-4-8-13-15,-4-8 35 16,-3-6-55-16,0-4 21 16,2-12-17-16,6-6-8 15,1-4-16-15,5 0 1 16,4-10-90-16,6-20-86 16,3 8-285-16,0 0-300 0</inkml:trace>
  <inkml:trace contextRef="#ctx0" brushRef="#br0" timeOffset="235">25110 17624 492 0,'0'0'1202'0,"0"0"-962"0,0 0-136 15,0 0-53-15,0 0 8 16,113-62-57-16,-79 62-2 16,8 0-74-1,-8 0-273-15,-5 0-506 0</inkml:trace>
  <inkml:trace contextRef="#ctx0" brushRef="#br0" timeOffset="236">25524 17526 1227 0,'0'0'404'0,"0"0"-212"0,0 0-35 16,0 0-49-16,0 0-24 15,0 0-68-15,0 0 30 16,18 76 16-16,-18-40-20 15,0 0 42-15,-5 4-39 16,-10-6-11-16,1-10 22 16,4-2-50-16,3-10-4 15,5-6-2-15,2-6 3 16,0 0-14-16,4-18-36 16,9-10-139-16,3-12 15 15,-3-4-96-15,1-4-41 16,-5 2-88-16,-3 6 392 15,-1 14 4-15,-5 12 410 16,0 14-93-16,0 4-185 16,-7 20-78-16,3 10 92 0,2 2-4 15,2 0-66-15,2 0 4 16,20-10-80-16,7-4-9 16,5-8-6-16,12-10-145 15,-8-4-122-15,-7 0-402 16</inkml:trace>
  <inkml:trace contextRef="#ctx0" brushRef="#br0" timeOffset="237">25789 17361 677 0,'0'0'312'0,"0"0"-160"16,0 0-19-16,0 0-7 15,0 0 52-15,0 0-53 16,0 0-24-16,-17-10 29 0,17 10-64 16,0 0 14-16,0-4-52 15,0 4-11-15,0 0 16 16,2 0-33-16,2 0 0 15,3 0 18-15,2 0-6 16,-2 0 31-16,-3 0 9 16,-2 10-39-16,-2 8 61 15,0 8-34-15,-4 0-10 16,-12 1 32-16,3-8-28 0,-1 3 11 16,8-9-38-1,6-4 7-15,0-9 1 0,6 0-7 16,17 0-16-16,6 0 3 15,2-13-62-15,2-1-52 16,14-9-154-16,-9 1-279 16,-5 4-609-16</inkml:trace>
  <inkml:trace contextRef="#ctx0" brushRef="#br0" timeOffset="238">26431 16736 390 0,'0'0'927'0,"0"0"-587"16,0 0-4-16,0 0-9 15,0 0-122-15,0 0-55 16,0 0-80-16,29-5-28 16,-2 5-42-16,2 0 22 15,2 0-37-15,0 0 15 16,-4 0-98-16,-12 9-60 0,-5 0-358 16,-10 0-214-16</inkml:trace>
  <inkml:trace contextRef="#ctx0" brushRef="#br0" timeOffset="239">26429 16884 1126 0,'0'0'397'0,"0"0"-111"15,0 0 9-15,116-2-151 16,-72-6-144-16,5 0-104 16,-11 8-277-16,-11-4-876 0</inkml:trace>
  <inkml:trace contextRef="#ctx0" brushRef="#br0" timeOffset="250">19385 13792 641 0,'0'0'372'15,"0"0"-124"-15,0 0-102 16,0 0 34-16,0 0 39 15,0 0-121-15,0 0 2 16,0 0-8-16,0 0-30 16,0 0 32-16,0 0-39 15,0 0-7-15,0 0 48 16,0 0-75-16,0 0 31 16,0-2-3-16,0 0-12 0,0 0 35 15,0 2-44-15,0-2-15 16,0 2 60-16,0 0-73 15,0 0 24-15,0 0 1 16,0 0-24-16,0 0 22 16,0 0-23-16,0 0-7 15,0 6-13-15,0 18-2 16,0 12 22-16,0 12-1 16,0 11 10-16,-12 6-21 15,-4 6-33-15,0 19-86 16,6-16-147-16,2-16-392 0</inkml:trace>
  <inkml:trace contextRef="#ctx0" brushRef="#br0" timeOffset="251">19383 14610 10 0,'0'0'935'16,"0"0"-576"-16,0 0-87 15,0 0 24-15,0 0-13 0,0 0-24 16,0 0-121 0,6-16-40-16,-6 16 7 0,0 0-73 15,0 0 15-15,0 0-10 16,0 0-29-16,0 0-1 15,0 16-7-15,0 10 0 16,0 12 7-16,0 14 2 16,0 5-18-16,0 11-23 15,-10 26-113-15,1-18-90 16,3-10-509-16</inkml:trace>
  <inkml:trace contextRef="#ctx0" brushRef="#br0" timeOffset="252">19368 15450 955 0,'0'0'592'15,"0"0"-288"-15,0 0-84 16,0 0-56-16,0 0-28 16,0 0-109-16,0 0-2 15,0 57 46-15,0-7-29 16,0 8-2-16,0 4-40 16,0 0-41-16,-4 24-29 15,-3-20-234-15,2-12-326 0</inkml:trace>
  <inkml:trace contextRef="#ctx0" brushRef="#br0" timeOffset="253">19350 16244 895 0,'0'0'525'0,"0"0"-293"15,0 0-36-15,0 0 13 16,0 0-42-16,0 0-47 15,0 0-11-15,7-4-108 16,-4 30 40-16,-1 10 8 16,-2 9-30-16,0 5 29 15,0 8-48-15,0 4-9 16,0 0-5-16,-2 18-151 16,-4-17-108-16,4-9-306 0</inkml:trace>
  <inkml:trace contextRef="#ctx0" brushRef="#br0" timeOffset="254">19417 17102 314 0,'0'0'961'0,"0"0"-566"16,0 0-143-16,0 0-60 16,0 0-34-16,0 0-111 15,0 0-25-15,0 31 70 16,0-3-77-16,0 12 1 15,0 0-16-15,0 8 0 16,-7 2-28-16,-8 16-178 16,1-16-162-16,1-6-448 0</inkml:trace>
  <inkml:trace contextRef="#ctx0" brushRef="#br0" timeOffset="255">19410 17802 1107 0,'0'0'703'0,"0"0"-401"16,0 0-195-16,0 0-50 16,0 0 9-16,0 0-47 15,0 0 66-15,2 68-40 16,-2-27-38-16,0 3-7 15,0 6-4-15,-4 2-77 16,-2 10-114-16,1-12-140 16,3-14-191-16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4-11-12T00:45:22.139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28481 14101 100 0,'0'0'612'0,"0"0"-547"0,0 0 547 0,0 0-354 15,0 0-159-15,0 0 54 16,-2-40-50-16,2 36-29 15,0-1 22-15,0 4 28 16,0 1-7-16,0-3-2 0,0 3 2 0,0 0-11 31,0 0-27-31,0 0-19 16,0 0-32-16,0 0-14 16,0 0-11-16,0 0-3 15,0 3-23-15,0 12 23 16,-2 10 5-16,-4 5 10 15,2 8 6-15,-2 6-2 16,-1 2 2-16,3 2-15 16,0-2-4-16,1 1 8 0,0-1-9 15,1-2 0-15,0 0-1 16,-2-4 1-16,-1-2-1 16,1-2-1-16,0-2-23 15,-1-8-29-15,3-2-99 16,2-3-48-16,0-7-52 15,0-5-121-15,0-5-1308 0</inkml:trace>
  <inkml:trace contextRef="#ctx0" brushRef="#br0" timeOffset="1215.75">28261 14441 1204 0,'0'0'339'0,"0"0"-148"0,0 0 48 16,0 0-138-16,0 0-53 16,0 0 13-16,122-36-22 15,-78 31-5-15,4 2-13 0,-2 3-3 16,1 0-6-16,-5 0-11 15,0 0 5-15,-3 8-6 16,-4 1 1-16,-4-1 0 16,-2 0-1-16,-5-2 1 15,-3-5-1-15,-5-1 0 16,-6 3 0-16,-3-3 0 16,-5 0 1-16,-2 0 19 15,0 0 40-15,0 0 15 16,-15 4-12-16,-10 6-47 15,-6 4-4-15,-7 6-5 16,-2 8 8-16,-2 4 33 0,2 4-8 16,4-2-3-16,7-2-2 15,9-4-28-15,9-4-1 16,9-6-6 0,2-8-17-16,2-4-22 0,18-6-51 15,9 0-31-15,4-18-33 16,6-6-113-16,-2-2-54 15,-1-6 31-15,-1 0 58 0,-6 2-9 0,-4 2 205 32,-5 8 36-32,-9 10 205 15,-4 6-1-15,-7 4-105 16,0 4 156-16,0 14-35 16,-5 6-27-16,-3 2-55 15,-2 0-44-15,6-4-38 16,4-2-29-16,0-4-15 15,0-10-12-15,6-2-22 16,12-4-34-16,3 0-49 0,3-4-84 16,0-12-81-16,3-2-40 15,0-4 14-15,2 0 23 16,-2 4 112-16,-2 2 161 16,-6 8 95-16,-3 8 98 15,-9 0-52-15,-5 12 78 16,-2 14 21-16,0 0-43 0,-5 6 14 15,-9-6-47 1,6-4-40-16,-1-4-41 0,5-8-41 16,2-6-32-16,2-4 9 15,0 0 8-15,0-12-27 16,11-8-83 0,7-6-31-16,5-6-44 0,9 2 30 15,2 0 23-15,2 8 45 16,-5 8 45-16,-8 12 15 15,-4 2 45-15,-9 10 36 16,-4 16 35-16,-6 6 14 16,0 0-37-16,0 2-21 15,0-2-43-15,0-8-17 16,-6-4-12-16,2-10-142 16,0-6-215-16,4-4-776 0</inkml:trace>
  <inkml:trace contextRef="#ctx0" brushRef="#br0" timeOffset="1707.32">29145 14195 1650 0,'0'0'332'0,"0"0"38"0,0 0-95 16,0 0-157-16,0 0-18 0,0 0-12 15,0 0-46-15,98 4-23 16,-64-4-19-16,1 0-62 16,5-6-206-16,-9-2-330 15,-4 0-1084-15</inkml:trace>
  <inkml:trace contextRef="#ctx0" brushRef="#br0" timeOffset="2111.94">29670 14145 895 0,'0'0'757'0,"0"0"-561"16,0 0 50-16,0 0-74 15,0 0-95-15,0 0-23 16,16-124-23-16,-3 97 18 0,1 5 3 15,-5 4 37-15,-1 4 51 16,-2 8 8-16,-4 2-37 16,-2 2-13-16,0 2-29 15,0 0-37-15,0 0-17 16,0 14-14-16,0 8-1 16,0 4 1-16,0 5-1 15,0 3-48-15,0 8-136 16,0-8-433-16,0-6-1147 0</inkml:trace>
  <inkml:trace contextRef="#ctx0" brushRef="#br0" timeOffset="3332.78">30040 14221 598 0,'0'0'500'0,"0"0"-296"0,0 0 89 15,0 0-27-15,0 0-32 16,0 0-29-16,-122 124-54 15,100-79-6-15,-1 5-16 16,3 4-2-16,5 6-24 16,3 2-46-16,6-2-24 15,4-2-18-15,2-3-4 0,0-14-11 16,20-2-46-16,20-11-106 16,-5-8-185-1,4-10-278-15</inkml:trace>
  <inkml:trace contextRef="#ctx0" brushRef="#br0" timeOffset="3980.06">30401 14251 1084 0,'0'0'168'0,"0"0"60"0,0 0-13 16,0 0-91-16,0 0 24 15,0 0 11-15,0 0-67 16,100-24-21-16,-97 42 41 16,-3 6 11-16,0 6-31 15,0 4 47-15,-16 1-33 16,0-2-42-16,1 2-25 15,-1-12-20-15,8-2-11 16,-1-7-1-16,7-10-7 0,2-4 0 16,0 0-12-16,0-4-24 15,6-18-171-15,10-10 22 16,4-7-89-16,2-7-91 16,3-6-184-16,0 6 190 15,-4 6 359-15,-3 10 22 16,-9 12 371-16,-5 10-19 15,-4 8-176-15,0 0-65 16,-6 20 92-16,-9 6-83 16,1 6-23-16,3 0 6 15,5 0-31-15,0-2-34 16,6 1-33-16,0-5-15 0,6-2-12 16,11-2-9-16,5-4-90 15,14-8-108-15,-5-2-296 16,-4-8-398-16</inkml:trace>
  <inkml:trace contextRef="#ctx0" brushRef="#br0" timeOffset="5209.01">30245 14664 324 0,'0'0'1400'0,"0"0"-1193"0,0 0 55 16,0 0-4-16,0 0-91 15,0 0-18-15,0 0-55 16,25 0-14-16,2 0-32 15,6 0-6 1,7 4-6-16,3-4 1 0,3 4-11 16,2-2-7-16,-2 0-11 15,1 0-8-15,-3-2 0 16,-2 0-18-16,-1 0-59 16,1 2-92-16,-11 2-160 15,-6-2-308-15</inkml:trace>
  <inkml:trace contextRef="#ctx0" brushRef="#br0" timeOffset="5812.28">30437 14887 1179 0,'0'0'497'0,"0"0"-321"0,0 0 25 0,0 0-91 15,0 0-14-15,0 0-4 16,0 0-19-16,-9-10-5 16,9 3-20-16,11 2-35 15,5-3-6-15,1 3-1 0,2 4 0 16,-3 1-6-16,-6 0 0 15,-1 0 0 1,-7 0 0-16,-2 8 6 16,0 8 23-16,-13 4 60 0,-14 4-1 15,-6 2 3-15,-7-2-40 16,-1 0-20-16,2-2-5 16,5-4-26-16,10-4 1 15,3 0 7-15,10-10-8 16,7 2 0-1,4-4 0-15,0 2-15 0,13-2-2 16,14 2 17-16,8-4-1 16,8 0-4-16,6 0-46 15,0 0-127-15,18-12-82 16,-13 2-240-16,-10 0-415 0</inkml:trace>
  <inkml:trace contextRef="#ctx0" brushRef="#br0" timeOffset="6620.61">31186 14195 1584 0,'0'0'196'0,"0"0"-75"0,0 0 31 16,0 0-1-16,0 0-24 15,0 0-22 1,42 130-25-16,-31-82-13 0,-1 6-1 16,-8 7-1-16,-2 3 17 15,0-2-19-15,-8-2-20 16,-11 0-8-16,-8-1-13 16,-4-5-5-16,0-8-17 15,-1-4-2-15,6-8-74 0,7-4-126 16,9-12-144-16,10-8-498 0</inkml:trace>
  <inkml:trace contextRef="#ctx0" brushRef="#br0" timeOffset="7052.63">31540 14632 1587 0,'0'0'522'0,"0"0"-318"16,0 0 90-16,0 0-149 15,0 0-50-15,0 0-60 16,0 0 0-16,122-6-18 16,-80 6-17-16,4 0-9 15,-9 0-127-15,6 0-89 16,-12 0-126-16,-9 0-344 0</inkml:trace>
  <inkml:trace contextRef="#ctx0" brushRef="#br0" timeOffset="7343.14">31889 14454 1545 0,'0'0'261'0,"0"0"-54"0,0 0-24 15,0 0-7-15,0 0-3 16,0 0-38-16,0 0 14 16,-64 138-58-16,49-98-67 15,-1 2-10-15,1 0-14 16,1 0-13-16,3 11-143 16,2-13-128-16,7-14-302 0</inkml:trace>
  <inkml:trace contextRef="#ctx0" brushRef="#br0" timeOffset="7754.16">32418 14488 1553 0,'0'0'310'16,"0"0"-46"-16,0 0-64 15,0 0-111-15,0 0 5 16,0 0-11-16,-128-2 21 16,95 28 26-16,0 4-27 15,4 6-28-15,7 4-27 16,8 2-11-16,10 0-4 16,4-4-13-16,9 1-7 15,20-7-2-15,6-2-11 16,4-6-16-16,3-10-50 15,7-2-171-15,-11-6-275 16,-7-4-475-16</inkml:trace>
  <inkml:trace contextRef="#ctx0" brushRef="#br0" timeOffset="10419.58">27409 16499 734 0,'0'0'575'0,"0"0"-438"0,0 0 89 15,0 0-20-15,0 0-34 16,0 0 4-16,0 0-47 16,0 4-17-16,0-4-11 15,5 0 5-15,3-4-52 0,4-8-27 16,1-2-17 0,3 0-2-16,-3 0-7 15,1-4-1-15,-6 6-10 16,-3-2 9-16,-5 6 1 0,0 3 2 0,0 5-2 15,-15 0-5 1,-8 9-5-16,-6 13 10 16,-2 4 9-16,0 10 29 15,6 0 18-15,7 8 8 16,7 0-19-16,7 2-17 16,4-2 4-16,0 5-8 15,0-7-11-15,4 2-6 16,-4-8-1-16,0 0 0 15,-2-6 27-15,-21-2-24 16,-4-8 11-16,-2-2-2 16,-2-8-17-16,3-6 13 15,3-4-14-15,5 0 1 0,11-14-1 16,9-12-40-16,0-10-26 16,25-4-28-16,17 4-39 15,8 2 46-15,2 6 30 16,2 10 29-16,-2 6 27 15,-6 7-10-15,-3 5 11 16,-3 5 34-16,-9 11 30 16,-6 8-4-16,-13 2 0 15,-3 0-1-15,-9 2-23 16,0-10-18-16,0 0-4 16,0-6-4-16,0-8-10 15,0-2-36-15,0-2-32 16,0-2 22-16,0-20-216 0,10-12-59 15,14-2-235 1,10 0-84-16,6 0-127 0,2 14 767 16,-4 8 592-1,-7 14-264-15,-9 0-3 0,-8 23-21 16,-12 12-26-16,-2 5-49 16,0 0-42-16,-6-4-26 15,-11-4-7-15,4-6-73 16,2-8-35-16,4-8-32 15,3-6 7-15,2-4-2 16,2-4-19-16,0-16-2 16,8-14-71-16,17-2-93 15,11-4-4-15,6 0 59 16,5 4 29-16,-1 10 36 16,-3 12 46-16,-7 14 10 15,-7 0 24-15,-11 22 35 16,-10 10 26-16,-8 8 0 0,0-4 11 15,0 4-52-15,-11-10-36 16,-2-4 1-16,2-8-19 16,-3-12-93-16,5-2-129 15,1-4-321-15</inkml:trace>
  <inkml:trace contextRef="#ctx0" brushRef="#br0" timeOffset="10832.68">28171 16266 1635 0,'0'0'710'0,"0"0"-616"0,0 0 151 0,0 0-154 16,0 0-58-16,0 0-18 0,132 0-15 16,-79 0-213-1,-8 0-506-15</inkml:trace>
  <inkml:trace contextRef="#ctx0" brushRef="#br0" timeOffset="11086.22">28556 16288 801 0,'0'0'826'0,"0"0"-638"15,0 0-12-15,50-124-103 16,-31 84-54-16,6 4-11 15,-2 4 12-15,-5 10 98 16,-5 14 41-16,-5 8-57 16,-3 0-54-16,-5 22 66 15,0 18 23-15,0 14-28 16,-7 8-65-16,-6 4-37 16,-11 29-7-16,1-15-216 15,8-18-358-15</inkml:trace>
  <inkml:trace contextRef="#ctx0" brushRef="#br0" timeOffset="11448.66">29275 16334 1549 0,'0'0'186'15,"0"0"28"-15,0 0 65 16,-152 121-8-16,105-51 3 0,7 12-65 15,7 6-89 1,12 1-39-16,10 1-18 16,11-6-33-16,0-8-20 15,18-4-10-15,8-13-40 16,8-5-65-16,15-14-73 16,-7-14-480-16,-6-12-614 0</inkml:trace>
  <inkml:trace contextRef="#ctx0" brushRef="#br0" timeOffset="12652.66">29795 16316 1438 0,'0'0'377'0,"0"0"-106"15,0 0-63-15,0 0-74 16,0 0-91-16,0 0 4 15,0 0-7-15,47-22 7 16,-40 48 29-16,-5 6 19 16,-2 9 5-16,0 7-25 15,-7-4-8-15,-8-2-7 0,-1-2-30 16,3-6-15 0,-1-12 3-16,6-8-12 0,1-6-5 15,7-8 0-15,0 0 0 16,0-8-1-16,7-18-90 15,10-10-39-15,8-10-62 16,-1-2-43-16,-1-4 33 16,-4 10 65-16,-5 7 136 15,-9 16 41-15,-5 15 153 16,0 4-93-16,-5 9-36 16,-13 18 68-16,3 9 12 15,3 0-60-15,10 4-25 16,2-4-17-16,0-2-31 0,20-6 0 15,7-6-12-15,7-8-70 16,15-2-171-16,-9-8-295 16,-9-4-505-16</inkml:trace>
  <inkml:trace contextRef="#ctx0" brushRef="#br0" timeOffset="13026.1">29512 16834 1377 0,'0'0'719'0,"0"0"-631"15,0 0 171-15,0 0-94 16,0 0-77-16,0 0 4 0,0 0 3 16,110 22-34-1,-54-18-19-15,6 2-27 16,5-2-8-16,-3-4-6 15,-4 0-1-15,-8 4-12 16,-8-4-114-16,-2 0-117 16,-11 0-113-16,-8 0-417 0</inkml:trace>
  <inkml:trace contextRef="#ctx0" brushRef="#br0" timeOffset="14086.18">29755 17026 644 0,'0'0'586'0,"0"0"-439"0,0 0 138 16,0 0-69-16,0 0-49 15,0 0-26-15,0 0-18 16,0 0-30-16,0-4-16 0,0 4-34 15,0-6-13-15,2 2-18 16,8 0-12-16,1 0 0 16,-3 4 0-16,-1 0 0 15,-2 0 1-15,-3 0 1 16,-2 0-2-16,0 0 6 16,0 0-3-16,0 0 7 0,0 0-8 15,0 4 8-15,0 0-9 16,-2 0-1-1,-1 0 1-15,1-2 0 16,0-2 13-16,0 0-3 16,-1 0 0-16,3 0 22 15,0 0 2-15,0 0 6 0,0 0-6 16,0 0 3-16,0 0-10 16,5 0-28-16,4 0-16 15,2 0-1 1,0 4 5-16,-4 4 2 0,-5 2-11 15,-2 8 5-15,0 0 16 16,-7 8 7-16,-12-3 17 16,-6-1 33-16,-2 0-18 15,2-4 4-15,6-8-18 16,3 2-7-16,7-8-10 16,9-2-7-16,0-2 14 15,7 0-15-15,17 0-75 16,8-2 15-16,-3-2-4 0,-3 4 36 15,-8 0 17-15,-9 6-13 16,-9 16 24-16,0 4 27 16,-9 6 4-16,-13 2-8 15,-5-2-8-15,0 0-15 16,5-6-3-16,1-4-106 16,9-8-156-16,5-10-378 0</inkml:trace>
  <inkml:trace contextRef="#ctx0" brushRef="#br0" timeOffset="14572.46">30491 16423 1733 0,'0'0'363'0,"0"0"-40"0,0 0-143 16,0 0-65-16,0 0-20 16,0 0-53-16,0 0-25 15,76 50 35-15,-57 6-7 16,-5 12-5-16,-5 8 6 15,-7 0-16-15,-2 5-3 16,-4-1-4-16,-23-4 1 16,-7 0-15-16,-5-5-8 15,-6-7-1-15,-2-8-39 16,-9 2-89-16,11-18-177 0,12-12-427 0</inkml:trace>
  <inkml:trace contextRef="#ctx0" brushRef="#br0" timeOffset="15187.95">31172 16784 932 0,'0'0'1276'0,"0"0"-1039"0,0 0 31 0,0 0-88 16,0 0-126-16,0 0-34 16,143-30-14-16,-97 30-6 15,0 0-63-15,4 0-119 16,-9 0-101-16,-12 0-338 0</inkml:trace>
  <inkml:trace contextRef="#ctx0" brushRef="#br0" timeOffset="15453.05">31500 16531 1776 0,'0'0'576'0,"0"0"-420"15,0 0 61-15,0 0-91 16,0 0-23-16,0 0-6 16,-103 120-49-16,77-72-21 15,1-2-14-15,5 3-13 16,3-5-41-16,7 6-141 0,4-14-293 16,6-10-421-16</inkml:trace>
  <inkml:trace contextRef="#ctx0" brushRef="#br0" timeOffset="15850.42">32122 16491 2179 0,'0'0'253'0,"0"0"-106"15,-127 36 34-15,69 4-53 16,4 16-29-16,10 2-23 16,17 6 5-16,18-1-35 15,9-9-11-15,24-2-14 0,21-8-8 16,15-8-13 0,7-8-57-16,6-6-96 0,26-14-184 0,-19-8-378 31,-12 0-441-31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3-02-27T06:14:28.251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1013 1758 712 0,'0'0'725'16,"0"0"-437"-16,0 0-67 16,0 0 43-16,0 0-12 0,0 0-120 15,0 0-39-15,-2 0-2 16,9-2-44-16,3-3 9 15,7-8-21-15,5-3-11 16,2-4 35-16,5-6-58 16,2-2-1-16,2-2 9 15,4 0-3-15,-6-2-12 16,-2 2-6-16,-7 2 0 16,-8 8 2-16,-6 4 4 15,-6 6 6-15,-2 3 10 16,0 3-9-16,0 4 6 15,-6 0-7-15,-5 3 0 0,-3 19-17 16,1 11 19 0,-1 16-2-16,3 15 21 0,5 12-14 15,-1 9 22-15,2-2-29 16,3-2 0-16,2-7 6 16,-2-10-6-16,0-9 0 15,0-9 3-15,-5-10 3 16,-1-9-12-16,-4-6-12 15,-1-11-19-15,-1-9 36 16,-1-1-31-16,1-9 8 16,1-15 7-16,6-8-16 15,5-3 32-15,2-3-22 16,0 2 2-16,18 0 21 0,4 2-67 16,5 4-2-16,4 0-81 15,13-12-197-15,-6 6-200 16,-4 2-451-16</inkml:trace>
  <inkml:trace contextRef="#ctx0" brushRef="#br0" timeOffset="183.63">1560 1347 876 0,'0'0'926'0,"0"0"-622"15,0 0-52-15,0 0-31 16,50 106-89-16,-48-39-35 15,-2 11 15-15,-4 6-94 0,-15 7-18 16,-8-4-4-16,-2-2-90 16,4-9-8-16,-2-2-185 15,10-20-301-15,5-18-635 16</inkml:trace>
  <inkml:trace contextRef="#ctx0" brushRef="#br0" timeOffset="699.24">2468 1556 679 0,'0'0'901'16,"0"0"-587"-16,0 0-4 15,0 0-69-15,0 0-46 16,0 0-51-16,0 0-67 16,0-28-25-16,0 44-43 15,0 12 13-15,0 8 44 16,2 6-55-16,3 4 8 15,-3 0-3-15,3-4-14 16,-1-3-4-16,-2-6-26 16,1-6-47-16,-1-7 4 15,0-9-79-15,-2-4-121 16,0-7-92-16,-9-7-188 16,-11-12-931-16</inkml:trace>
  <inkml:trace contextRef="#ctx0" brushRef="#br0" timeOffset="886.73">2263 1542 48 0,'0'0'1673'0,"0"0"-1189"15,0 0-246-15,0 0-3 16,0 0-111-16,114-54-35 16,-77 51-59-16,4 3-24 15,-1 0-12-15,-2 4-29 16,-9 15-74-16,-11 23-66 15,-10-4-335-15,-8 0-226 0</inkml:trace>
  <inkml:trace contextRef="#ctx0" brushRef="#br0" timeOffset="1058.75">2138 2127 1691 0,'0'0'376'0,"0"0"-152"16,0 0 56-16,0 0-111 15,0 0-63-15,123-10-103 16,-74 0-3-16,-2 0-20 16,0 2-129-16,11 2-153 15,-14 4-351-15,-6 0-735 0</inkml:trace>
  <inkml:trace contextRef="#ctx0" brushRef="#br0" timeOffset="1511.73">3085 1770 1392 0,'0'0'537'16,"0"0"-307"-16,0 0 47 16,0 0-54-16,0 0-65 15,0 0-15-15,0 0-87 16,31-10-44-16,-8 10 31 16,6 0-31-16,0 0-11 15,2 0-1-15,-2 0-16 0,-2 4-54 16,-10 5-74-16,-12 2-102 15,-5-1-337-15,0 1-421 16</inkml:trace>
  <inkml:trace contextRef="#ctx0" brushRef="#br0" timeOffset="1636.73">3099 1973 532 0,'0'0'1336'15,"0"0"-1064"-15,0 0-165 16,0 0-62-16,0 0-25 15,0 0-20-15,127 6-132 16,-92-6-532-16</inkml:trace>
  <inkml:trace contextRef="#ctx0" brushRef="#br0" timeOffset="2419.53">4115 1091 1228 0,'0'0'604'0,"0"0"-425"16,0 0 18-16,0 0-41 15,0 0-53-15,0 0 5 16,0 0-51-16,-99 68 0 16,86 20 63-16,5 36-60 15,6 33 19-15,2 7 4 16,0-14-46-16,8-35 29 16,1-41-66-16,-5-20 1 15,-2-9 6-15,-2-2-7 16,0 0-21-16,0-3-16 15,-6-12-54-15,-14-14 16 0,-16-14-76 16,3 0-182 0,1-2-332-16</inkml:trace>
  <inkml:trace contextRef="#ctx0" brushRef="#br0" timeOffset="7216.83">4369 1420 108 0,'0'0'1333'16,"0"0"-1035"-16,0 0-163 0,0 0 64 16,0 0-12-16,0 0-27 15,2-22-19-15,-2 22-69 16,0 0-14-16,-9 0-15 16,-5 0-8-16,-5 15 26 15,-3 11-39-15,-5 11 21 16,0 11 14-16,0 12-13 15,2 6 8-15,8 4-33 16,8-2-13-16,9-3 5 16,0-11-11-16,24-10-20 15,15-14-18-15,7-10-75 16,25-20-36-16,-11 0-238 16,-8 0-527-16</inkml:trace>
  <inkml:trace contextRef="#ctx0" brushRef="#br0" timeOffset="7670.12">4679 1498 841 0,'0'0'766'0,"0"0"-548"16,0 0-20-16,0 0 38 16,0 0-80-16,0 0-45 15,0 0-16-15,-36-42-53 16,36 38-9-16,15 1-33 15,3 3 7-15,2 0-16 16,-4 0 9-16,-8 21-1 16,-8 8 1-16,-2 11 1 15,-29 9 46-15,-9 5-3 16,-9 0-14-16,3 1 46 16,3-10-46-16,12-10-4 15,11-11-9-15,14-10-16 0,6-6 22 16,2-8-23-16,29 0-6 15,9 0-9-15,9-17-37 16,2-1-48-16,9-5-28 16,-15 5-242-16,-9 4-291 15</inkml:trace>
  <inkml:trace contextRef="#ctx0" brushRef="#br0" timeOffset="8060.08">4886 1620 1092 0,'0'0'622'16,"0"0"-430"-16,0 0-39 0,0 0-1 15,0 0 20-15,0 0 9 16,0 0-84-16,44 114-36 16,-48-64 3-16,-12-1-45 15,1-5 17-15,4-8-28 16,1-12 5-16,8-10-26 15,2-12 2-15,0-2-35 16,0-12 15-16,16-20-81 16,1-10-95-16,2-11-37 15,-2-5-45-15,-1 0 53 16,-5 10 104-16,-4 14 132 16,-5 14 161-1,-2 14 87-15,0 6-50 16,0 12 49-16,0 16-80 0,-2 8-34 0,2 4-72 15,0 0-25-15,0-3-11 16,11-6-25-16,6-3-21 16,4-7-55-16,6-10-236 15,-5-2-297-15,0-7-839 16</inkml:trace>
  <inkml:trace contextRef="#ctx0" brushRef="#br0" timeOffset="8232.31">5248 1736 1219 0,'0'0'996'0,"0"0"-700"15,0 0-217-15,0 0-62 16,0 0-4-16,0 0-13 16,0 0-49-16,135-2-246 15,-102 2-489-15</inkml:trace>
  <inkml:trace contextRef="#ctx0" brushRef="#br0" timeOffset="8482.31">5599 1672 1305 0,'0'0'390'16,"0"0"-181"-16,0 0-34 0,0 0-49 15,0-110 35 1,0 90-44-16,0 6-48 0,0 6 15 15,0 8 4-15,0 0-35 16,0 19-28-16,0 16 5 16,0 9 40-16,-2 6-70 15,0 2 0-15,-1 1 0 16,3-10-54-16,0-4-19 16,0-13-75-16,3-14-217 15,5-9-235-15,1-3-990 0</inkml:trace>
  <inkml:trace contextRef="#ctx0" brushRef="#br0" timeOffset="8685.44">5817 1449 684 0,'0'0'1505'0,"0"0"-1205"16,0 0-220-16,0 0 27 15,91 103-35-15,-82-45 16 16,-9 12 12-16,0 5-61 15,-2-2-9-15,-16-2-30 16,-4-9-96-16,-3-10 14 16,-4-14-94-16,7-14-390 15,5-12-692-15</inkml:trace>
  <inkml:trace contextRef="#ctx0" brushRef="#br0" timeOffset="10093.79">6013 1211 742 0,'0'0'391'16,"0"0"-121"-16,0 0-7 0,0 0-4 16,0 0-51-1,0 0 43-15,0 0-104 0,0 0-66 16,0-2 14-16,0 0-40 16,0 0-4-16,-2 0-11 15,2-2-31-15,0 2 37 16,0-4-46-16,0 2 1 15,0-2 2-15,0 0 7 16,0 2-10-16,4 0 0 16,-2 1 14-16,-2 3-22 15,0 0 8-15,0 0 0 16,0 0-13-16,0 0 13 16,0 0 0-16,0 0 0 15,0 0 8-15,-2 0-19 0,-5 0 11 16,5 0 0-16,0 0 2 15,2 0-1-15,0 0 13 16,0 0-14-16,0 0 21 16,0-1-38-16,7-1 17 15,-3 2-3-15,0 0-12 16,-1 0 17-16,-3 0-2 16,0 16 0-16,0 6 0 15,-9 2 24-15,-4 2-24 16,-1-2 0-16,7-6 0 15,7-4 9-15,0-4-6 16,9-6 22-16,20-4-25 16,4 0 35-16,4 0-35 0,1-2-30 15,-1-8 9-15,1 2-42 16,-5 2-61-16,6 6-202 16,-10 0-376-16,-10 0-898 15</inkml:trace>
  <inkml:trace contextRef="#ctx0" brushRef="#br0" timeOffset="10469.77">6449 1706 880 0,'0'0'635'0,"0"0"-408"16,0 0-6-16,0 0 16 15,0 0 3-15,0 0-50 16,0 0-54-16,16-88-104 16,-34 88 21-16,-9 4-52 15,-4 16 9-15,3 6 32 16,-1 6-41-16,7 2 12 15,5-2-13-15,11-4-25 16,6-6 18-16,0-7-49 0,12-9-17 16,11-6 31-16,4-3-84 15,2-22-167-15,7-26-207 16,-7 3-23-16,-7 0-30 0</inkml:trace>
  <inkml:trace contextRef="#ctx0" brushRef="#br0" timeOffset="10672.89">6539 1309 342 0,'0'0'1217'0,"0"0"-636"16,0 0-288-16,0 0-114 16,0 0-83-16,0 0-76 15,0 0 7-15,0 18 26 16,0 24-47-16,-3 12 40 16,-1 7-46-16,0 5-3 15,2 0-6-15,2-2-21 16,0-2-20-16,2-8-61 0,13-12-174 15,12-11 0-15,-3-13-103 16,-1-12-274-16</inkml:trace>
  <inkml:trace contextRef="#ctx0" brushRef="#br0" timeOffset="11001.01">6713 1628 1267 0,'0'0'611'15,"0"0"-350"-15,0 0-38 16,0 0-104-16,0 0-90 15,0 0 59-15,0 0-28 16,24 58-19-16,-24-14 19 0,-2 2-39 16,-7-2 4-1,2-9-23-15,5-9 14 0,0-12-14 16,2-10-2-16,0-4-30 16,2-6 22-16,12-20-90 15,1-13-98-15,-2-6-24 16,-1-4-33-16,-6 3-24 15,-1 10 78-15,-5 14 199 16,0 14 296-16,0 8-52 16,0 14 1-16,0 16-77 15,0 6-88-15,2 2 22 16,14-2-82-16,5-2-20 16,8-6-22-16,6-6-139 15,9-5-119-15,-4-9-232 16,-9-6-533-16</inkml:trace>
  <inkml:trace contextRef="#ctx0" brushRef="#br0" timeOffset="11344.77">7421 1646 68 0,'0'0'1707'16,"0"0"-1093"-16,0 0-399 15,0 0-33-15,0 0-78 16,0 0-12-16,0 0-61 16,56 0-17-16,-23 0-8 15,1 0-6-15,-1 0-45 16,-4 0-30-16,-8 0-104 16,-11 4-289-16,-10 2-352 0</inkml:trace>
  <inkml:trace contextRef="#ctx0" brushRef="#br0" timeOffset="11469.77">7405 1805 1833 0,'0'0'638'0,"0"0"-536"15,0 0-50-15,0 0-11 16,121-7-41-16,-61-8-26 16,-9 1-302-16,-7 1-1049 0</inkml:trace>
  <inkml:trace contextRef="#ctx0" brushRef="#br0" timeOffset="12502.3">6038 1201 494 0,'0'0'579'15,"0"0"-359"-15,0 0-43 16,0 0 19-16,0 0 3 16,0 0-9-16,0 0-2 15,22-73-45-15,-22 64 15 16,-6 0-54-16,-13 2-70 16,-1 5-22-16,-4 2-12 15,-5 0-31-15,-12 12-94 0,8 6-213 16,6-3-352-16</inkml:trace>
  <inkml:trace contextRef="#ctx0" brushRef="#br0" timeOffset="13393.43">8468 1128 65 0,'0'0'1584'16,"0"0"-1234"-16,0 0-258 16,0 0-77-16,0 0 59 0,0 0-20 15,0 0 19 1,-102-45-4-16,82 83-2 0,4 14 40 15,5 32 3-15,11 32-32 16,0 31 26-16,18 7-69 16,9-9 6-16,-5-35-14 15,-4-36-27-15,-7-22 15 16,-5-10-15-16,2 2-9 16,-8-1-5-16,0-6-26 15,-3-12-11-15,-21-15-9 16,-24-10-57-16,7 0-191 15,1-10-384-15</inkml:trace>
  <inkml:trace contextRef="#ctx0" brushRef="#br0" timeOffset="14253.04">8767 1255 804 0,'0'0'999'15,"0"0"-662"-15,0 0-229 16,0 0-62-16,0 0 72 16,0 0 18-16,-116 118 4 15,96-53-61-15,11 7-14 16,9 4 2-16,0-2-65 0,11-4 1 16,16-8-3-1,4-9-37-15,4-11-1 0,13-12-93 16,-11-12-334-16,-8-10-434 0</inkml:trace>
  <inkml:trace contextRef="#ctx0" brushRef="#br0" timeOffset="14753.95">9315 1463 1247 0,'0'0'516'0,"0"0"-415"0,0 0-24 16,0 0 7-16,0 0 54 15,0 0 66-15,0 0-21 16,-127 141-106-16,87-91-25 15,2-2-7-15,5-6-35 16,4-10 38-16,8-10-48 16,11-7 1-16,5-12 5 15,5-3-6-15,0 0-2 16,20-2-9-16,9-10-32 16,6-2 42-16,8 0-15 15,4 2 6-15,0 2 2 16,-1 0-59-16,-1 4-138 15,-1-4-67-15,-10 2-201 16,-12 2-380-16</inkml:trace>
  <inkml:trace contextRef="#ctx0" brushRef="#br0" timeOffset="14957.07">9331 1580 1213 0,'0'0'688'15,"0"0"-539"-15,0 0 74 16,-25 102-48-16,21-50-49 16,-1 5 4-16,5-2-91 15,0 0-18-15,0-5-21 16,0-8-60-16,9-8-68 16,11-14-190-16,0-10-247 0,-2-10-587 15</inkml:trace>
  <inkml:trace contextRef="#ctx0" brushRef="#br0" timeOffset="15347.71">9545 1618 1262 0,'0'0'666'16,"0"0"-521"-16,0 0-65 15,0 0-29-15,0 0 140 16,0 0-20-16,20 112-77 15,-20-62 4-15,0 1-64 16,0-8-23-16,0-4 13 0,0-11-17 16,0-12-14-1,0-8 7-15,0-8-51 0,4 0 36 16,9-22-45-16,3-14-93 16,-1-11-70-16,2-7-41 15,-5-1-27 1,-1 2 83-16,-3 13 208 0,-6 16 158 15,-2 18 195-15,0 6-106 16,-4 16-52-16,-10 16-101 16,7 8-2-16,3 4-13 15,4-3-53-15,2-5 22 16,21-9-48-16,6-6-23 16,4-10-3-16,0-6-102 15,7-5-138-15,-9-10-112 16,-6-8-361-16</inkml:trace>
  <inkml:trace contextRef="#ctx0" brushRef="#br0" timeOffset="15894.71">9843 1307 880 0,'0'0'762'0,"0"0"-393"15,0 0-84-15,0 0-120 16,0 0-5-16,0 0-84 16,0 0-29-16,-20-16-37 15,20 16 7-15,0-2 9 0,0 2-26 16,0 0-16-1,13 0 9-15,3 0-17 0,-3 8 23 16,-5 12 0-16,-8 8 1 16,-4 7 18-16,-22 2-2 15,-5-1-1-15,0-1 40 16,4-9-54-16,11-6 23 16,10-8-24-16,6-6 19 15,6-4-32-15,23-2 13 16,9 0-33-16,7 0-2 15,-1-8-78-15,-3 0-82 16,-3 6-119-16,-14 2-324 16,-7 0-842-16</inkml:trace>
  <inkml:trace contextRef="#ctx0" brushRef="#br0" timeOffset="16082.07">10114 1718 1538 0,'0'0'773'0,"0"0"-582"15,0 0-91-15,0 0-79 16,0 0 25-16,119-32-46 16,-76 28-28-16,15 4-127 0,-12 0-450 15,-8 0-733-15</inkml:trace>
  <inkml:trace contextRef="#ctx0" brushRef="#br0" timeOffset="16879.46">11039 1570 1134 0,'0'0'845'0,"0"0"-663"16,0 0-157-16,0 0-23 16,0 0 7-16,0 0 118 15,0 0 0-15,-50 144-85 16,27-84 18-16,0-1-60 16,4-9 24-16,-1-8-5 15,5-12-19-15,3-12 9 16,3-10-9-16,5-8-6 15,4 0-9-15,0-4 15 16,0-14-23-16,0 0 0 16,13 0-23-16,7 4 22 0,5 1-18 15,4 4-29-15,4 0 44 16,3 2-61 0,-1 0 2-16,1-1-19 15,-7-2-35-15,-5-3-43 0,-8-4-16 16,-7-5-16-16,-9-2 47 15,0-2 156-15,0 0 12 16,-9 6 170-16,-2 4 95 16,-2 8 59-16,-1 8-65 15,1 0-57-15,-1 14-45 16,3 18-102-16,0 10 6 16,0 6-19-16,4 6-31 15,3 1-11-15,4-3-24 16,0-8-134-16,4-6-85 15,11-12-315-15,4-14-608 0</inkml:trace>
  <inkml:trace contextRef="#ctx0" brushRef="#br0" timeOffset="17255.16">11342 1634 1588 0,'0'0'504'0,"0"0"-429"16,0 0-57-16,0 0 72 16,0 0 72-16,0 0-32 15,0 0-19-15,50 136-83 16,-50-86 2-16,-2-6-7 0,-3-5-22 16,1-13 16-16,4-10-17 15,0-12-22-15,0-4 22 16,2-8-61-16,11-22-91 15,0-7-107-15,-1-6-42 16,-4-5 44-16,-3 3 9 16,-3 9 161-16,-2 14 87 15,0 14 317-15,0 8-3 16,-2 12-27-16,-5 22-97 16,3 8-61-16,4 3-83 15,0-1-37-15,11-6-9 16,13-8-51-16,24-8-152 15,-9-8-189-15,1-12-480 0</inkml:trace>
  <inkml:trace contextRef="#ctx0" brushRef="#br0" timeOffset="17442.64">11804 1698 1410 0,'0'0'812'16,"0"0"-553"-16,0 0-146 15,0 0-71-15,0 0 25 16,0 0-41-16,118-14-26 16,-76 12 0-16,1 2-157 15,5-4-162-15,-9 0-266 0,-12-2-259 16</inkml:trace>
  <inkml:trace contextRef="#ctx0" brushRef="#br0" timeOffset="17583.53">12076 1562 1659 0,'0'0'358'0,"0"0"-238"16,0 0-34-16,0 0 49 15,-63 118 14-15,50-74-77 16,4 2-62-16,2-3-10 16,7-1-261-16,0-12-284 15,14-12-654-15</inkml:trace>
  <inkml:trace contextRef="#ctx0" brushRef="#br0" timeOffset="17881.03">12296 1801 1698 0,'0'0'365'0,"0"0"-365"16,47-103-55-16,-27 55 52 15,-2 2 3-15,-2 2 82 16,-1 4-69-16,-4 5 2 15,-2 9-9-15,-2 6 53 16,-3 11 235-16,1 6-106 16,-5 3-97-16,2 8-70 15,-2 20-4-15,0 11 61 0,0 7-41 16,0 4-25 0,0 2 2-16,0-2-14 0,0-4-46 15,0-5-43-15,2-12-94 16,7-17-126-16,-2-7-272 15,2-5-546-15</inkml:trace>
  <inkml:trace contextRef="#ctx0" brushRef="#br0" timeOffset="18068.47">12746 1305 2022 0,'0'0'523'0,"0"0"-478"0,0 0-29 15,32 116 51-15,-32-45 5 16,0 11 47-16,-5 10-50 16,-13 4-69-16,-5 2-13 15,-14 15-122-15,3-25-238 16,8-23-387-16</inkml:trace>
  <inkml:trace contextRef="#ctx0" brushRef="#br0" timeOffset="18631.04">13216 1478 140 0,'0'0'1270'0,"0"0"-794"16,0 0-304-16,0 0-17 15,0 0 58-15,0 0-55 16,0 0-84-16,-40-33 28 16,16 69-50-16,1 7-18 15,4 5-1-15,7 2-20 0,10-4-13 16,2-6 0-16,0-10-38 16,16-12 18-1,5-12-62-15,6-6-74 0,5-32-194 16,-6-6-341-16,-5-2-395 15</inkml:trace>
  <inkml:trace contextRef="#ctx0" brushRef="#br0" timeOffset="18818.55">13285 1048 1275 0,'0'0'694'0,"0"0"-549"15,0 0-121-15,0 0-11 16,0 0 42-16,0 0 130 0,-9 139-31 15,3-69-71 1,4 6-4-16,2 4-78 0,0-1 21 16,0-3-22-16,0-6-7 15,8-8-20-15,3-10-122 16,7-12-124-16,-1-16-100 16,-4-16-340-16</inkml:trace>
  <inkml:trace contextRef="#ctx0" brushRef="#br0" timeOffset="19162.22">13509 1466 772 0,'0'0'813'15,"0"0"-519"-15,0 0-217 0,0 0-41 16,0 0 115 0,62 102 44-16,-62-50-11 0,0 2-58 15,0 0-57-15,0-4-9 16,-7-9-49-16,4-14-9 15,3-14 2-15,0-13-2 16,0 0-4-16,12-26 2 16,3-13-74-16,-1-11-10 15,-1-6-88-15,-2 0-3 16,-1 6 85-16,-6 12 90 16,-2 15 29-16,-2 20 213 15,0 3-159-15,0 21-22 16,0 16 3-16,0 9 14 15,0 4 19-15,2 0-97 16,25-3-2-16,9-10-34 16,34-6-67-16,-7-12-179 15,-3-8-446-15</inkml:trace>
  <inkml:trace contextRef="#ctx0" brushRef="#br0" timeOffset="21070.09">2943 3731 864 0,'0'0'663'16,"0"0"-357"-16,0 0-56 16,0 0 22-16,0 0-34 15,0 0-86-15,0 0-25 16,-3 0-14-16,11 0-77 15,9 0 31-15,7-1-61 16,6-5 3-16,1 2-1 16,-2 1-8-16,2 3-27 0,-4 0-45 15,-5 0-82-15,-9 4-101 16,-6 9-370-16,-7-1-243 0</inkml:trace>
  <inkml:trace contextRef="#ctx0" brushRef="#br0" timeOffset="21210.72">3019 3866 529 0,'0'0'1379'0,"0"0"-1048"16,0 0-209-16,0 0-28 15,0 0-64-15,0 0 1 16,140-14-31-16,-104 12-184 16,-7 2-355-16</inkml:trace>
  <inkml:trace contextRef="#ctx0" brushRef="#br0" timeOffset="22698.12">4113 3337 841 0,'0'0'526'16,"0"0"-318"-16,0 0 37 0,0 0 14 15,0 0-16-15,0 0-137 16,0 0-53-16,-25 4-23 15,-8 22 4-15,-8 7 43 16,-3 6-39-16,-1-3-25 16,5 0 51-16,5-6-64 15,8-8 13-15,9-8-1 16,9-6-6-16,9-6 6 16,0-2-12-16,16 0-13 15,13 0-1-15,9 0-3 16,1-2 17-16,4-2 0 15,-5 0-25-15,-2 0 10 16,-5 0-40-16,-7 0-22 16,-4 0-76-16,-4-2-110 15,-5-6-67-15,-2 0-63 16,-7-2-255-16</inkml:trace>
  <inkml:trace contextRef="#ctx0" brushRef="#br0" timeOffset="22854.36">4135 3396 948 0,'0'0'567'15,"0"0"-316"-15,0 0-67 16,0 0-36-16,0 0 78 16,0 0-63-16,0 0-48 15,-80 111-53-15,68-67-36 16,4 2-9-16,-1 0-17 0,1-4-65 16,4-3-45-16,-2 1-151 15,3-12-121-15,1-8-361 0</inkml:trace>
  <inkml:trace contextRef="#ctx0" brushRef="#br0" timeOffset="23073.12">3792 3807 808 0,'0'0'838'16,"0"0"-477"-16,0 0-45 15,0 0-59-15,0 0-76 16,0 0-102-16,0 0-15 15,35-21-64-15,-2 21 1 16,10 0-8-16,6 0-27 16,7 0-26-16,-3 0-49 15,14 0-175-15,-15 0-200 16,-10 0-446-16</inkml:trace>
  <inkml:trace contextRef="#ctx0" brushRef="#br0" timeOffset="23729.37">3964 4032 358 0,'0'0'562'0,"0"0"-364"16,0 0-12-16,0 0 33 15,0 0 15-15,0 0-10 16,0 0-36-16,-19 0-65 16,17 0-18-16,0 0-35 15,0 0-51-15,0 0 38 16,-3 0-47-16,3 0 3 15,0 0 4-15,-1 0-17 16,1 0 19-16,-3 0-19 16,3 0 1-16,0 0 8 15,0 0-9-15,0 0 0 16,2 0 0-16,-2 0 10 0,-1 0-10 16,1 0 0-1,2 0 0-15,-2-2-9 0,2 0 11 16,0-2-2-16,0 0 0 15,7-2-9-15,8 0 7 16,3 0-10-16,0 2 12 16,-3 4-3-16,-6 0 15 15,-2 0-12-15,-7 10 24 16,0 12-5-16,-3 4 51 16,-14 5-28-16,-3-4 0 15,2 1 27-15,7-6-68 16,6-1 10-16,5-7-11 0,5 0 4 15,21-2-17 1,6 2 13-16,-1 0-2 0,-4 4-22 16,-13 2 23-1,-14 2-4-15,0 2-1 0,-29-2 12 16,-14-2-12-16,-1-4 3 16,-2-6-65-16,7-10-40 15,10 0-229-15,13-6-305 0</inkml:trace>
  <inkml:trace contextRef="#ctx0" brushRef="#br0" timeOffset="24370.12">4375 3615 1088 0,'0'0'376'0,"0"0"-102"15,0 0 9-15,0 0-123 16,0 0-38-16,0 0 32 16,0 0-79-16,121-26-17 15,-101 48-8-15,-7 6-41 16,-6 10 76-16,-7 5-28 15,0 1-5-15,-9 2 24 16,-7-4-50-16,1-8 7 16,2-6-33-16,3-8 16 15,6-10-38-15,4-6 20 16,0-4-41-16,0-4 16 0,16-18-54 16,3-12-35-1,2-10-81-15,-4-7-69 0,-1-4-15 16,-5 2-116-16,-4 13 196 15,-7 14 201-15,0 20 272 16,0 6-85-16,0 16 48 16,-9 17-19-16,4 4-24 15,5 3-86-15,0-1-35 16,12-5-24-16,12-6-36 16,7-6-11-16,5-8-35 15,0-6-125-15,6-8-124 16,-9 0-281-16,-4-8-286 0</inkml:trace>
  <inkml:trace contextRef="#ctx0" brushRef="#br0" timeOffset="25198.96">4803 3188 816 0,'0'0'274'15,"0"0"-71"-15,0 0-38 0,0 0-5 16,0 0 42 0,0 0-94-16,0 0-42 0,-16 0-3 15,14 0-29 1,0 0 38-16,2 0-32 0,-2 0-14 16,2 0 28-16,-2 0-53 15,2 0 33-15,0-2-9 16,0 2-13-16,0 0 47 15,0 0-55-15,0 0-2 16,0 0-4-16,0 0 1 16,-5 0 1-16,1 0-1 15,-3 0 2-15,3 0 5 16,-1 0-6-16,3 0-3 16,0 0-6-16,2 0 18 15,0 0 9-15,0 0 6 16,0-2-17-16,2-2 47 0,12-2-54 15,1 0-2-15,3 4-11 16,-1 2 26-16,-1 0-13 16,-7 4 12-16,-5 16-4 15,-4 6 57-15,0 6-5 16,0 2-11-16,-11-2 24 16,3-4-39-16,3-6-4 15,5-5-30-15,0-6 23 16,0 0-25-16,11-3 10 15,2 0-8-15,1-2 0 16,-7 1-18-16,-7 6 17 16,0 1-24-16,-3 4-36 15,-19 6 34-15,-20 14-157 0,4-4-315 16,5-6-523-16</inkml:trace>
  <inkml:trace contextRef="#ctx0" brushRef="#br0" timeOffset="45388.77">5227 3820 398 0,'0'0'43'0,"0"0"123"15,0 0 405-15,0 0-394 16,0 0-57-16,0 0-16 16,15-2-45-16,-13-2 23 15,0 0 7-15,-2 0-23 16,0 2 51-16,0 2-19 16,0-2 22-16,0 2 35 0,0-2-68 15,0 2 9-15,0-2-44 16,0 2-26-16,0 0 55 15,0 0-57-15,0 0 3 16,0 0 38-16,0 0-35 16,0 0 34-16,0 0-4 15,0 0-40-15,0-2 50 16,0 2-47-16,12-4-22 16,7-2 13-16,13-2-6 15,13-6 2-15,5-2-10 16,4 2-79-16,-2 4 15 15,8 7-120-15,-16 3-326 16,-9 0-243-16</inkml:trace>
  <inkml:trace contextRef="#ctx0" brushRef="#br0" timeOffset="46092.48">6154 3611 1190 0,'0'0'482'0,"0"0"-261"15,0 0 40-15,0 0 28 16,0 0-130-16,0 0-45 16,0 0-79-16,-27-92-35 15,45 72 6-15,4 4-6 16,0 6-16-16,-1 6 14 15,-4 4-1-15,-5 2-21 16,-8 22 20-16,-4 10 4 16,-10 10 9-16,-23 6-2 15,-13 2 7-15,-8 0-7 16,-6-4 2-16,2-5 11 16,2-13-20-16,9-10 0 15,10-10-14-15,12-10 13 0,9 0 0 16,12-8 0-1,4-14-51-15,2-1 37 0,20 2-30 16,10 5 7-16,5 6 38 16,4 7-25-16,3 3 25 15,-2 3 0-15,1 15-30 16,-3 4 5-16,11 2-229 16,-11-6-258-16,-4-6-369 0</inkml:trace>
  <inkml:trace contextRef="#ctx0" brushRef="#br0" timeOffset="46514.47">6439 3721 191 0,'0'0'1396'16,"0"0"-1000"-16,0 0-262 15,0 0-71-15,0 0 5 16,0 0 31-16,0 0 33 15,49 81-74-15,-47-41-4 16,-2 4-20-16,0-2-16 16,0-6 18-16,0-8-36 15,0-8 6-15,0-9-2 16,0-8-3-16,0-3-1 16,0-2 0-16,0-20-44 15,7-10-44-15,1-8-87 16,4-6 7-16,1-4-8 0,-4 0-113 15,2 9 192-15,-4 15 97 16,-5 15 183-16,0 11 45 16,-2 1-154-16,0 27 7 15,0 8 110-15,0 5-71 16,4 1-16-16,10-2-51 16,4-6-40-16,6-2 2 15,3-10-15-15,4-4-49 16,1-8-23-16,7-8-186 15,-5-2-66-15,-7 0-269 0</inkml:trace>
  <inkml:trace contextRef="#ctx0" brushRef="#br0" timeOffset="47108.09">6773 3378 834 0,'0'0'362'0,"0"0"-184"16,0 0-23-16,0 0 1 15,0 0-25-15,0 0 36 16,0 0-73-16,-33-1-6 16,28-2 11-16,3 0 23 0,0-1 16 15,2-3-40-15,0-1-55 16,2 2 32-16,15-2-75 16,4 4-6-16,-4 2 5 15,-1 2 2-15,-7 5-2 16,-9 14-9-16,0 10 10 15,-20 3 42-15,-11 4-29 16,0-4 18-16,2-6-4 16,9-6-27-16,11-8 17 15,9-6-17-15,0-2-20 16,11-2 8-16,13 2-21 16,5 2-46-16,18 0-141 15,-10-2-279-15,0-2-377 0</inkml:trace>
  <inkml:trace contextRef="#ctx0" brushRef="#br0" timeOffset="49331.95">7185 3860 322 0,'0'0'16'0,"0"0"1047"15,0 0-742-15,0 0-53 16,0 0-47-16,0 0-36 15,0 0-13-15,47-64-72 16,-18 50-20-16,4 3-32 16,3 4-47-16,4 0 25 15,-2 6-26-15,0 1-15 16,-3 0-12-16,-3 0-77 16,1 1-100-16,-4 9-179 0,-9-3-306 15</inkml:trace>
  <inkml:trace contextRef="#ctx0" brushRef="#br0" timeOffset="49550.68">7513 3537 1579 0,'0'0'385'0,"0"0"-338"16,0 0 4-16,-36 108 69 0,20-50-10 15,5 9 9 1,0-1-70-16,6 2-49 0,5-6-22 16,0-5-152-16,12-10-38 15,9-12-119-15,4-17-426 0</inkml:trace>
  <inkml:trace contextRef="#ctx0" brushRef="#br0" timeOffset="50019.45">7953 3579 1058 0,'0'0'581'0,"0"0"-386"16,0 0-61-16,0 0-5 15,0 0-10-15,0 0 26 16,0 0-4-16,88 36-67 16,-88 6 4-16,0 4-5 15,0 4-43-15,-11-1 31 16,-3-5-49-16,3-8-12 16,2-8 21-16,4-10-21 15,3-10-1-15,2-8-18 16,0 0 1-16,5-16-2 15,10-16-48-15,4-14-65 16,0-8-66-16,-1-4-60 16,-5 3-16-16,1 7 146 0,-7 14 129 15,-5 14 111-15,-2 14 91 16,0 6-86-16,0 8-39 16,0 20 61-16,0 4-3 15,0 6-47-15,0 2-72 16,10-1 18-16,11-3-34 15,6-6-68-15,2-2-82 16,22-6-124-16,-7-8-228 16,-4-6-567-16</inkml:trace>
  <inkml:trace contextRef="#ctx0" brushRef="#br0" timeOffset="50331.93">8809 3689 1505 0,'0'0'555'0,"0"0"-328"16,0 0-94-16,0 0-24 15,0 0-5-15,0 0-37 16,0 0 3-16,87-8-55 16,-53 8-6-16,3 0-5 0,1-1-4 15,3 1-38 1,-1 0-59-16,7-5-162 0,-12 3-101 16,-11 0-310-16</inkml:trace>
  <inkml:trace contextRef="#ctx0" brushRef="#br0" timeOffset="50566.39">9057 3457 1237 0,'0'0'690'0,"0"0"-604"0,0 0-36 16,0 0 69-1,0 0 10-15,-63 130 13 0,52-82-81 16,2 5-42 0,4-2-14-16,1 2-5 0,2-5-100 15,2 6-95-15,0-10-113 16,2-14-328-16</inkml:trace>
  <inkml:trace contextRef="#ctx0" brushRef="#br0" timeOffset="50894.46">9979 3517 1273 0,'0'0'659'0,"0"0"-498"16,0 0-60-16,0 0-101 16,-133-34 65-16,81 42 92 15,3 20-65-15,7 12 16 16,10 8-62-16,14 4-8 16,12 1 33-16,6-1-70 15,4-4 28-15,25-4-29 16,7-4-7-16,7-6 5 15,8-6-96-15,20-6-146 16,-11-6-93-16,-6-6-344 0</inkml:trace>
  <inkml:trace contextRef="#ctx0" brushRef="#br0" timeOffset="53062.78">1312 5847 808 0,'0'0'326'15,"0"0"-140"-15,0 0 18 16,0 0 25-16,0 0 8 16,0 0 3-16,0 0-55 15,-22-24-53-15,-7 24-83 0,-9 2-19 32,-11 18 38-32,-5 6-57 15,-1 4 14-15,1 3-19 0,11-1 12 0,12-5-10 16,12-4-8-16,9-5 0 15,10-5-6-15,0-4-15 16,12-8-8-16,19-1-2 16,9 0-43-16,7-19-8 15,-1-8-126-15,-1-3 9 16,-3 1 17-16,-8-2-53 16,-7 3 51-16,-11 8 120 15,-8 6 64-15,-8 8 175 16,0 6 16-16,0 0-94 0,-4 10-14 15,-8 20-29 1,1 14 42-16,1 12 6 0,0 11 7 16,1 5 19-16,1 4-82 15,-2-4-30-15,2-6 20 16,-1-9-36-16,2-7 15 16,-2-12-15-16,-2-10 12 15,-2-10-7-15,-3-10-5 16,-2-8 0-16,1 0 22 15,3-16-12-15,7-18-10 16,7-8-1-16,2-11-59 16,25-2 1-16,31-20-177 15,-6 15-63-15,-6 6-192 0</inkml:trace>
  <inkml:trace contextRef="#ctx0" brushRef="#br0" timeOffset="53265.9">1533 5682 188 0,'0'0'1551'16,"0"0"-1179"-16,0 0-111 15,0 0-103-15,118 77-42 16,-105-17 2-16,-11 10-62 16,-2 12-35-16,-6 3-18 15,-21 1-3-15,-7-4-71 16,-1-8-64-16,-15 2-154 15,11-21-258-15,7-19-1175 0</inkml:trace>
  <inkml:trace contextRef="#ctx0" brushRef="#br0" timeOffset="61557.8">2426 5843 628 0,'0'0'356'16,"0"0"-150"-16,0 0-34 15,0 0-6-15,0 0 29 0,2-36 5 16,-2 32 4-16,0-2-2 15,0 2-49-15,0 0-47 16,0 2-23-16,0 2-16 16,0 0-6-16,0 0-26 15,0 0-10-15,0 0-23 16,0 0-2-16,0 12-1 16,0 12 1-16,0 8 4 15,0 10 10-15,0 2-5 0,0 0 1 16,0-1 5-1,0-5-14-15,0-4-1 0,0-8-12 16,0-4-53-16,0-8-25 16,0-4-101-16,0-10-130 15,0 0-52-15,-4-10-181 0</inkml:trace>
  <inkml:trace contextRef="#ctx0" brushRef="#br0" timeOffset="61746">2200 5731 1107 0,'0'0'528'16,"0"0"-310"-16,0 0 3 0,0 0 5 15,128-63-85-15,-84 63-52 16,0 0-49-16,4 9-25 16,-6 14-15-16,-9 12-34 15,-10 3-112 1,-23 30-52-16,0-10-136 15,-20-5-280-15</inkml:trace>
  <inkml:trace contextRef="#ctx0" brushRef="#br0" timeOffset="61902.34">2136 6272 408 0,'0'0'1221'16,"0"0"-888"0,0 0-120-16,0 0-7 0,0 0-43 15,132-30-83-15,-81 14-48 16,2 4-32-16,-3 4-30 15,10 8-192-15,-16 0-334 16,-8 0-497-16</inkml:trace>
  <inkml:trace contextRef="#ctx0" brushRef="#br0" timeOffset="62199.14">3012 5891 1401 0,'0'0'757'0,"0"0"-449"16,0 0-131-16,0 0-80 15,0 0-16-15,0 0-21 16,0 0-25-16,46-16-20 16,-17 16-15-16,5 0 0 15,-5 0-51-15,-2 2-54 16,-11 14-96-16,-6 0-285 16,-10-4-218-16</inkml:trace>
  <inkml:trace contextRef="#ctx0" brushRef="#br0" timeOffset="62324.25">3056 6035 1577 0,'0'0'379'16,"0"0"-267"-16,0 0-112 15,0 0-90-15,147-29-117 16,-109 18-275-16</inkml:trace>
  <inkml:trace contextRef="#ctx0" brushRef="#br0" timeOffset="62824.11">3914 5239 1642 0,'0'0'393'0,"0"0"-216"16,0 0-41-16,0 0-50 16,0 0 2-16,0 0-5 15,0 0-26-15,-129 79-8 16,109 11-9-16,9 28-7 16,7 24 10-16,4 3-7 15,2-13 0-15,11-30-9 16,-2-27-14-1,-4-15-4-15,-3-4-8 16,-4 4-1-16,0 2-12 0,0 5-7 16,-4-13-11-16,-16-10-37 15,-7-12-24-15,-17-10-122 16,6-10-160-16,5-8-352 0</inkml:trace>
  <inkml:trace contextRef="#ctx0" brushRef="#br0" timeOffset="66417.52">4257 5532 808 0,'0'0'368'15,"0"0"-118"-15,0 0 46 16,0 0-25-16,0 0 10 15,0 0-78-15,0 0-66 16,18-72-45-16,-18 70-26 0,-2 2-18 16,-10 0-33-1,-3 18-8-15,-7 14 4 0,-5 12 10 16,2 13 4 0,4 5 2-16,2 4-6 15,6-2-5-15,7-4-7 0,6-8-8 16,0-6-1-16,11-10-12 15,16-6-39-15,6-8-16 16,7-8-72-16,11-7-222 16,-9-7-295-16,-8 0-757 0</inkml:trace>
  <inkml:trace contextRef="#ctx0" brushRef="#br0" timeOffset="66683.14">4404 5791 654 0,'0'0'880'0,"0"0"-601"16,0 0-135-16,0 0-18 16,0 0 36-16,0 0-1 15,0 0-45-15,119 60-41 16,-95-38-59-16,3-2-1 15,-1-2-15-15,1-2-49 16,-5-2-134-16,3-2-114 16,-8-4-214-16,-5-3-237 0</inkml:trace>
  <inkml:trace contextRef="#ctx0" brushRef="#br0" timeOffset="66964.89">4845 5532 687 0,'0'0'916'16,"0"0"-628"-16,0 0-121 16,0 0-66-16,0 0-37 15,0 0 39-15,0 0 29 0,-33 86-17 16,13-33-33-16,-2 3-32 15,-3-2-11-15,3-2-22 16,2-4-16 0,4-8 1-16,3-4-2 15,4-9-27-15,6-9-46 0,3-6-125 16,0-12-61-16,3 0-98 16,8-15-277-16</inkml:trace>
  <inkml:trace contextRef="#ctx0" brushRef="#br0" timeOffset="67199.32">4795 5450 1187 0,'0'0'623'16,"0"0"-383"-16,0 0-79 15,0 0-79-15,0 0-14 16,0 0 44-16,146-22-25 15,-92 22-46-15,4 2-18 16,0 2-9-16,-5 2-13 16,-6-2-1-16,-4 2-26 15,-1-2-142-15,-13 0-171 16,-9-4-422-16</inkml:trace>
  <inkml:trace contextRef="#ctx0" brushRef="#br0" timeOffset="68043.35">4562 5422 459 0,'0'0'369'0,"0"0"-195"16,0 0-51-16,0 0 40 15,0 0 13-15,0 0-26 16,0 0 10-16,-24 2-25 15,22-2-30-15,-1 0-17 16,1-6-16-16,2 2-2 16,0-2-5-16,0 0-6 0,0-2-10 15,0 2-8-15,0-2-27 16,7 2-4-16,4 2-10 16,0 0-3-16,-2 2 2 15,1 2 0-15,-6 0-11 16,-2 8 12-16,-2 12 17 15,0 4 24-15,-6 4 11 16,-13 2-16-16,4-2 0 16,1-6-23-16,8-4-4 15,4-6-9-15,2-4 0 16,0-4 0-16,8 0-9 16,10 0 9-16,4 0 0 15,-2 2 0-15,-3 2-2 16,-9 4 1-16,-8 7-13 15,0 3 8-15,-4 4-4 0,-19 0-56 16,-4 6-153 0,7-8-135-16,7-8-451 0</inkml:trace>
  <inkml:trace contextRef="#ctx0" brushRef="#br0" timeOffset="68590.25">5075 5743 849 0,'0'0'706'0,"0"0"-457"16,0 0-69-16,0 0-71 15,0 0 23-15,0 0 22 16,0 0-69-16,54-14-52 16,-50 28-19-16,-4 10 15 15,0 6 24-15,0 6 14 16,-7 0-18-16,-2 0-13 0,-2-4-10 15,5-6-12-15,4-5-6 16,2-10-1-16,0-7-7 16,0-4-17-16,11 0 4 15,6-10-29-15,3-16-34 16,3-6-82-16,-6-6-48 16,-1-4-12-16,-3 0-78 15,-1 6 144-15,-6 10 152 16,-4 10 155-16,-2 12 73 15,0 4-99-15,0 2-47 16,0 20 40-16,0 4 0 16,0 2-43-16,0 2-30 15,3-4-33-15,13 0-16 16,1-6-28-16,8-2-96 0,14-8-110 16,-1-4-157-16,-1-6-418 15</inkml:trace>
  <inkml:trace contextRef="#ctx0" brushRef="#br0" timeOffset="69074.6">5884 5807 1242 0,'0'0'392'0,"0"0"-202"16,0 0-16-16,0 0 10 0,0 0 35 16,0 0-58-16,0 0-70 15,-5-2-24-15,10 2-22 16,13 0 0-16,4 0 22 15,9 0-30-15,2 0-14 16,8 0-13-16,1-4-10 16,1 0 0-16,-3 0-36 15,-3 0-47-15,-3 2-34 16,-1 0-84-16,-8 2-147 16,-9-2-300-16</inkml:trace>
  <inkml:trace contextRef="#ctx0" brushRef="#br0" timeOffset="69293.67">6196 5610 1495 0,'0'0'653'16,"0"0"-533"-16,0 0-74 15,0 0 80-15,0 0-13 16,-42 107-12-16,33-67-67 15,2 4-32-15,0-2-2 16,1 2-87-16,-1 4-176 16,0-9-273-16,2-11-661 0</inkml:trace>
  <inkml:trace contextRef="#ctx0" brushRef="#br0" timeOffset="71738.1">7332 5454 1122 0,'0'0'390'0,"0"0"-125"0,0 0-4 15,0 0-11 1,0 0-42-16,0 0-55 0,0 0-48 15,-9-18-37-15,9 16-35 16,0-4 3-16,0-4-9 16,7-4-15-16,1-6-11 15,2-4-1-15,-1-4-16 16,-3-2-15-16,-2-2-5 16,1-3-14-16,-5 3-12 15,0 0-13-15,0 2 26 16,0 8 19-16,0 6 30 15,0 6 8-15,0 8 8 16,0 2-7-16,0 0-9 16,0 16 0-16,0 14 21 15,-2 10 0-15,-3 8-12 0,-1 9-3 16,-1 3-6-16,-2 2-18 16,2 0-49-16,3-4-163 15,0 4-62-15,2-13-245 16,2-16-626-16</inkml:trace>
  <inkml:trace contextRef="#ctx0" brushRef="#br0" timeOffset="71973.53">6989 5759 1126 0,'0'0'689'0,"0"0"-393"15,0 0 1-15,0 0-132 16,0 0-83-16,0 0-48 16,0 0 2-16,127-14-14 15,-67 12-1-15,5 2-20 16,1-2-1-16,1 0-33 16,-5 2-58-16,6 0-169 15,-17 0-136-15,-16 0-413 0</inkml:trace>
  <inkml:trace contextRef="#ctx0" brushRef="#br0" timeOffset="72535.31">7020 6079 1408 0,'0'0'588'15,"0"0"-450"-15,0 0-60 0,0 0-10 16,0 0 34-1,0 0-16-15,0 0-50 0,21 31 16 16,-6-1-24-16,1 4-5 16,3 0-9-16,-1-4-5 15,2-2 3-15,-2-6-11 16,2-8 5-16,-2-6-6 16,0-6-4-16,-3-2-2 15,1-3 0-15,-5-22-31 16,-1-9-57-16,-6-10-53 15,0-8-16-15,-4-9 3 16,0 2 69-16,2 2 91 16,-2 9 111-16,5 10 62 15,-3 6 15-15,2 10-40 16,6 6-40-16,0 4-28 0,11 4-40 16,5 4-16-1,8 4-10-15,8 0-13 0,2 0 5 16,6 12-6-16,-1 0 0 15,-5-2-44-15,-4 2-69 16,5 0-193-16,-14-4-306 16,-6-2-599-16</inkml:trace>
  <inkml:trace contextRef="#ctx0" brushRef="#br0" timeOffset="72988.35">7523 6024 1525 0,'0'0'385'0,"0"0"-233"15,0 0-69-15,0 0-29 16,0 0 17-16,0 0 12 15,0 0-31-15,43 50-13 16,-43-16 24-16,0 4 1 16,-9 0-10-16,-4-4-23 15,2-8-19-15,4-6-3 16,2-10-3-16,5-6-4 16,0-4 9-16,0-2-11 0,14-20-39 15,3-10-76-15,2-6-41 16,-2-4-11-16,-1 4-56 15,-5 4 99-15,-5 10 124 16,0 10 50-16,-4 14 82 16,-2 0-94-16,4 7-8 15,2 14 61-15,7 1 11 16,6 0-38-16,5-2-32 16,5-6-32-16,5-4-53 15,3-8-74-15,13-2-79 16,-10 0-163-16,-5-14-424 0</inkml:trace>
  <inkml:trace contextRef="#ctx0" brushRef="#br0" timeOffset="75151.67">8030 5298 375 0,'0'0'1174'15,"0"0"-810"-15,0 0-144 16,0 0-127-16,0 0-69 16,0 0 65-16,42 124 62 15,-24-46-19-15,-5 13-38 16,-5 4-44-16,-8-12-22 16,0 7-15-16,-8-4-5 15,-13-7-7-15,-4-10-1 16,-2-4-24-16,4-13-23 15,7-10-61-15,14-12-195 16,2-12-282-16,0-14-406 0</inkml:trace>
  <inkml:trace contextRef="#ctx0" brushRef="#br0" timeOffset="75589.56">8611 5617 983 0,'0'0'551'16,"0"0"-279"-16,0 0-78 16,0 0-73-16,0 0-32 15,0 0 24-15,0 0-13 16,-130 33-27-16,93 6-11 15,1 3-20-15,11-2-20 0,8-4-12 16,13-6-10-16,4-6-1 16,0-6-18-16,9-6-8 15,10-8-13-15,6-4-60 16,-1 0-75-16,8-32-58 16,-8 0-142-16,-6-2-209 0</inkml:trace>
  <inkml:trace contextRef="#ctx0" brushRef="#br0" timeOffset="75823.82">8551 5202 1332 0,'0'0'583'16,"0"0"-441"-16,0 0-126 0,0 0 13 16,0 0 51-1,0 162 80-15,0-86-30 0,0 8-36 16,-4 1-46-16,1-8-28 15,3-4-18-15,0-13-2 16,0-10-31-16,0-8-30 16,7-12-95-16,4-10-7 15,-2-7-81-15,2-13-82 16,0-7-49-16,-4-11-211 0</inkml:trace>
  <inkml:trace contextRef="#ctx0" brushRef="#br0" timeOffset="76167.57">8660 5700 894 0,'0'0'412'0,"0"0"-110"16,0 0-77-16,0 0-109 0,0 0-58 16,0 0 29-16,0 0 31 15,49 63 43 1,-49-19-44-16,0 2-46 0,-8-2-5 16,0-6-32-16,4-6-19 15,2-11-6-15,2-7-8 16,0-13-1-16,0-1-20 15,8-1-2-15,6-24-44 16,-1-7-125-16,-1-8-10 16,-6-6-29-16,-1 0-58 15,-1 4 27-15,-2 10 261 16,-2 14 64-16,0 14 252 16,0 4-160-16,0 16-9 0,0 16-12 15,0 4-47-15,4 2-35 16,8-2-31-16,1-2-22 15,8-4-80-15,10 1-63 16,-2-12-134-16,-2-6-340 0</inkml:trace>
  <inkml:trace contextRef="#ctx0" brushRef="#br0" timeOffset="76902.08">9260 5767 553 0,'0'0'671'16,"0"0"-405"-16,0 0-43 16,0 0 4-16,0 0 21 15,0 0 5-15,0 0-64 16,-6 0-53-16,6 0-53 16,0 0-35-16,10 0-21 15,7 0-18-15,6 0 1 0,4 0-9 16,4 0-1-1,-2 0-38-15,0 0-56 0,2 4-73 16,-6 2-205-16,-12-2-303 16</inkml:trace>
  <inkml:trace contextRef="#ctx0" brushRef="#br0" timeOffset="77058.32">9270 5931 948 0,'0'0'1156'15,"0"0"-884"-15,0 0-202 16,0 0-59-16,0 0-11 16,0 0 0-16,159-15-25 15,-120 12-184-15,-4 1-372 0</inkml:trace>
  <inkml:trace contextRef="#ctx0" brushRef="#br0" timeOffset="78638.73">10028 5101 1098 0,'0'0'327'0,"0"0"-56"16,0 0-78-16,0 0 1 16,0 0-74-16,0 0-48 15,0 0 36-15,-64-32-87 16,50 62-8-16,3 18 66 16,5 36-37-16,3 35 41 15,3 29-32-15,0-7-35 16,0-29 53-16,0-36-66 15,0-22 9-15,0 4 7 16,3 5-3-16,3 1-16 16,-4-10 0-16,0-12 11 15,-2-10-20-15,0-10 9 0,0-8-39 16,-8-8 18-16,-13-6-49 16,-3 0 21-16,-3-10-146 15,0-10-5-15,1-16-60 16,6 4-244-16,4 2-388 15</inkml:trace>
  <inkml:trace contextRef="#ctx0" brushRef="#br0" timeOffset="78998.11">10384 5253 1288 0,'0'0'342'0,"0"0"-226"16,0 0-43-16,0 0 61 16,-110 133 92-16,89-57-77 15,7 10 2-15,10 5-69 0,4-3-60 16,0-8 13-16,20-10-35 16,9-8-21-16,7-9-2 15,18-6-116-15,-10-12-116 16,-7-16-397-16</inkml:trace>
  <inkml:trace contextRef="#ctx0" brushRef="#br0" timeOffset="80499.73">10692 5654 611 0,'0'0'561'15,"0"0"-344"-15,0 0-32 16,0 0 28-16,0 0-80 16,0 0-30-16,0 0 3 15,31-76-24-15,-17 72-4 16,1 3-62-16,1 1-8 16,1 1 48-16,2 20-50 15,-6 7 34-15,-2 8 15 16,-4 5-37-16,-7 2 40 0,0-1-49 15,0-4-8 1,0-2 28-16,-7-6-15 0,-2-3-13 16,0-9 1-16,3-7 10 15,3-7-24-15,3-4 6 16,0 0-15-16,3-20 21 16,12-14-234-16,5-12 34 15,3-8-64-15,-2-8 9 16,-5 4-1-16,-5 6 208 15,-7 15 48-15,-4 19 323 16,0 18-84-16,-15 0-116 16,-3 31-36-16,5 6-18 0,9 6 88 15,4-4-61-15,0-2-35 16,21-5-3-16,14-4-58 16,0-6-42-16,3-8-102 15,11-8-117-15,-11-4-93 16,-7-2-526-16</inkml:trace>
  <inkml:trace contextRef="#ctx0" brushRef="#br0" timeOffset="81281.07">11240 5009 606 0,'0'0'724'0,"0"0"-426"16,0 0-107-16,0 0-51 16,0 0-3-16,0 0-86 15,0 0 14-15,7-73-24 16,-1 47-40-16,4 1 11 15,-4-5-12-15,-2 2 0 16,1-1-5-16,-3 3 22 16,0 6 6-16,-2 6 56 15,0 6-17-15,0 4 30 0,0 4-90 16,0 0 14-16,0 8-32 16,2 16 14-16,-2 10 2 15,2 6 0-15,-2 10-41 16,0 3-69-16,-2 17-96 15,-13-12-150-15,1-12-269 16</inkml:trace>
  <inkml:trace contextRef="#ctx0" brushRef="#br0" timeOffset="81452.67">11099 5231 1370 0,'0'0'543'0,"0"0"-389"0,0 0-69 16,0 0-21-16,0 0 9 16,0 0-49-16,145-11-15 15,-109 11-9-15,7 0-239 16,-10 0-270-16,-6 4-722 0</inkml:trace>
  <inkml:trace contextRef="#ctx0" brushRef="#br0" timeOffset="82171.42">11236 5350 798 0,'0'0'298'0,"0"0"-206"16,0 0-73-16,0 0 36 16,0 0 2-16,0 0 31 15,0 0-20-15,-4 0-43 16,4 0 33-16,0 0-13 16,0 0 22-16,0 0 59 15,0 0-94-15,0 0-3 16,-3 0-1-16,3 0-26 15,0 0 39-15,-2 0-41 16,-1 0 0-16,1 0 35 16,2 0-27-16,-2 0-8 15,2 0 26-15,0 0-2 16,0 0 50-16,0 0-44 0,0 0-13 16,0 0 32-1,0 0-49-15,9 0-15 0,0-2 14 16,-3 2 2-16,3 0 25 15,-1 0-25-15,-6 0-1 16,0 2 83-16,-2 12-37 16,0 2 46-16,0 4-12 15,0 2-43-15,-4-2 38 16,4-4-47-16,0-2-28 16,0-4 32-16,12-2-25 15,5-2-8-15,-2-2 1 16,-7 0-70-16,-6 4-8 15,-2 2-122-15,-6 6 52 16,-19 5 61-16,-19 15-171 16,6-4-51-16,5-5-600 0</inkml:trace>
  <inkml:trace contextRef="#ctx0" brushRef="#br0" timeOffset="83721.13">11662 5763 960 0,'0'0'382'16,"0"0"-163"-16,0 0 48 16,0 0-50-16,0 0-20 15,0 0 34-15,0 0-116 16,2-6-24-16,11 2-27 0,7 0-63 15,5-2 51 1,8 2-52-16,3 0 0 0,1-2-9 16,-1 0 9-16,-1 1-35 15,-4 2-29-15,-4 1-76 16,0 2-93-16,-6 0-147 16,-6 0-222-16</inkml:trace>
  <inkml:trace contextRef="#ctx0" brushRef="#br0" timeOffset="83955.49">11870 5506 1260 0,'0'0'623'0,"0"0"-467"16,0 0-140-16,0 0 42 15,0 0 17-15,0 0 36 16,-40 133 25-16,34-81-127 16,-1-2 22-16,5 0-31 15,0-6-29-15,2-4-44 16,0 1-133-16,0-14-182 16,0-7-324-16</inkml:trace>
  <inkml:trace contextRef="#ctx0" brushRef="#br0" timeOffset="88406.99">12474 5586 61 0,'0'0'265'0,"0"0"-129"15,0 0-34-15,0 0-67 16,0 0 5-16,0 0 66 16,0 0 31-16,16-26-9 15,-11 20-26-15,-1-2 35 16,0 0 37-16,1-2-50 15,-1-2 23-15,4 2-22 16,-6 0-27-16,0 0 37 16,0 2-45-16,-2 0 41 15,0 0 28-15,0 0-78 16,2 0 21-16,0 2-21 16,0 2-60-16,1 0 55 15,1 4-69-15,0 0-6 0,4 0 3 16,2 16 11-16,1 10-15 15,1 12 0-15,-6 6 12 16,-1 6 25-16,-5-2-37 16,0 1 0-16,0-9 19 15,0-6-10-15,-5-8 3 16,1-8-12-16,2-6 10 16,2-8-34-16,0-4 24 15,0 0-26-15,6-4 20 16,10-18-44-16,4-12-11 15,3-12-64-15,-2-12-125 16,0-2 80-16,-3 6-59 16,-10 11 179-16,-3 19 50 0,-5 18 37 15,0 6-8 1,-13 10 41-16,-3 20 27 0,3 8 78 16,3 2-67-16,8 2-20 15,2-3-17-15,2-6-43 16,19-6 12-16,8-9-40 15,6-8-43-15,3-6-2 16,15-4-231-16,-11 0-48 16,-5-10-206-16</inkml:trace>
  <inkml:trace contextRef="#ctx0" brushRef="#br0" timeOffset="88985.05">12795 5031 312 0,'0'0'1123'0,"0"0"-577"16,0 0-276-16,0 0 15 0,0 0-154 0,0 0-83 15,0 0-4-15,67 0-43 16,-29 0 11-16,2 0-12 16,3 0-100-16,7 0-96 15,-7 0-289-15,-9 0-276 0</inkml:trace>
  <inkml:trace contextRef="#ctx0" brushRef="#br0" timeOffset="89297.68">13305 4927 772 0,'0'0'351'0,"0"0"-153"16,0 0-115-16,0 0-35 15,11-129-25-15,-5 95 0 16,-2 2 63-16,0 4-39 16,-2 2 36-16,3 8 73 15,-3 4 58-15,-2 6 72 16,0 4-121-16,0 4-95 16,0 0-42-16,0 8-27 15,2 14-1-15,0 8 12 16,0 8-5-16,0 4-4 15,-2 2-3-15,0 2-79 16,0 0-46-16,0 7-137 0,0-11-96 16,-6-12-247-16</inkml:trace>
  <inkml:trace contextRef="#ctx0" brushRef="#br0" timeOffset="89453.93">13189 5111 854 0,'0'0'983'15,"0"0"-619"-15,0 0-102 16,0 0-198-16,0 0-33 16,0 0-21-16,0 0-10 15,127-4-9-15,-71 4-225 16,-9 0-350-16,-7 0-884 0</inkml:trace>
  <inkml:trace contextRef="#ctx0" brushRef="#br0" timeOffset="89844.55">13324 5242 208 0,'0'0'1095'0,"0"0"-724"16,0 0-186-16,0 0-75 16,0 0 68-16,0 0-85 15,0 0-19-15,17-33 1 16,-8 30-59-16,-2 3 39 16,-5 0-29-16,-2 0-4 15,0 11 9-15,-6 7 5 16,-12 4 14-16,-3-1 34 15,6-3-57-15,3-4 7 16,8-4-34-16,4-6 24 16,4-4 3-16,23 0-27 15,9 0-16-15,7 0-17 16,3-10-101-16,14-2-160 16,-11 3-233-16,-7 1-423 0</inkml:trace>
  <inkml:trace contextRef="#ctx0" brushRef="#br0" timeOffset="90188.3">13825 5202 947 0,'0'0'746'0,"0"0"-505"15,0 0-172-15,0 0 5 16,0 0-3-16,60 120 80 16,-56-60 31-16,-4 10-124 15,0 6-28-15,-4-2 6 16,-16-1-36-16,-3-11 32 15,-1-8-32-15,2-12 0 16,-1-10-19-16,8-8-14 16,9-12-144-16,6-8-164 15,0-4-419-15</inkml:trace>
  <inkml:trace contextRef="#ctx0" brushRef="#br0" timeOffset="90437.88">14515 5252 1702 0,'0'0'359'16,"0"0"-287"-16,0 0-26 16,-115-13-45-16,68 35 85 15,0 15 73-15,7 11-97 16,8 8 30-16,13 4-89 0,5-2 8 15,14-5-22 1,0-9 1 0,4-11-9-16,15-10-14 15,5-11-117-15,0-12 14 0,7-12-94 0,-4-19-154 16,-6-5-270-16</inkml:trace>
  <inkml:trace contextRef="#ctx0" brushRef="#br0" timeOffset="90657.16">14453 4873 1595 0,'0'0'577'0,"0"0"-347"15,0 0-198-15,0 0-11 16,0 0-9-16,0 0 49 16,2 140 22-16,-2-70-47 15,0 8-29-15,0 4 14 16,0 0-21-16,0-3-12 0,0-9-21 15,2-6-117-15,12-7-48 16,-3-17-136-16,0-16-385 0</inkml:trace>
  <inkml:trace contextRef="#ctx0" brushRef="#br0" timeOffset="90907.04">14625 5410 1320 0,'0'0'580'15,"0"0"-440"-15,0 0-68 16,0 0-72-16,0 0 1 16,0 0 139-16,0 0-12 0,17 76-30 15,-17-32-27-15,0 0-37 16,0-1 20-16,-4-11-54 16,-3-6 1-16,5-12 11 15,2-8-12-15,0-6-18 16,2-2 17-16,14-27-135 15,4-8-62-15,9-44-83 16,-7 11-48 0,-1 4-231-16</inkml:trace>
  <inkml:trace contextRef="#ctx0" brushRef="#br0" timeOffset="91047.66">14625 5410 958 0,'131'-100'711'16,"-133"114"-448"-16,-11 18-53 16,-1 8-94-16,1 10 65 15,6 2-35-15,7 0-35 16,0-2-52-16,11-8-58 15,12-5-2-15,6-13-38 0,2-9-95 16,2-8-155-16,-6-7-329 16,-10 0-917-16</inkml:trace>
  <inkml:trace contextRef="#ctx0" brushRef="#br0" timeOffset="96367.9">2707 8111 614 0,'0'0'257'0,"0"0"-135"16,0 0-28-16,0 0 39 0,0 0-9 16,0 0 17-16,0 0 56 15,-45-4-37-15,42 0 42 16,1 2 10-16,2 0-44 15,-2 2 28-15,2-2-75 16,0 2-51-16,0 0-4 16,0 0-65-16,0 0-1 15,2 0 0-15,14 0 10 16,7 0-4-16,5 6-6 16,3-2-42-16,3 2 17 15,-2 0-104-15,-3 6-129 0,-8 0-133 16,-9-2-383-16</inkml:trace>
  <inkml:trace contextRef="#ctx0" brushRef="#br0" timeOffset="96524.28">2655 8307 1166 0,'0'0'885'0,"0"0"-706"15,0 0-92-15,0 0-71 16,0 0 4-16,0 0-31 15,0 0 11-15,160-36-189 16,-117 35-193-16,-9 1-677 0</inkml:trace>
  <inkml:trace contextRef="#ctx0" brushRef="#br0" timeOffset="101825.59">4014 7646 149 0,'0'0'300'16,"0"0"-152"-16,0 0-29 15,0 0-11-15,0 0 38 16,0 0 17-16,0 0-31 15,-27 0 17-15,27-2 0 16,-2-2-10-16,0 0 56 16,0 0-101-16,-3 0 24 15,3-2 62-15,0 2-48 16,0-2-14-16,0 4-37 16,0-2-81-16,2 4 58 15,0-2-57-15,0 2 14 0,0 0-3 16,0 0 1-16,8 0-13 15,8 14 0-15,-3 6 1 16,0 6 6-16,-3 2-6 16,-8 6-1-16,-2 0 25 15,0 0-23-15,-2 2 42 16,-14-3-36-16,-1-6-2 16,0-3 15-16,5-6-21 15,0-5 0-15,7-5 0 16,3-8 6-16,2 0-17 15,0-4 8-15,5-20-65 16,11-11 8-16,5-9-76 16,4-6-85-16,2 2 65 15,-5 6 21-15,-4 10 119 16,-9 10 16-16,-4 14 64 0,-5 6 51 16,0 2-81-16,-5 6 90 15,-7 14-2-15,6 6-56 16,2 4 16-16,4 0-53 15,0 0-29-15,4-6 25 16,16-4-25-16,9-8-16 16,7-2-5-16,-1-6-113 15,1-2-90-15,-1 2-91 16,-10 0-278-16,-7-1-673 0</inkml:trace>
  <inkml:trace contextRef="#ctx0" brushRef="#br0" timeOffset="103842.87">4656 7060 1007 0,'0'0'520'16,"0"0"-312"-16,0 0-56 16,0 0-9-16,0 0-57 15,0 0 1-15,0 0-15 16,2-1-25-16,-15 19 54 15,-5 4-44-15,-1 1-35 16,-6 1 43-16,0-2-57 0,3-4-5 16,4-1 16-1,2-9-19-15,8-2 25 0,5-2-25 16,3-4 0-16,0 0-7 16,3 0 7-16,14 0 0 15,8 0-6-15,4 0 19 16,2 0-29-16,0 0 14 15,-2 0-60-15,-2-4-17 16,-5 0-89-16,-4 0 9 16,-4-2-30-16,-6 0-45 15,-3-2 43-15,-5-3-93 16,0 0 48-16,0-2 135 16,0 1 101-16,-7 2 47 15,1 0 167-15,1 5-12 16,1 2 8-16,1 2-7 15,-2 1-19-15,1 0-8 0,-2 7-121 16,-1 12-5-16,-2 6 5 16,2 8-42-16,-1 1-13 15,-1 0-59-15,1-2-114 16,-2 4-81-16,3-8-230 16,1-6-240-16</inkml:trace>
  <inkml:trace contextRef="#ctx0" brushRef="#br0" timeOffset="104030.37">4454 7429 818 0,'0'0'863'0,"0"0"-573"16,0 0-119-16,0 0-14 16,0 0-48-16,0 0-73 15,0 0 49-15,66-32-85 16,-26 32 10-16,10 0-22 15,-2 0-93-15,17 0-94 16,-12 0-135-16,-11 0-337 0</inkml:trace>
  <inkml:trace contextRef="#ctx0" brushRef="#br0" timeOffset="104717.75">4614 7515 793 0,'0'0'393'0,"0"0"-232"0,0 0-42 16,0 0-34-16,0 0-15 16,0 0 86-1,0 0-88-15,-12 0-36 0,10 0-9 16,2 0-17-16,0 0 1 15,0 0-7-15,0 0 6 16,0 0 12-16,0 0-12 16,0 0-6-16,0 0 17 15,0 0-17-15,0 0 24 16,0 0-24-16,0 0 6 16,0 0-3-16,0 0-3 15,0 0 0-15,0 0 16 16,0 0-5-16,0-2 59 15,0-1-38-15,0-1-30 16,0-3 18-16,8 3-18 0,-2 2-2 16,0 2 7-16,1 0 5 15,-3 0 4-15,2 0-16 16,-4 4 25-16,0 10 65 16,-2 0-53-16,0 0 16 15,2 0 1-15,2-2-35 16,5-3 39-16,5-1-51 15,-1-2-6-15,0-2 40 16,-4 1-41-16,-6 4 0 16,-3 3 0-16,-7 3 2 15,-22 6 16-15,-6 1-18 16,-4 4-75-16,-7 6-29 16,8-8-169-16,9-2-343 0</inkml:trace>
  <inkml:trace contextRef="#ctx0" brushRef="#br0" timeOffset="106739.93">4560 7517 616 0,'0'0'334'16,"0"0"-145"-16,0 0 5 16,0 0-66-16,0 0 84 15,0 0-42-15,0 0-34 16,-8-29-12-16,8 22-31 15,0 3 20-15,0-2-30 16,0 0-63-16,2-2 43 16,6 3-63-16,6-4 0 15,-1 5-2-15,0 0 13 16,1 2-7-16,-1 2-4 16,-1 0 0-16,-4 0-10 15,-1 8 10-15,-5 10 0 16,-2 2 18-16,0 4-17 0,0 1 42 15,-9 0-31-15,-3 0-5 16,-5-3 23-16,5-7-29 16,0 0-1-16,3-7 9 15,5-4-2 1,2-2-2-16,2-2-5 0,0 0 0 16,0 0-23-16,4 0-30 15,9-11-53-15,5 2 7 16,3 0 0-16,0 6 81 15,0 1-1-15,-1 2 19 16,-5 0 8-16,-4 2-7 16,-6 12 42-16,-5 2 10 0,0 2-26 15,-14 4 72-15,-13-2-53 16,-2 0-31-16,-4-2 7 16,2-4-22-16,0-4-89 15,2-2-85-15,4-2-316 16,10-4-394-16</inkml:trace>
  <inkml:trace contextRef="#ctx0" brushRef="#br0" timeOffset="107662.01">3592 8267 995 0,'0'0'356'0,"0"0"-221"16,0 0-83-16,0 0 76 15,0 0 23-15,0 0-52 16,0 0 30-16,-10 4-92 16,28-1 4-16,11 1 43 15,9-3-38-15,11 3 7 16,9-4-42-16,11 0 0 16,11 0 22-16,9 0-27 15,4-4 9-15,1-1 9 16,-3-4-23-16,-4 1 7 15,-6 0-8-15,-8 1-85 16,-10 0-15-16,-10 1-99 0,-4 2-76 16,-15 2-129-16,-14 0-319 15</inkml:trace>
  <inkml:trace contextRef="#ctx0" brushRef="#br0" timeOffset="108428.05">4110 8524 834 0,'0'0'548'16,"0"0"-397"-16,0 0-20 16,0 0-16-16,0 0-54 15,0 0 65-15,0 0-20 16,-67 34-6-16,34-8 34 15,-3 3-61-15,3-2-23 16,6-3-31-16,7-6-8 16,9-4 19-16,9-6-30 15,2-5 0-15,6-2 14 16,21-1-2-16,9 0-3 0,4 0-9 16,2 0-16-16,0-5 15 15,-1-2-92 1,-3 1-20-16,-7 1 41 0,-2-2-87 15,-10 0-5-15,-3 0-13 16,-5 0 9-16,-9-4 8 16,-2 1-103-16,0-2 14 15,0-2 249-15,0 2 29 16,-8 2 243-16,-3 2-3 16,1 4-103-16,0 4 24 15,-1 0-63-15,-1 0-53 16,1 12 13-16,0 8-44 15,2 8 19-15,2 7-26 16,1 2-35-16,2 6-2 16,-3-3-117-16,0 8-180 0,0-14-98 15,1-8-920-15</inkml:trace>
  <inkml:trace contextRef="#ctx0" brushRef="#br0" timeOffset="108631.19">3847 8983 1551 0,'0'0'762'0,"0"0"-644"0,0 0-118 16,0 0-22-16,0 0 22 16,138-20 0-16,-82 16 23 15,6 2-11-15,3 0-12 16,-1 0-122-16,13 2-148 15,-17-2-316-15,-16 0-113 0</inkml:trace>
  <inkml:trace contextRef="#ctx0" brushRef="#br0" timeOffset="109522.1">4188 9144 1174 0,'0'0'281'15,"0"0"-227"-15,0 0-48 0,0 0 30 16,0 0-3 0,0 0 83-16,0 0-22 0,-29 0-64 15,27 0 22-15,0 0-40 16,0 2 6-16,2-2 55 15,0 2-52-15,0-2 12 16,0 0-4-16,0 0-29 16,-2 0 24-16,2 0-24 15,-3 0 0-15,1 0 17 16,0 2-9-16,-3-1 4 16,3-1 23-16,2 3-20 15,0-3 39-15,0 0-20 16,0 0-1-16,0 0 36 15,0 0-63-15,-2 0 5 16,2 0-11-16,-3 0 10 0,-1 2-23 16,2-2 13-1,-2 2-6-15,1-2-13 0,1 2 10 16,0-2 9-16,2 0 0 16,0 0 11-16,0 0-19 15,0 0 8-15,0 0 0 16,0 0-22-16,0 0 17 15,0 0 5-15,0 0 0 16,0 0 10-16,0 0 20 16,0 0-20-16,0 0 19 15,0 0 12-15,9-2-40 16,2-2-1-16,2 0 0 0,-2 0 1 16,-2 4 8-1,-2 0-9-15,-2 0 0 0,-5 2-12 16,0 14 28-16,-3 2 17 15,-10 4 21-15,-3 0-48 16,5-2 53-16,6-2-59 16,5-4 0-16,0-2 12 15,3-2 1-15,15 0-13 16,-1-2 0-16,1 2 16 16,-5 0-23-16,-5 2 7 15,-6 5-8-15,-2 1-11 16,-10 1 21-16,-14 2-4 15,-7 0-11-15,-7 0-151 16,-13 2 34-16,10-2-148 16,6-7-289-16</inkml:trace>
  <inkml:trace contextRef="#ctx0" brushRef="#br0" timeOffset="111419.21">5246 8263 643 0,'0'0'526'0,"0"0"-316"16,0 0-2-1,0 0 126-15,0 0-69 0,0 0-32 16,0 0-77-16,-8-10-92 16,8 6 11-16,10 0-72 0,11 1 7 15,3-1 1-15,10-1-11 16,-1 1 0-16,5 0-1 15,-3 2-17-15,2 0-23 16,-8-2-177-16,2 2-78 16,-7 0-41-16,-10 0-316 15</inkml:trace>
  <inkml:trace contextRef="#ctx0" brushRef="#br0" timeOffset="111652">5489 8061 633 0,'0'0'1029'15,"0"0"-851"-15,0 0-103 0,0 0 0 16,-60 120 37-16,49-80-30 16,5 2-20-16,1-2-25 15,5 0-37-15,0-3-91 16,0 3-94-16,3-12-151 15,5-6-362-15</inkml:trace>
  <inkml:trace contextRef="#ctx0" brushRef="#br0" timeOffset="112496.08">6608 7630 65 0,'0'0'958'16,"0"0"-643"-16,0 0-135 16,0 0 12-16,0 0 36 15,0 0-101-15,0 0-15 16,61-37-38-16,-46 37-50 16,1 22 41-16,-5 11-7 15,-7 5-14-15,-4 6 57 16,0 2-71-16,-13 0 13 15,-3-5-1-15,1-5-33 16,3-7 18-16,3-7-27 0,5-9 0 16,4-8-22-1,0-5 18-15,0 0-17 0,9-7 10 16,9-19-87-16,-1-9-70 16,1-11-105-16,0-6-78 15,0-4 26-15,-5 8-186 16,-4 10 511-16,-6 16 270 15,-3 20 58-15,0 2-199 16,-10 22-73-16,-5 16 59 16,-1 2 83-16,7 2-72 15,5 0 22-15,4-6-8 16,0-6-89-16,13-6 3 16,7-6-54-16,5-3-66 15,4-9-17-15,11-5-143 16,-5-1-133-16,-6 0-256 0</inkml:trace>
  <inkml:trace contextRef="#ctx0" brushRef="#br0" timeOffset="113966.34">7263 7026 9 0,'0'0'1257'15,"0"0"-927"-15,0 0-199 16,0 0 6-16,0 0 36 0,0 0-50 15,0 0 55 1,-4 0 7-16,4-6-133 0,2-6-34 16,7-4-18-16,-5 0 9 15,0-2-25-15,-2-2-11 16,1 0-43-16,-3 0 24 16,3 4-27-16,-1 2 73 15,0 6 6-15,-2 4 28 16,0 4-4-16,0 0-30 15,0 4-6-15,0 14-7 16,0 8 14-16,0 8-1 16,0 4 5-16,0 4-5 15,0 0 0-15,-7 2-130 16,-4 6-89-16,0-9-72 16,1-11-392-16</inkml:trace>
  <inkml:trace contextRef="#ctx0" brushRef="#br0" timeOffset="114122.6">7105 7295 924 0,'0'0'836'15,"0"0"-581"-15,0 0-123 16,0 0-13-16,0 0-89 16,0 0 11-16,0 0-41 15,89 0-15-15,-38 0-84 16,-6 0-228-16,-9 0-381 0</inkml:trace>
  <inkml:trace contextRef="#ctx0" brushRef="#br0" timeOffset="114575.64">7288 7385 178 0,'0'0'877'0,"0"0"-565"0,0 0-151 16,0 0 0-16,0 0-63 15,0 0 3-15,0 0-14 16,2-6-67-16,7 2 21 16,-1 0-41-16,4 2-5 15,-3 0-12-15,-3 2 25 16,-4 0-8-16,-2 0 0 16,0 12 18-16,0 8 45 15,-13 4-17-15,-3 2 1 16,-1 2 15-16,3-3-42 15,3-3 30-15,9-7 24 16,2-4-58-16,7-5 57 16,22-6-43-16,8 0-30 15,6-3-34-15,1-8-144 16,4-2-19-16,-11 4-116 0,-12 2-358 16</inkml:trace>
  <inkml:trace contextRef="#ctx0" brushRef="#br0" timeOffset="115309.99">6239 8209 347 0,'0'0'757'16,"0"0"-487"-16,0 0-106 0,0 0 75 15,0 0-72 1,0 0-6-16,0 0 10 0,-8 0-89 16,26 0-19-16,7 0-63 15,8 2 2-15,9 0 17 16,10-2-7-16,12 0 6 16,7 0-2-16,10 0-5 15,6-8 0-15,-3-2-11 16,-1-2 0-16,-7 2-13 15,-11 2 13-15,-11 4-40 16,-8 2-42-16,-13 2-72 16,-13 0-22-16,-13 0-110 15,-7 4-85-15,0 4-135 0</inkml:trace>
  <inkml:trace contextRef="#ctx0" brushRef="#br0" timeOffset="115903.76">6572 8584 679 0,'0'0'811'0,"0"0"-542"16,0 0-156-16,0 0-76 0,0 0 97 16,0 0-28-1,0 0 0-15,54-74-8 0,-38 46-79 16,-3 0-2-16,3-2-17 15,-5 2 25-15,-1 2 3 16,-2 6 6-16,-4 6 29 16,-2 6 24-16,-2 5-76 15,0 3-1-15,0 0-10 16,0 3 0-16,0 15 5 16,0 4-5-16,0 8 0 15,0 4 0-15,-4 2 0 16,2 2 0-16,-4 0-44 15,4-4-136-15,-2-2 24 16,0-2-116-16,2-6-110 16,-3-10-366-16</inkml:trace>
  <inkml:trace contextRef="#ctx0" brushRef="#br0" timeOffset="116091.27">6459 8743 776 0,'0'0'1132'0,"0"0"-821"15,0 0-152-15,0 0-124 16,0 0-18-16,0 0 50 16,0 0-17-16,144-8-5 15,-99 8-45-15,1 0-33 16,0 0-43-16,7 0-189 16,-11 0-117-16,-8 0-435 0</inkml:trace>
  <inkml:trace contextRef="#ctx0" brushRef="#br0" timeOffset="116575.63">6692 8953 719 0,'0'0'186'0,"0"0"-186"0,0 0 14 16,0 0-14-16,0 0 132 16,0 0 52-16,0 0 7 15,-31 6-89-15,31-6-25 16,0 0 88-16,2 0-92 15,8 0-44-15,3 0-16 16,-2 0-4-16,0 0-8 16,-2 0-1-16,-5 4 0 15,-2 12 3-15,-2 6-1 16,-2 6 29-16,-15 4 14 16,-5 0-2-16,1-1 68 15,4-7-36-15,5-6-1 16,10-6 27-16,2-6-79 0,10-6 27 15,13 0 4 1,11 0-45-16,4-15 17 0,2 0-25 16,2-1-46-16,3-3 24 15,-1 4-144-15,21-6-48 16,-9 3-143-16,-7 3-340 0</inkml:trace>
  <inkml:trace contextRef="#ctx0" brushRef="#br0" timeOffset="117310.01">7566 8187 836 0,'0'0'631'0,"0"0"-298"16,0 0-91-16,0 0 22 16,0 0-49-16,0 0-110 15,0 0-29-15,32 0-58 16,-3 2-6-16,4 0 3 15,2-2-15-15,3 0-22 0,-2 0-21 16,-3 0-127 0,-4 0-70-16,-2-6-122 0,-9-4-169 15,-7 0-156-15</inkml:trace>
  <inkml:trace contextRef="#ctx0" brushRef="#br0" timeOffset="117497.63">7789 7999 1317 0,'0'0'500'16,"0"0"-398"-16,0 0-3 15,-65 114 56-15,47-66-44 0,3 2 27 16,5 4-55 0,6-4-83-16,4-1-35 0,0-12-154 15,29-4-85-15,0-13 2 16,5-12-241-16</inkml:trace>
  <inkml:trace contextRef="#ctx0" brushRef="#br0" timeOffset="117747.5">8379 7971 1735 0,'0'0'508'0,"0"0"-473"0,0 0-35 15,-140 0 0-15,89 24 141 16,4 10 1-16,13 6-57 16,17 4 5-16,15 6-83 15,2-2-2-15,17 1-4 16,14-8 16-16,12-4-34 16,3-7-20-16,4-8-163 15,21-11-99-15,-13-6-324 16,-4-5-564-16</inkml:trace>
  <inkml:trace contextRef="#ctx0" brushRef="#br0" timeOffset="118890.29">8778 8117 386 0,'0'0'585'15,"0"0"-242"-15,0 0-103 16,0 0 41-16,0 0 27 0,0 0-28 15,0 0-50-15,0-6-142 16,9 6-67-16,9 0 48 16,7 0-69-16,6 6 24 15,6 0 6-15,3 2-20 16,5-2 13-16,2-2-23 16,-2 0-61-16,-5-2 41 15,-5 0-130-15,-8 2-69 16,-18 2-85-16,-9 0-252 15,0 0-194-15</inkml:trace>
  <inkml:trace contextRef="#ctx0" brushRef="#br0" timeOffset="119048.99">8818 8300 1497 0,'0'0'537'16,"0"0"-391"-16,0 0-74 15,0 0 137-15,0 0-60 16,0 0-100-16,151 15-43 15,-105-15-6-15,-2 0-131 16,7 0-84-16,-11 0-277 16,-9 0-400-16</inkml:trace>
  <inkml:trace contextRef="#ctx0" brushRef="#br0" timeOffset="123484.69">9966 7845 627 0,'0'0'246'15,"0"0"-89"-15,0 0 36 16,0 0-21-16,0 0 27 16,0 0-20-16,0 0-47 15,0-35 26-15,-2 31-66 16,-3 0-25-16,2 0-15 15,-1 0-28-15,0 0 44 16,-1 0-22-16,1 0-34 16,2 0 52-16,2-2-63 0,0 0 25 15,0-2-8-15,0-4-6 16,0 0 1-16,9-2-13 16,6 2-13-16,3 0-8 15,-2 2-2-15,-1 6 21 16,-2 2 2-16,1 2 0 15,-3 0-24-15,-5 2 24 16,0 14 0-16,-6 6 30 16,0 4-20-16,0 6 2 15,-14 0 11-15,-4 3-13 16,-2-6 26-16,4-3-36 16,3-5 0-16,4-10-6 15,9-3-9-15,0-3 3 0,5-5-27 16,17 0-7-16,2 0 45 15,3 0-93-15,-2 0 70 16,-7 0 14-16,-7 0 10 16,-7 12 0-16,-4 6 3 15,0 2 11-15,-9 4 43 16,-13 2-36-16,-3 0-11 16,-2 2-20-16,-6 10-59 15,7-8-117-15,5-4-350 0</inkml:trace>
  <inkml:trace contextRef="#ctx0" brushRef="#br0" timeOffset="123782.35">9719 8340 1480 0,'0'0'509'0,"0"0"-415"16,0 0 47 0,0 0-37-16,0 0 22 0,129-20 3 15,-75 11-109-15,5 1 30 16,1 2-50-16,0 2-43 15,-4 3-115-15,2 1-170 16,-14 0-64-16,-15 0-446 0</inkml:trace>
  <inkml:trace contextRef="#ctx0" brushRef="#br0" timeOffset="124157.39">10118 8484 1126 0,'0'0'350'0,"0"0"-219"16,0 0-11-16,0 0 42 16,-121 62-14-16,74-38-32 15,-1 4 73-15,-4 0-112 16,3-1-23-16,4-4-4 15,12-4-48-15,11-7 38 16,11-4-36-16,9-5 4 16,2-3 17-16,4 0-6 15,17 0-19-15,11 0 18 16,8 0-12-16,7 0 14 16,6-5-20-16,5-4 0 15,1 0-32-15,-1 0 9 16,-8 1-86-16,-3 2-69 0,-7 2-67 15,-2 4-92-15,-13 0-185 16,-9 0-165-16</inkml:trace>
  <inkml:trace contextRef="#ctx0" brushRef="#br0" timeOffset="124344.77">10208 8506 745 0,'0'0'1003'0,"0"0"-761"0,0 0-188 16,0 0 46 0,0 0-52-16,-46 129 71 0,35-86 36 15,6 5-104-15,0-1-51 16,5-3-22-16,0 2-202 16,0-10-85-16,0-10-425 0</inkml:trace>
  <inkml:trace contextRef="#ctx0" brushRef="#br0" timeOffset="136273">10598 8197 32 0,'0'0'22'0,"0"0"165"16,0 0-53-16,0 0 9 15,0 0 4-15,-15-8-43 16,15 6-10-16,0 0-33 16,0 0-47-16,0 2 1 0,0-2 24 15,0 0-29 1,0-2 39-16,0 2-36 0,0 0 9 15,0-2 24-15,0 2 9 16,0 0-12-16,0 0-30 16,0 2-1-16,0 0 0 15,0 0-12-15,0 0 0 16,0 0-1-16,0 0-14 16,0 0 15-16,0-2 0 15,0 2 1-15,0-2 19 16,0-2-20-16,0 2-37 15,0-2-11-15,-5 2-61 0,3 2-113 16</inkml:trace>
  <inkml:trace contextRef="#ctx0" brushRef="#br0" timeOffset="137117.81">10542 8141 110 0,'0'0'157'0,"0"0"-65"0,0 0 12 15,0 0-14-15,0 0 38 16,0 0 76-16,0 0-84 16,0-16-61-16,0 16 6 15,0-2-39-15,0 2 22 16,0 0 14-16,0-2 9 15,0 2 58-15,0-2-47 16,0 2-5-16,0-2 55 16,0 0-63-16,0-2 26 0,0 2-4 15,-4-2-49-15,2 2 23 16,0 0-34-16,2 0 24 16,-2 0 33-16,2 2-48 15,-3 0 48-15,3 0-2 16,0 0-34-16,0 0 48 15,-2-2-56-15,2 2-14 16,0 0 52-16,0 0-67 16,0 0 26-16,0 0-37 15,0 0 14-15,0 0 3 16,0 0-21-16,5 0-3 16,3 0-24-16,2 10 34 15,1 8-7-15,-1 6 0 0,-3 6 11 16,-4 4 2-1,-3 2-13-15,0 0 0 0,0-4 27 16,0-1-13-16,-5-7-14 16,3-8 0-16,2-6 21 15,0-5-54-15,0-5 33 16,0 0-63-16,4-5 63 16,8-17-41-16,-2-10-8 15,-3-9-35-15,0-4-148 16,-2 0 88-16,-3 7 81 15,0 12 63-15,-2 10 46 16,0 10 57-16,0 6-25 16,0 0-50-16,0 18-27 15,0 10 124-15,0 4-83 0,0 3-15 16,15-2-6-16,12-3-21 16,4-3-2-16,5-8-50 15,7-5-162-15,10-3-82 16,-6-5-378-16,-12-4-429 0</inkml:trace>
  <inkml:trace contextRef="#ctx0" brushRef="#br0" timeOffset="137414.68">10991 8217 1252 0,'0'0'707'16,"0"0"-426"-16,0 0-61 16,0 0-123-16,0 0-48 15,0 0 57-15,0 0-82 16,62 25-5-16,-39-6-19 15,-2 2 20-15,2-2-40 16,-3 2-11-16,-3-3-111 0,2 3-89 16,-4-2-256-1,-6-7-57-15</inkml:trace>
  <inkml:trace contextRef="#ctx0" brushRef="#br0" timeOffset="137742.91">11402 7810 954 0,'0'0'518'0,"0"0"-308"0,0 0-70 16,0 0-91-16,0 0 120 15,0 0-3-15,-35 126-3 16,18-65 11-16,-6 3-113 16,1 2 15-16,-1-4-39 15,4-4-36-15,0-4 29 16,7-9-30-16,2-8-28 16,3-6 28-16,7-13-105 15,0-6-139-15,0-12-13 16,7-6-67-16,5-14-269 0</inkml:trace>
  <inkml:trace contextRef="#ctx0" brushRef="#br0" timeOffset="137961.96">11414 7818 1467 0,'0'0'620'0,"0"0"-500"15,0 0-60-15,0 0 42 16,118-6-72-16,-69 6 64 16,5 0-13-16,-1 2-80 15,0 2 32-15,-3 0-33 16,-8 1-94-16,-5-4-124 16,-12 3-271-16,-11-4-300 0</inkml:trace>
  <inkml:trace contextRef="#ctx0" brushRef="#br0" timeOffset="139180.59">11101 7808 363 0,'0'0'215'16,"0"0"-131"-16,0 0 10 0,0 0-22 15,0 0 59-15,0 0 8 16,0 0-19-16,-25 0 41 15,25 0-48-15,0 0-36 16,0 0 41-16,0 0-20 16,0 0-10-16,0-2 0 15,0 2-41-15,0 0 29 16,0-2-56-16,0 2-3 16,0 0 67-16,0-2-64 15,-3 0 28-15,3 0 11 16,-3 0-43-16,3 0 40 15,-2 0-51-15,2 0 2 16,-2 2 1-16,0-2 4 0,0 2-12 16,2-2 10-1,-2 2 3-15,2-2-8 0,0 2-5 16,0-2 0-16,-3 2 3 16,3 0-3-16,-2-2 0 15,0 2 0-15,0 0 7 16,0 0-28-16,2 0 21 15,0 0-8-15,0 0-10 16,0 0-5-16,-2 0 23 16,2 0 0-16,0 0 8 15,0-2-14-15,0 2 6 16,0-2 0-16,0 0 28 16,0-2-28-16,2-2 0 15,11 0-1-15,-2 0-1 0,2 0-10 16,-4 4 12-16,1 2 0 15,-4 0 46-15,-2 0-45 16,-4 4 22-16,0 16 26 16,0 2-40-16,-2 6 71 15,-10 0-49-15,2-2-16 16,3-2 31-16,5-3-34 16,2-7-7-16,0 0-5 15,7-5 19-15,9 0-38 16,-1 0 19-16,-1 0-26 15,-8 0 7-15,-6 4-18 16,0 1 5-16,-4 2 15 16,-17 2-92-16,-10 6-5 0,4-4-121 15,7-8-300-15</inkml:trace>
  <inkml:trace contextRef="#ctx0" brushRef="#br0" timeOffset="139869.22">11716 8131 925 0,'0'0'662'16,"0"0"-363"-16,0 0-79 15,0 0-95-15,0 0-48 16,0 0-22-16,0 0 1 16,37-40 10-16,-31 46-54 15,1 16-5-15,-3 6 27 16,-2 6-6-16,-2 6 68 15,0 2-64-15,-2 1-24 16,-9-3 44-16,3-3-51 16,0-6-1-16,6-9 3 15,0-8 12-15,2-6-18 16,0-8 3-16,0 0-28 16,4 0 11-16,12-16-27 0,7-12-59 15,1-12-123 1,5-9-60-16,-2-5-99 0,-1 3 1 15,-5 10 315-15,-8 13 69 16,-11 18 130-16,-2 10-3 16,0 0-47-16,-15 24 39 15,3 2 86-15,6 4-22 16,3 0-55-16,3-2 54 16,3-1-121-16,17-5-26 15,7-7-35-15,4-4-53 16,15-7-67-16,-8-4-128 15,-5 0-293-15</inkml:trace>
  <inkml:trace contextRef="#ctx0" brushRef="#br0" timeOffset="144443.68">12408 8274 750 0,'0'0'510'0,"0"0"-333"16,0 0-52-16,0 0 27 15,0 0 52-15,0 0-72 16,0 0-16-16,0-14-8 16,0 14-47-16,2-3-2 15,7 2-13-15,4 1-9 16,5 0 61-16,2 0-97 15,7 0 13-15,6 0-10 16,5 0 5-16,4 0-18 16,3-3-50-16,-1 3-114 15,8-2-7-15,-12 0-209 16,-11 0-230-16</inkml:trace>
  <inkml:trace contextRef="#ctx0" brushRef="#br0" timeOffset="144694.29">12730 8051 1302 0,'0'0'532'0,"0"0"-434"0,0 0-88 16,0 0 42-1,0 0 118-15,0 0-16 0,-23 136-12 16,13-85-114-16,1 0-27 16,3 0-1-16,4-5-84 15,2 0-90-15,0-14-105 16,11-10-368-16</inkml:trace>
  <inkml:trace contextRef="#ctx0" brushRef="#br0" timeOffset="145647.54">13355 8085 952 0,'0'0'541'15,"0"0"-260"-15,0 0-49 16,0 0-59-16,0 0 25 16,0 0-85-16,0 0 22 15,0-10-84-15,0-2-37 16,0-2 17-16,2-4-31 15,9-2-18-15,3-1 6 16,3 3-13-16,1 4 11 0,-3 6 14 16,-3 7-4-16,-5 1-35 15,-5 5 36-15,-2 18 3 16,0 8 8-16,-14 6 3 16,-10 5 31-16,-7 4-24 15,-6-2-8-15,0 0 61 16,1-5-71-16,3-10 0 15,6-7-1-15,7-9 8 16,5-9-7-16,1-4 0 16,5 0 1-16,5-8-28 15,4-9 27-15,0 2-23 0,0 2 22 16,6 8-1-16,10 0-8 16,6 5 10-16,7 0 0 15,5 5-21-15,6 7 21 16,2 2-25-16,1-3-96 15,10 2-155-15,-13-4-197 16,-6-2-431-16</inkml:trace>
  <inkml:trace contextRef="#ctx0" brushRef="#br0" timeOffset="149213.94">13752 8107 1039 0,'0'0'402'16,"0"0"-123"-16,0 0-16 15,0 0-113-15,0 0 15 16,0 0 4-16,0 0-60 16,4-10-20-16,0 10-74 15,5 0-9-15,-1 14 27 16,4 2-20-16,1 6-13 15,-1 2 25-15,-1 0-24 16,-3 0 39-16,4-2-40 16,-5-4 0-16,1-4 3 15,-1-4 6-15,-1-2-9 16,2-1 0-16,-6-6 12 16,2 1 0-16,-2-2-12 0,0 0 0 15,1 0-6-15,-1 0 18 16,2-6-12-1,4-13 0-15,0-12-16 16,3-7 9-16,1-8-28 0,-2-8-45 16,1-4 43-16,-1-4-114 15,-1 4 56-15,-3 1 54 16,0 10 36-16,-1 4 4 16,0 11 2-16,-3 6 43 15,0 8 64-15,1 6-57 0,-1 6 38 16,2 4-47-16,9 2-27 15,7 0 1-15,9 0-16 16,11 4 0-16,10 6 9 16,3-2 3-16,3 0-12 15,-3-2 0-15,-6 0-88 16,-9 0-52-16,-7 4-229 16,-11 0-262-16,-11-4-356 0</inkml:trace>
  <inkml:trace contextRef="#ctx0" brushRef="#br0" timeOffset="149729.44">14163 8075 537 0,'0'0'780'16,"0"0"-446"-16,0 0-128 15,0 0-124-15,0 0 32 16,0 0-49-16,0 0 14 16,90-14 0-16,-75 14-72 15,-1 14 20-15,-6 8-1 16,-6 8-6-16,-2 4 94 15,0 4-59-15,-2-2-5 0,-8-1 25 16,-2-8-57-16,3-4 7 16,5-10-25-16,2-4 12 15,2-9-2-15,0 0-10 16,0-6 0-16,8-16-44 16,3-10-78-16,1-11-63 15,-4-3 4-15,1-4-101 16,-1 4 70-16,-2 12 140 15,-6 12 72-15,0 16 192 16,0 6-87-16,0 12-29 16,0 14-4-16,0 6-9 15,0 2 105-15,0 0-85 16,19-2-34-16,10-4-49 0,5-5-83 16,17-12-96-1,-3-3-294-15,-9-8-616 0</inkml:trace>
  <inkml:trace contextRef="#ctx0" brushRef="#br0" timeOffset="150026.44">14856 8131 1373 0,'0'0'562'15,"0"0"-329"-15,0 0-15 16,0 0-129-16,0 0-6 16,0 0-40-16,0 0-29 15,80-2 29-15,-48 2-43 16,-1 0-9-16,-2 0-12 15,0 0-119-15,-7 0-45 16,-2 0-139-16,-6-6-217 16,-8-4-349-16</inkml:trace>
  <inkml:trace contextRef="#ctx0" brushRef="#br0" timeOffset="150214.03">15084 7971 401 0,'0'0'1089'0,"0"0"-736"15,0 0-129-15,0 0-61 16,0 0-24-16,0 0-4 16,-58 114-112-16,53-76 2 15,3 2-25-15,2 0-33 16,0-4-84-16,13 0-161 16,8-8-195-16,0-9-210 0</inkml:trace>
  <inkml:trace contextRef="#ctx0" brushRef="#br0" timeOffset="150510.79">15683 7917 1209 0,'0'0'637'15,"0"0"-388"-15,0 0-52 16,0 0-74-16,0 0-123 16,-148-17 46-16,117 53 33 0,7 9-18 15,8 7 37 1,8 2-68-16,8 4-24 0,0-4 13 16,8-4-5-16,19-6-14 15,9-8 0-15,4-7-74 16,20-13-43-16,-9-7-233 15,-6-9-326-15</inkml:trace>
  <inkml:trace contextRef="#ctx0" brushRef="#br0" timeOffset="-192876.31">853 11205 375 0,'0'0'290'15,"0"0"-124"-15,0 0 388 16,0 0-380-16,0 0-2 16,0 0 68-16,0 4-36 15,0-4-65-15,0 0-3 16,0 0-61-16,0-2 2 15,0 2-5-15,0-2-38 16,0 0 35-16,2-2-35 0,7-4-7 16,4-4-3-1,9-6-24-15,7-4 0 0,9-6 0 16,7-6 0-16,6-4-8 16,5-8-35-16,0-3-30 15,-1-5 31-15,-3-2-44 16,-8-2 38-16,-6 0 6 15,-11 2-19-15,-11 5 61 16,-8 5-4-16,-8 9 4 16,0 6 61-16,0 9-49 15,-4 8 17-15,-6 8-20 16,-2 6 2-16,-4 0-22 16,-4 26 5-16,-5 14 6 15,1 13 23-15,2 9-7 16,2 4 24-16,4 0-1 0,3-4-37 15,4-10 33-15,3-8-35 16,2-8 0-16,4-9 2 16,0-9-2-16,0-6-6 15,0-6-11-15,6-6-26 16,7 0 28-16,7-14-19 16,11-12-24-16,5-5 27 15,1-1-37-15,-5 4 46 16,-10 10 21-16,-9 12-6 15,-9 6 6-15,-2 4-41 16,-2 22 42-16,0 4 32 16,0 2-24-16,-2 0 26 15,2-3-1-15,0-5-33 0,2-6 18 16,19-4-18-16,6-8-64 16,17-6-74-16,-5 0-230 15,-8-4-343-15</inkml:trace>
  <inkml:trace contextRef="#ctx0" brushRef="#br0" timeOffset="-192688.84">1820 10561 1508 0,'0'0'402'0,"0"0"-287"0,0 0 69 16,20 108-9-16,-20-37-80 15,0 23-24-15,-33 26 0 16,-8-5-68-16,-3-13-3 16,-3-16-62-16,-14 0-232 15,7-11-204-15,6-9-542 0</inkml:trace>
  <inkml:trace contextRef="#ctx0" brushRef="#br0" timeOffset="-191672.64">2578 10888 1081 0,'0'0'528'0,"0"0"-377"16,0 0 19-16,0 0-13 0,0 0 18 16,0 0-18-1,0 0-69-15,15-48-27 16,-15 48-61-16,0 12 19 0,0 12 29 16,-7 6-12-16,-3 7 1 15,-2-4 9-15,1 2-32 16,2-5 11-16,2-4-25 15,3-4 15-15,-1-2-30 16,3-2 15-16,0-4-46 16,0-2-15-16,0-4-62 15,-1-4-108-15,-6-4-17 16,0-10-108-16,-2-10-223 0</inkml:trace>
  <inkml:trace contextRef="#ctx0" brushRef="#br0" timeOffset="-191469.6">2414 10820 1166 0,'0'0'343'0,"0"0"-123"0,0 0 26 15,0 0-42-15,0 0-92 16,0 0 13-16,0 0-84 16,132-88-20-16,-92 88-4 15,-2 0-16-15,-3 0-2 16,-6 10-19-16,-10 10-130 15,-13 10-8-15,-12 20-163 16,-25-4-201-16,-7-2-321 0</inkml:trace>
  <inkml:trace contextRef="#ctx0" brushRef="#br0" timeOffset="-191313.39">2232 11261 1162 0,'0'0'549'0,"0"0"-344"15,0 0 68-15,0 0-50 16,0 0-56-16,0 0-39 15,147 8-103-15,-89-22-25 16,2 0-6-16,0 2-59 16,11 8-60-16,-15 2-419 15,-13 2-388-15</inkml:trace>
  <inkml:trace contextRef="#ctx0" brushRef="#br0" timeOffset="-190781.83">3152 10989 221 0,'0'0'1144'0,"0"0"-916"15,0 0-119-15,0 0 118 16,0 0-88-16,0 0-64 16,0 0 4-16,125-28-79 15,-99 28 0-15,-3 0-65 16,-10 15-101-16,-6 2-109 16,-7-2-294-16</inkml:trace>
  <inkml:trace contextRef="#ctx0" brushRef="#br0" timeOffset="-190656.84">3135 11197 1220 0,'0'0'394'15,"0"0"-238"-15,0 0 18 0,0 0-111 16,158-38-63-16,-94 18-47 16,-12 4-256-16,-10 4-770 15</inkml:trace>
  <inkml:trace contextRef="#ctx0" brushRef="#br0" timeOffset="-189796.41">4273 10463 375 0,'0'0'620'0,"0"0"-336"16,0 0-94-16,0 0-4 15,0 0-23-15,0 0-72 16,0 0 3-16,-64-28-24 16,48 52-45-16,3 10 100 15,-1 15-34-15,3 10 8 16,2 16 18-16,2 7-50 0,5 8 0 16,2 1-10-1,0-4-47-15,0-6 51 0,0-9-60 16,0-10 0-16,0-10 29 15,0-12-29-15,-11-8 8 16,-10-10-9-16,0-8-4 16,-6-7-5-16,-4-7-54 15,4 0-32-15,-2-12-32 16,6-6-165-16,11 0-290 0</inkml:trace>
  <inkml:trace contextRef="#ctx0" brushRef="#br0" timeOffset="-188952.58">4963 10583 728 0,'0'0'511'15,"0"0"-333"-15,0 0 78 16,0 0-75-16,0 0-29 16,0 0-8-16,0 0-26 15,14 4-14-15,12-4-67 16,5-1-30-16,8-11 11 16,-1-5-18-16,-3-3-19 0,1-2-33 15,-9 0-19 1,-7-2 3-16,-11 2-13 0,-9 0 23 15,0 0 49-15,-27 4-24 16,-9 6 33-16,-6 8 7 16,-5 4 5-16,3 2 60 15,3 18-28-15,8 6 31 16,6 6 35-16,14 4-54 16,9 0 7-16,4 0-17 15,4-1-31-15,23-5 28 16,6-6-43-16,5-4-3 15,3-4-6-15,1-6-79 0,0-6-124 16,9-4-73 0,-11 0-285-16,-5-10-585 0</inkml:trace>
  <inkml:trace contextRef="#ctx0" brushRef="#br0" timeOffset="-188155.55">5320 10010 831 0,'0'0'332'0,"0"0"-162"15,0 0-3-15,0 0 23 16,0 0-64-16,0 0-3 15,0 0-76-15,-24-24-46 16,28 16 43-16,10 2-43 16,-1 0 8-16,2 2 29 15,-1 4-37-15,-1 0 31 16,-1 0 1-16,-6 6-32 16,-4 8 55-1,-2 6-22-15,0 4 52 0,-11 2 27 0,-9 2-47 16,-3-4 0-1,2-2-51-15,0-4 3 16,3-4-5-16,7-5-13 0,5-5-18 16,4-4 12-16,2 0-62 15,0 0 22-15,4 0-135 16,13-9-55-16,4 1 59 16,-1 4 38-16,-3 3 101 15,0 1 38-15,-5 0 22 16,0 1 54-16,-5 9 44 15,-3 5-59-15,-4 0 34 16,0 6-28-16,0-1-7 16,0 0 21-16,-14 4-51 15,-1-2-3-15,-3-2-27 0,1-2-90 16,0-4-38-16,9-8-116 16,6-4-97-16,2-2-391 0</inkml:trace>
  <inkml:trace contextRef="#ctx0" brushRef="#br0" timeOffset="-187779.78">5539 10086 1053 0,'0'0'336'0,"0"0"-194"0,0 0 1 15,0 0 3-15,0 0 6 16,0 0-24-16,0 0 41 15,19 122-93-15,-19-91-21 16,-2-8-18-16,-2 0-31 16,4-9 20-16,0-4-26 15,0-8-33-15,0-2 10 16,6 0-39-16,8-17-44 16,-1-8-49-16,-1-8-65 15,-4 0-28-15,-1-2-40 16,-5 9 266-16,-2 10 22 15,0 12 204-15,0 4-50 16,0 4-4-16,-7 16-19 16,5 6-10-16,2 2-43 0,0 5-44 15,0 1-12-15,13 0-22 16,14 6-137-16,-6-8-201 16,-1-8-551-16</inkml:trace>
  <inkml:trace contextRef="#ctx0" brushRef="#br0" timeOffset="-187410.76">5828 10574 783 0,'0'0'893'0,"0"0"-516"16,0 0-117-16,0 0-69 15,0 0-75-15,0 0-46 16,0 0 6-16,67-50-74 16,-41 47 4-16,6 3-12 0,-1 0-47 15,20 0-64 1,-9 0-344-16,-3 0-362 0</inkml:trace>
  <inkml:trace contextRef="#ctx0" brushRef="#br0" timeOffset="-187092.31">6476 10491 355 0,'0'0'872'0,"0"0"-556"16,0 0-109-16,0 0-43 15,0 0-19-15,0 0-85 16,18-120-5-16,-5 90-27 15,3-4-12-15,-3-2 55 0,1 0-12 16,-5 1 17-16,-3 7 60 16,-1 5-54-16,-5 9 0 15,2 7-24-15,-2 5-34 16,0 2 17-16,0 6-41 16,0 20 0-16,0 10 17 15,0 10-16-15,0 7 16 16,0 5-17-16,-4 0-40 15,-5-2-17-15,-4 12-107 16,-1-14-326-16,3-9-377 0</inkml:trace>
  <inkml:trace contextRef="#ctx0" brushRef="#br0" timeOffset="-185982.85">4915 10935 758 0,'0'0'241'0,"0"0"-58"0,0 0 9 15,0 0-51-15,0 0 29 16,0 0-53-16,0 0-36 16,55 0 10-16,-35-3-53 15,3 1 16-15,2 0-6 16,-2 0-21-16,4 1 7 16,-2-2-34-16,2 3 0 15,-3 0 5-15,0 0-5 16,1 0 0-16,0 0 2 15,1 0 6-15,3 0-3 16,1 0-5-16,5 0-31 16,1 0 25-16,3 0-18 15,2 0 10-15,1-1 12 16,-2-2 4-16,1 2 17 0,-4-2-19 16,1 3 0-1,-3 0 7-15,1 0-7 0,3 0 0 16,-2 0 0-16,1 0 6 15,0 0 0-15,2 0-6 16,0 0 0-16,0 0-6 16,3 0 7-16,-3 0-1 15,2 0 0-15,1 3 7 16,-1-3-13-16,1 0 6 16,-4 0 0-16,1 0-6 15,-4 0 12-15,-3 0-6 16,-2 0 15-16,-2 0-15 15,-2 0 27-15,-2 0-27 16,-1 0 0-16,3 0-5 16,-1 0 6-16,1 0-1 0,0 0 0 15,0 0 2-15,0 0 7 16,2 0-9-16,-2 0 0 16,-3 0-3-16,-4 0 3 15,-4-5-16-15,-8 5-23 16,-5 0-43-16,-3 0-63 15,0 0-176-15,-13 0-76 0</inkml:trace>
  <inkml:trace contextRef="#ctx0" brushRef="#br0" timeOffset="-182752.47">4910 11536 1209 0,'0'0'359'0,"0"0"-163"16,0 0 4-16,0 0 10 16,0 0-1-16,0 0-110 15,0 0-5-15,-2 0-35 16,2 0-30-16,7 0 35 15,10-4-56-15,6-6-7 16,4-2 16-16,4-2-17 16,2-2-1-16,-2 0-17 15,-4 0-41-15,-7 0 50 0,-4 2-52 16,-10 0-3 0,-6 2 40-16,0-1-49 0,-4 3 40 15,-21 2 10-15,-6 2 9 16,-7 5-2-16,-1 1 16 15,0 0 0-15,6 6 37 16,6 7-24-16,7 8 36 16,6 1-5-16,12 2-33 15,2 4 50-15,0-2-55 16,23-2 0-16,6-2 16 16,11-6-22-16,5-6-7 15,1-6-26-15,6-4-139 16,10 0-43-16,-10-12-264 15,-11 0-165-15</inkml:trace>
  <inkml:trace contextRef="#ctx0" brushRef="#br0" timeOffset="-182205.56">5275 11171 995 0,'0'0'362'15,"0"0"-111"-15,0 0-55 16,0 0-26-16,0 0-42 15,0 0-7-15,0 0 2 16,48-52-86-16,-42 52-25 16,0 12 44-16,-6 10-36 15,0 6 38-15,0 2-2 16,-4 0-23-16,-4-2 12 16,1-4-45-16,0-6 0 15,4-8 9-15,1-3 0 16,2-6-9-16,0-1 0 15,0 0-29-15,14-6 29 0,3-12-84 16,4-8-69 0,-4-6-38-16,1-4-86 0,-2 4-14 15,-5 6 126-15,-6 8 165 16,-3 12 170-16,-2 6-30 16,0 0-26-16,0 14 96 15,-5 8-75-15,3 4-9 16,2 0-41-16,0 2-61 15,9-2 5-15,13-1-29 16,10-3-74-16,21-1-107 16,-9-5-186-16,-1-3-318 15</inkml:trace>
  <inkml:trace contextRef="#ctx0" brushRef="#br0" timeOffset="-182018.11">5772 11354 757 0,'0'0'1060'0,"0"0"-662"16,0 0-86-16,0 0-136 15,0 0-124-15,0 0 26 16,0 0-75-16,89-51 6 16,-50 49-18-16,1 1-41 15,8 1-79-15,-5 0-329 16,-10 0-370-16</inkml:trace>
  <inkml:trace contextRef="#ctx0" brushRef="#br0" timeOffset="-181752.49">6283 11423 1204 0,'0'0'216'0,"0"0"-120"0,0 0-16 16,0 0-3-16,31-131-31 15,-27 99-25-15,3 3 2 16,-2 7-5-16,1 6 106 16,-1 4 87-16,-1 10 14 15,0 2-69-15,-2 6-131 16,3 20 18-16,-3 12 5 16,-2 10-31-16,0 6-12 0,0 5-5 15,0 19-152 1,-2-14-169-16,-7-12-468 0</inkml:trace>
  <inkml:trace contextRef="#ctx0" brushRef="#br0" timeOffset="-181033.72">7301 10732 1255 0,'0'0'482'0,"0"0"-283"15,0 0 55-15,0 0-64 0,0 0-28 16,0 0-106 0,0 0-55-16,-58-16 17 0,29 44-11 15,-2 6 8-15,2 2-15 16,4 0 14-16,10-4-10 15,8-6-4-15,7-6 0 16,0-8-10-16,9-6-1 16,13-6-21-16,3 0-46 15,1-2-109-15,1-17 14 16,2-24-129-16,-4 5-41 16,-9 0-145-16</inkml:trace>
  <inkml:trace contextRef="#ctx0" brushRef="#br0" timeOffset="-180830.6">7359 10317 682 0,'0'0'778'16,"0"0"-437"-16,0 0-205 15,0 0-57-15,0 0 2 16,0 0 44-16,-25 124-5 16,17-60-45-16,-1 6-8 15,1 3-39-15,4-1-27 16,2-6-1-16,2-4-7 15,0-7-118-15,0-12-57 16,0-9-45-16,6-10-56 16,0-11-212-16,-2-9-164 0</inkml:trace>
  <inkml:trace contextRef="#ctx0" brushRef="#br0" timeOffset="-180502.4">7370 10782 952 0,'0'0'483'0,"0"0"-237"16,0 0-96-16,0 0-52 15,0 0-27-15,0 0-35 16,0 0 39-16,76-6-6 16,-76 44 26-16,0 4 29 15,0-2-63-15,0-6-6 16,-2-6-15-16,2-7-33 16,0-10 24-16,0-7-31 15,0-4-8-15,0 0-5 16,2-18-23-16,9-14-72 15,-1-8-21-15,2-6-17 0,-1 0-10 16,-1 2-31 0,-4 10 187-16,-2 14 112 0,-1 14 107 15,-3 6-119-15,0 14-73 16,0 16 41-16,0 8 28 16,10 4-53-16,9-2-31 15,7 0-12-15,21 1-141 16,-6-14-114-16,-6-6-274 0</inkml:trace>
  <inkml:trace contextRef="#ctx0" brushRef="#br0" timeOffset="-180205.6">8016 10828 995 0,'0'0'802'0,"0"0"-495"16,0 0-81-16,0 0-98 16,0 0-33-16,0 0 5 15,0 0-70-15,12 0 2 16,5 0-26-16,3 0 11 15,7 2-16-15,2 2-1 16,-5 0-56-16,-4 6-65 0,-9-2-248 16,-8 2-387-16</inkml:trace>
  <inkml:trace contextRef="#ctx0" brushRef="#br0" timeOffset="-180080.52">7965 10989 1190 0,'0'0'762'15,"0"0"-499"-15,0 0-81 16,0 0-81-16,0 0-83 16,127-22-18-16,-89 19-209 15,-5 3-418-15</inkml:trace>
  <inkml:trace contextRef="#ctx0" brushRef="#br0" timeOffset="-179016.09">9067 10222 861 0,'0'0'576'0,"0"0"-390"16,0 0-94-16,0 0-44 15,0 0 16-15,0 0 53 16,0 0-20-16,-127 119 29 16,110-33 21-16,3 24-33 15,10 27 11-15,4-13-63 16,0-19-29-16,0-29 22 0,12-18-55 15,1 10 7-15,-3 6 7 16,0 2-13-16,-8-12-2 16,-2-10-7-16,-2-15-10 15,-21-14 11-15,-6-10-27 16,-6-15-2-16,-3 0-44 16,-13-30-130-16,13-5-80 15,7 3-390-15</inkml:trace>
  <inkml:trace contextRef="#ctx0" brushRef="#br0" timeOffset="-173366.75">9589 10146 722 0,'0'0'413'0,"0"0"-50"0,0 0-113 15,0 0-17-15,0 0-35 16,0 0-50-16,29-60 3 15,-29 58-65-15,0 2-48 16,0 0-9-16,-20 8-27 16,-7 17 37-16,-6 8-1 15,-5 11-24-15,2 9 57 16,7 1-50-16,5 0-3 16,8-6 22-16,10-4-39 15,6-6 10-15,0-4-11 16,10-6-42-16,20-4-11 15,21-3-97-15,-5-8-230 16,-5-3-363-16</inkml:trace>
  <inkml:trace contextRef="#ctx0" brushRef="#br0" timeOffset="-164570.75">9801 10457 825 0,'0'0'24'0,"0"0"537"0,0 0-73 16,0 0-348-16,0 0 70 16,0 0-49-16,0 4-51 15,0-4-24-15,11 0-41 16,9-2 7-16,4-10-49 16,8-2 4-16,1-4 20 15,0-2-26-15,-2-4-2 16,-4-2-10-16,-2 0-13 15,-8 0 23-15,-5 2-30 16,-5-1 8-16,-7 3 7 16,0 4-2-16,-13 7 18 15,-14 4 0-15,-7 7 7 16,-1 0-18-16,-6 10 11 16,6 12 0-16,6 9 10 0,8 3-1 15,10 4 3-15,11 0 15 16,0-4-18-16,19-6 38 15,14-4-46-15,11-8 0 16,8-2-2-16,4-6-21 16,-4-4-73-16,11-4-137 15,-16 0-252-15,-12 0-231 0</inkml:trace>
  <inkml:trace contextRef="#ctx0" brushRef="#br0" timeOffset="-163867.6">10197 9978 945 0,'0'0'375'16,"0"0"-155"-16,0 0 24 16,0 0-25-16,0 0-98 15,0 0-37-15,0 0 19 16,38-14-78-16,-31 30 23 15,-4 6 26-15,-3 6-28 16,0 0 33-16,0 2-38 0,0-4-14 16,-8-2 5-1,4-6-16-15,-1-6-16 0,5-5 9 16,0-6-2-16,0-1-14 16,0 0 4-16,14-5-45 15,1-16 15-15,4-7-112 16,-4-8-35-16,-1-4-3 15,-3 0-41-15,-7 4 120 16,-4 10 104-16,0 12 129 16,0 8 83-16,0 6-126 15,-11 0 35-15,-1 18-1 16,6 6-39-16,4 6 20 16,2 4-71-16,0 2-23 15,20 2 11-15,7-2-18 0,4 0-58 16,15 6-149-16,-6-9-149 15,-6-8-404-15</inkml:trace>
  <inkml:trace contextRef="#ctx0" brushRef="#br0" timeOffset="-163601.91">10534 10401 1498 0,'0'0'665'0,"0"0"-349"16,0 0-102-16,0 0-96 16,0 0-51-16,0 0-55 15,127-30 9-15,-90 26-21 16,2 4-39-16,-4 0-3 15,5 2-162-15,-6 8-335 16,-12 0-220-16</inkml:trace>
  <inkml:trace contextRef="#ctx0" brushRef="#br0" timeOffset="-163305.1">10970 10433 1069 0,'0'0'625'0,"0"0"-381"0,0 0-63 16,0 0-81-16,0 0-19 16,0 0-13-16,0 0-47 15,65-98 12-15,-56 80-21 16,-2 0-11-16,2-2 23 16,-3-1 4-16,1 7 82 15,-2 3-22-15,-3 4-39 16,-2 7 2-16,0 0-51 15,0 7-13-15,0 18 13 16,0 10 0-16,0 3 0 0,0 2 0 16,0-4-69-1,0-6-27-15,4-6-200 0,3-10-98 16,1-8-402-16</inkml:trace>
  <inkml:trace contextRef="#ctx0" brushRef="#br0" timeOffset="-163086.33">11363 10008 1401 0,'0'0'363'0,"0"0"-144"16,18 116 31-16,-18-51-26 15,0 3-80-15,-12 6-13 0,-7-2-105 16,-4-4-16-16,1-6-10 15,1-5-110-15,0-5-149 16,5-14-277-16,9-14-792 0</inkml:trace>
  <inkml:trace contextRef="#ctx0" brushRef="#br0" timeOffset="-162601.65">12020 9890 933 0,'0'0'704'16,"0"0"-513"-16,0 0-144 16,0 0 51-16,0 0-10 15,0 0 27-15,-125 34 72 16,89 24-99-16,3 12 0 16,4 6-7-16,9 4-51 15,9-5 30-15,7-7-60 16,4-10 12-16,2-8-26 15,20-12-17-15,25-7-145 16,-7-12-164-16,-2-9-357 0</inkml:trace>
  <inkml:trace contextRef="#ctx0" brushRef="#br0" timeOffset="-162242.15">12049 10393 1352 0,'0'0'771'0,"0"0"-545"16,0 0-161-16,0 0 43 16,0 0-66-16,0 0-14 15,0 0 45-15,89-14-73 16,-56 4 3-16,-4-4-3 16,0-2-70-16,-8-4 47 15,-6-6-63-15,-9-2-12 0,-6-4 14 16,0-2-1-1,-17 2 85-15,-14 5-4 0,-5 11 13 16,-4 14 57-16,0 2-24 16,4 20 17-16,5 16 39 15,13 4-40-15,9 4 12 16,9 1-16-16,4-3-54 16,23-6 50-16,11-6-50 15,5-6-1-15,3-6-5 16,1-8-65-16,-2-4-56 15,4-6-168-15,-13 0-251 16,-7-6-611-16</inkml:trace>
  <inkml:trace contextRef="#ctx0" brushRef="#br0" timeOffset="-161664.03">12329 9729 1137 0,'0'0'379'0,"0"0"-122"16,0 0-38-16,0 0-37 15,0 0 16-15,0 0-109 16,0 0-12-16,-13-36-52 16,20 28-11-16,9 2-14 15,3 2 0-15,2 4 0 0,-3 0-20 16,-7 0 20 0,-7 14-5-16,-4 10 3 0,0 5 4 15,-23 3 54-15,-3 0-20 16,0-1-17-16,-1-3 51 15,9-6-56-15,7-3 11 16,9-7-22-16,2-2 18 16,2-4-8-16,19-2-13 15,12-2-32-15,4-2-9 16,3 0-94-16,12-2-211 16,-10-8-219-16,-11-2-217 0</inkml:trace>
  <inkml:trace contextRef="#ctx0" brushRef="#br0" timeOffset="-161320.18">12577 9843 613 0,'0'0'711'0,"0"0"-379"16,0 0-1-16,0 0-58 15,0 0-28-15,0 0-102 0,0 0-112 16,9-6-4-16,-9 33-8 16,0 7-7-16,0 2 43 15,-4 0-53-15,-4-4-2 16,6-6 19-16,2-8-18 15,0-6-2-15,0-8-21 16,0-4-30-16,2 0 52 16,10-8-99-16,-3-16-60 15,-5-6-17-15,0-6-71 16,-1 0 9-16,-1 2 125 0,0 9 113 16,1 10 265-1,1 11 51-15,3 4-112 0,-1 0-109 16,5 15-4-16,3 6 38 15,1 3-63-15,8 2-30 16,-1 0-15-16,7 0-21 16,2-2-58-16,1 0-16 15,5 6-149-15,-6-6-297 16,-6-6-316-16</inkml:trace>
  <inkml:trace contextRef="#ctx0" brushRef="#br0" timeOffset="-160788.1">13102 10313 970 0,'0'0'575'15,"0"0"-267"-15,0 0 175 16,0 0-228-16,0 0-39 0,0 0-59 15,0 0-66-15,21-16-34 16,1 12-57-16,7 2 6 16,2 0-24-16,5 2-1 15,-1 0-72-15,1 0-33 16,-5 0-67-16,-2 0-179 16,-8 0-341-16,-9 0-721 0</inkml:trace>
  <inkml:trace contextRef="#ctx0" brushRef="#br0" timeOffset="-160585.05">13312 10092 950 0,'0'0'874'0,"0"0"-592"0,0 0-220 16,0 0 48-16,0 0 63 15,0 0-87-15,-75 130-19 16,63-81-25-16,5 1-42 15,5-2 0-15,2-6-83 16,0-4-200-16,18-12-218 16,2-10-639-16</inkml:trace>
  <inkml:trace contextRef="#ctx0" brushRef="#br0" timeOffset="-160194.42">13673 10136 1448 0,'0'0'643'0,"0"0"-438"0,0 0-30 16,0 0-102-16,0 0-27 16,0 0-6-16,0 0-28 15,60-1-12-15,-51 33 0 16,-5 4 16-16,-4 8 10 15,0 0-13-15,-13 0 12 16,-5-2 23-16,-1-6-27 16,-2-6 7-16,8-8-28 0,2-6 23 15,4-6-19 1,5-4-4-16,2-2-30 16,0-4 9-16,-2 0-26 15,2 0 21-15,0 0 5 16,-2 0 11-16,2 0-6 0,0 0 29 15,0 0-13-15,0 0 33 16,0 0-33-16,0 0 0 16,0 0-40-16,0-10-118 15,0 2-122-15,4-2-418 0</inkml:trace>
  <inkml:trace contextRef="#ctx0" brushRef="#br0" timeOffset="-159756.65">13804 10251 1228 0,'0'0'493'0,"0"0"-395"16,0 0 47-16,0 0 7 15,0 0-18-15,0 0 26 16,0 0-87-16,-19 28 0 15,25-28-3-15,7 0-31 16,6 0 19-16,0-8-58 16,1-9-17-16,1-1 17 15,-4-6-100-15,-3-2-40 16,-5-4-32-16,-9 0 8 0,0 2 76 16,-5 6 43-16,-19 10 45 15,-8 10 82-15,-3 2-14 16,-5 12 50-16,1 14 18 15,6 6-38-15,9 4 21 16,6 3-53-16,12 1-7 16,6-2 23-16,0-2-68 15,6-6 8-15,17-4-19 16,6-6 9-16,4-8-18 16,3-2 6-16,1-6-45 15,-1-4-4-15,-1 0-109 16,8 0-151-16,-9-12-250 15,-8-4-383-15</inkml:trace>
  <inkml:trace contextRef="#ctx0" brushRef="#br0" timeOffset="-159100.18">13989 9731 1172 0,'0'0'532'0,"0"0"-264"16,0 0-47-16,0 0-31 16,0 0-70-16,0 0-59 15,0 0-5-15,16-6-56 16,-9 23 0-16,-5 4 25 15,-2 5-16-15,0 4 5 16,0 2 21-16,-4 0-14 16,-7-1 28-16,-1-7-49 15,4-2 0-15,1-6 5 0,0-6-5 16,4-4 0-16,3-6 0 16,0 0 11-16,0 0-9 15,0-14-2-15,14-14-81 16,4-8 8-16,6-9-156 15,1 1-63-15,0 0 12 16,-4 8 146-16,-7 10 134 16,-5 10 141-16,-7 10 89 15,-2 6 63-15,0 0-177 16,-2 10-52-16,-7 12 22 16,3 6-42-16,4 2 45 15,2 2-77-15,0 0-11 16,8-1 12-16,13-3-13 0,2-4-30 15,16 6-85-15,-8-8-244 16,-5-4-336-16</inkml:trace>
  <inkml:trace contextRef="#ctx0" brushRef="#br0" timeOffset="-158553.22">14511 10204 1160 0,'0'0'348'0,"0"0"-119"16,0 0 24-16,0 0-32 15,0 0-68-15,0 0-68 16,0 0-15-16,116-40-28 16,-76 36-41-16,0 0-2 15,-2 2-48-15,-2-2-165 16,-12 3-70-16,-9-4-350 0</inkml:trace>
  <inkml:trace contextRef="#ctx0" brushRef="#br0" timeOffset="-158396.72">14723 10076 1250 0,'0'0'631'0,"0"0"-501"15,0 0-17-15,0 0 73 16,0 0-87-16,-67 110-27 16,49-70-72-16,7 3-27 15,9 5-126-15,2-10-148 16,0-12-283-16</inkml:trace>
  <inkml:trace contextRef="#ctx0" brushRef="#br0" timeOffset="-158131.08">14883 10267 1219 0,'0'0'537'16,"0"0"-389"-16,41-103 107 15,-22 53-51-15,1 2-76 16,1 2-16-16,-4 6-69 15,-3 10-9-15,-8 12-19 16,-3 8-6-16,-3 10 33 0,0 2-42 16,0 24 0-1,-3 12 9-15,-8 8-9 0,2 6 26 16,3 2-26-16,1-1-24 16,3-6 18-16,2-4-134 15,0-5-153-15,4-10-228 16,7-12-544-16</inkml:trace>
  <inkml:trace contextRef="#ctx0" brushRef="#br0" timeOffset="-157865.47">15304 9828 1382 0,'0'0'650'16,"0"0"-488"-16,0 0-82 15,0 0 30-15,0 0-24 16,71 130 4-16,-71-60 9 16,-17 10-99-16,-22 5 17 15,-7 1-17-15,-8-4-67 16,-23 12-73-16,9-21-195 15,9-18-513-15</inkml:trace>
  <inkml:trace contextRef="#ctx0" brushRef="#br0" timeOffset="-156427.75">9966 10826 827 0,'0'0'540'0,"0"0"-343"15,0 0-91-15,0 0 65 16,0 0 1-16,0 0-70 15,0 0-3-15,57 0-37 0,-23-2-9 16,2 2 44-16,4 0-74 16,2 0 6-16,3 0-29 15,1 0 18-15,4 0-23 16,3 0 5-16,2 2 0 16,8-2-3-1,2 0 12-15,2 0-9 0,2 0 0 16,4 0 1-16,1 0 17 15,3 0-18-15,2 0 0 16,-2 0-3-16,-3 0 10 16,-1 0-7-16,-4 0 0 15,-3 0 12-15,-4 0-21 16,-7 2 9-16,1 0 0 16,-5 0-4-16,-2 0 13 0,-2 0-9 15,-1 0 0-15,2 2 9 16,-4-2-15-16,3 0 6 15,-3 0 0-15,3 0 11 16,3-2-10-16,0 0 12 16,4 0-13-16,2 0 0 15,2 0-13-15,2 0 13 16,-5 0 0-16,1 0-9 16,-2 0 18-16,-3 0-7 15,0 0-2-15,-4 0 0 16,0 2-11-16,0 0 11 15,-3 0 0-15,1 2 0 16,-3-2 1-16,0 2 4 16,1-2-5-16,-1 0 0 15,1 0-17-15,-1 0 16 0,0 0-11 16,3-2-9-16,-3 0-19 16,3 0 30-16,-3 0-16 15,2 0 0-15,-3 0 20 16,1 0-73-16,-5 0 38 15,4 0 5-15,-3-4-8 16,-3 2 34-16,3 0-39 16,-5 0 49-16,3-2 0 15,-2 2 12-15,0 0-9 16,-1 2 20-16,0 0-22 16,3 0 15-16,-1 0-16 0,3 0 0 15,1 0-7 1,2 0 7-16,6 0 0 0,4 0 14 15,7 0-13-15,5 0 19 16,6 0-20-16,3 0 0 16,1 0-11-16,0 0 7 15,-1 0 3-15,-8-4 0 16,-3 2 2-16,-6-2 42 16,-4 0 0-16,-6 0-9 15,-3 0 30-15,-4 2-55 16,-3 2 6-16,-4-2-15 15,4 2 1-15,-7 0-17 16,3 0 16-16,-2 0-20 16,-4 0 19-16,-3 0-92 15,-1 2-28-15,-4 2-133 0,-5-2-245 16,-6-2-815-16</inkml:trace>
  <inkml:trace contextRef="#ctx0" brushRef="#br0" timeOffset="-155520.59">11336 11446 1249 0,'0'0'501'0,"0"0"-346"16,0 0-53-16,0 0 52 15,0 0-46-15,0 0-41 16,145-52 17-16,-103 27-84 0,1 2-16 16,-3-5 0-16,-7-1-55 15,-6 1 0-15,-12 2 0 16,-13 0-22-16,-2 6 77 16,-11 4-22-16,-20 6 38 15,-11 8 43-15,-5 2-9 16,-7 12 23-16,4 18 1 15,4 6-20-15,13 6 106 16,14 2-73-16,11 3-8 16,8-5-10-16,12-4-30 15,24-8 17-15,10-6-33 16,10-10-1-16,4-6-12 16,2-8-77-16,15 0-146 15,-17-14-76-15,-14-2-335 0</inkml:trace>
  <inkml:trace contextRef="#ctx0" brushRef="#br0" timeOffset="-155051.72">11849 11069 682 0,'0'0'503'0,"0"0"-253"16,0 0-58-16,0 0 16 0,0 0-104 15,0 0-12-15,0 0 57 16,56 58-82-16,-56-24 66 16,0-2-28-16,0 0-66 15,0-4 35-15,-6-6-66 16,2-8 2-16,2-3 9 15,2-10-10-15,0-1-9 16,0 0 0-16,4-5-24 16,12-18-28-16,-3-5-99 15,3-8-8-15,-3-4 18 16,-4 0-173-16,0 4 152 16,-4 10 162-16,-5 12 206 15,0 12 77-15,0 2-186 16,-2 14 26-16,-5 14 12 15,7 4-72-15,0 2 24 0,0 0-51 16,22-4-18-16,7-2-30 16,4-4 12-16,21-2-118 15,-9-4-143-15,-8-8-303 16</inkml:trace>
  <inkml:trace contextRef="#ctx0" brushRef="#br0" timeOffset="-154911.25">12240 11351 1512 0,'0'0'761'0,"0"0"-535"15,0 0-125-15,0 0-46 16,0 0-55-16,128-19-37 16,-71 19-91-16,-10 0-366 15,-5 0-569-15</inkml:trace>
  <inkml:trace contextRef="#ctx0" brushRef="#br0" timeOffset="-154660.39">12728 11474 1243 0,'0'0'658'16,"0"0"-513"-16,0 0-76 0,0 0 70 16,0 0-65-16,60-116 30 15,-48 77-57-15,-1 1-45 16,0 2 21-1,0 6-23-15,-4 6 0 0,-1 10 122 16,-1 8-51-16,-3 6-23 16,-2 6-31-16,2 22-16 15,-2 10 32-15,0 8-33 16,0 8-15-16,0 3 1 16,0 17-147-16,0-16-229 15,0-12-615-15</inkml:trace>
  <inkml:trace contextRef="#ctx0" brushRef="#br0" timeOffset="-153862.5">15868 10680 230 0,'0'0'712'16,"0"0"-398"-16,0 0-76 0,0 0-8 15,0 0 17 1,0 0 16-16,0 0-100 0,-7-43-47 15,-20 43-67-15,-4 5-15 16,-2 13 51-16,-1 6-64 16,3 0-2-16,6 2-14 15,8-4 5-15,8-2-14 16,6-4 4-16,3-6-35 16,0-4 19-16,17-4-54 15,4-2-18-15,2 0-134 16,6-28-64-16,-9 2-37 15,-3-2-314-15</inkml:trace>
  <inkml:trace contextRef="#ctx0" brushRef="#br0" timeOffset="-153659.41">15921 10251 1408 0,'0'0'598'0,"0"0"-344"15,0 0-52-15,0 0-131 16,0 0 13-16,0 0-46 15,0 0 4-15,-40 120 4 16,29-64-25-16,0 4 4 16,2 0-25-16,5-3 14 15,1-3-29-15,3-4-22 16,0-6-77-16,9-2-144 16,4-10-134-16,-1-14-377 0</inkml:trace>
  <inkml:trace contextRef="#ctx0" brushRef="#br0" timeOffset="-153268.75">15990 10660 1250 0,'0'0'587'0,"0"0"-332"16,0 0-40-16,0 0-108 16,0 0-17-16,0 0-76 15,0 0-7-15,54 22 53 16,-54 12-38-16,0 2 35 15,0-2-4-15,0-2-32 16,-2-8 21-16,0-4-42 16,-1-8 0-16,3-4-6 0,0-8 6 15,3 0-12 1,9-6-1-16,5-16-45 0,0-8-26 16,1-6-128-16,-3-4 28 15,-3 6 47-15,-3 6 137 16,-5 14 19-16,-2 11 211 15,-2 3-145-15,0 17-27 16,0 11 13-16,0 6 12 16,2 0 32-16,16 0-77 15,11-2-9-15,9-6-29 16,9-6-3-16,4-4-16 16,19-8-112-16,-17-1-252 15,-11-6-569-15</inkml:trace>
  <inkml:trace contextRef="#ctx0" brushRef="#br0" timeOffset="-151781.12">2963 13070 195 0,'0'0'1516'0,"0"0"-1157"15,0 0-119-15,0 0-31 16,0 0-130-16,0 0 21 16,0 0-63-16,100-4-31 15,-57 2 17-15,-1 2-23 0,-2 0-8 16,-6 0-74-16,-15 0-215 16,-9 12-175-16,-10-2-255 15</inkml:trace>
  <inkml:trace contextRef="#ctx0" brushRef="#br0" timeOffset="-151640.33">2940 13253 1126 0,'0'0'632'0,"0"0"-371"15,0 0 66-15,0 0-127 16,0 0-111-16,126-17-88 16,-82 10-1-16,10 7-90 15,-15 0-214-15,-7 0-373 0</inkml:trace>
  <inkml:trace contextRef="#ctx0" brushRef="#br0" timeOffset="-150593.58">4333 12483 1075 0,'0'0'360'0,"0"0"-88"16,0 0-148-16,0 0-56 16,0 0 46-16,0 0-76 15,0 0-12-15,-60-35 23 16,33 73 7-16,0 13 96 15,1 11-51-15,3 10-33 16,6 8 23-16,1 5-57 16,5 1 16-16,2-2-9 15,5-2-41-15,-1-4 23 16,0-10-23-16,-1-5 0 16,-3-11 12-16,-5-10-4 0,-3-8-8 15,-3-12 0 1,-5-6-26-16,0-10 16 0,2-6-83 15,-4 0-156-15,8-16-246 16,6-2-939-16</inkml:trace>
  <inkml:trace contextRef="#ctx0" brushRef="#br0" timeOffset="-150093.37">5044 12553 1625 0,'0'0'307'0,"0"0"-209"16,0 0-69-16,0 0 32 16,-147 36 86-16,107 8-12 15,7 14-6-15,4 10-37 16,8 6-36-16,10 2 18 16,7-3-59-16,4-5-15 15,0-8 22-15,22-6-22 16,7-10-29-16,6-5-52 15,21-7-185-15,-9-10-203 16,-5-8-385-16</inkml:trace>
  <inkml:trace contextRef="#ctx0" brushRef="#br0" timeOffset="-148999.22">5191 13070 1631 0,'0'0'312'0,"0"0"-193"16,0 0-52-16,0 0 7 16,0 0-1-16,154-60-66 15,-108 32 2-15,-2 2-9 16,-5-2-70-16,-14 1 56 16,-12 4-19-16,-13 0-5 15,0 4 38-15,-23 2 0 16,-12 7 10-16,-7 4 31 0,-1 6-39 15,1 0 63 1,8 16-47-16,10 6 17 0,11 5 56 16,13 2-17-16,0 2 0 15,19-3-25-15,17-2-48 16,7-4 40-16,3-8-41 16,3-2-31-16,-2-6-37 15,-2-4-121-15,6-2-63 16,-11 0-301-16,-9-8-619 0</inkml:trace>
  <inkml:trace contextRef="#ctx0" brushRef="#br0" timeOffset="-148030.45">5583 12390 960 0,'0'0'409'0,"0"0"-211"15,0 0 72-15,0 0-51 16,0 0-95-16,0 0 42 16,0 0-79-16,-25-2-44 15,25-2 37-15,0 0-62 0,0-2-1 16,5-2-17-16,10 4-66 16,8 0 66-16,2 4-28 15,-4 0 28-15,0 2-15 16,-13 16 36-16,-8 8-15 15,0 9 37-15,-17 2-15 16,-16 3 68-16,-8 3-52 16,-1-7-15-16,4-6 24 15,11-8-51-15,13-8 22 16,12-8-24-16,2-4 16 16,16-2-10-16,18 0-6 15,6 0-42-15,5-10-4 16,1-4-54-16,-1 0-151 15,-5-4-39-15,-7 2-184 16,-8 0 102-16,-8-3-41 16,-7 1 294-16,-4 3 119 0,-4-3 244 15,1 1 54-15,1 2-22 16,0 0 38-16,4 5 3 16,-4 4-76-16,-2 6-85 15,0 0-84-15,0 5-72 16,-2 17 36-16,0 7-17 15,0 6 5-15,0 1 48 16,-10-2-72-16,2-8 12 16,4-4-6-16,4-10 2 15,0-6-2-15,0-6-6 16,2 0-43-16,12-2 42 16,-3-16-65-16,0-8-5 0,-2-6-8 15,-2-4-89-15,-3 0 66 16,0 4 32-16,1 7 70 15,-3 14 156-15,-2 11-58 16,3 0-73-16,-1 18 2 16,2 11 38-16,7 6 29 15,3 1-71-15,5 2-22 16,6-4-2-16,4 0-29 16,13 0-147-16,-3-6-288 15,-6-8-508-15</inkml:trace>
  <inkml:trace contextRef="#ctx0" brushRef="#br0" timeOffset="-147702.29">6285 12900 882 0,'0'0'729'0,"0"0"-411"15,0 0 16-15,0 0-60 16,0 0-131-16,0 0-19 16,0 0-40-16,25 0-84 15,1 0 52-15,6 0-52 16,3-4-18-16,5 2 18 0,-2-1-69 15,-4 2-22-15,-8 1-85 16,-4 0-159-16,-11 0-148 16,-3-4-231-16</inkml:trace>
  <inkml:trace contextRef="#ctx0" brushRef="#br0" timeOffset="-147530.45">6579 12757 1167 0,'0'0'739'15,"0"0"-479"-15,0 0-133 0,0 0-6 16,0 0 3 0,0 0-75-16,-101 139-14 0,86-98-21 15,3 4-14 1,4-3-67-16,1 8-197 0,5-10-250 16,2-10-370-16</inkml:trace>
  <inkml:trace contextRef="#ctx0" brushRef="#br0" timeOffset="-146420.95">7218 13002 963 0,'0'0'668'0,"0"0"-363"16,0 0-53-16,0 0-153 16,0 0-73-16,0 0-13 15,116-61-13 1,-71 39-83-16,2-1-8 15,-2-4-43-15,-8-1 11 0,-8 2-61 16,-14-2 35-16,-12 2 81 0,-3 2 36 16,-18 4 32-16,-15 6 91 15,-8 8 1-15,-3 6 91 16,2 0-46-16,-1 16-9 16,10 12 6-16,8 9-42 15,10 0 31-15,13 6-39 16,2-4-48-16,11-2 52 15,18-5-70-15,10-6-18 16,9-6 0-16,0-6-16 16,2-8-53-16,-3-4-108 15,8-2-102-15,-10-6-93 16,-12-8-371-16</inkml:trace>
  <inkml:trace contextRef="#ctx0" brushRef="#br0" timeOffset="-145733.15">7644 12376 1187 0,'0'0'561'16,"0"0"-329"-16,0 0-76 0,0 0-20 16,0 0-101-16,0 0-5 15,0 0 22-15,58-24-45 16,-52 46-7-16,-6 10 58 15,0 8 12-15,-6 4 49 16,-17 1-51-16,2-7-29 16,-2-6 34-16,5-6-73 15,5-10 12-15,9-8-12 16,4-4 15-16,0-4-31 16,6 0 8-16,12-8-41 15,4-12 19-15,3-8-88 16,-3-9-29-16,-2-3-13 15,-4-3-23-15,-3 3 44 16,-6 5 139-16,-3 13 4 16,-4 10 190-16,0 12-66 0,0 0-65 15,-11 10 26-15,-2 14-21 16,4 7 47-16,5 5-74 16,4 1-21-16,0 2 13 15,8 1-26-15,15-4-14 16,5 0-8-16,3 0-155 15,21 4-105-15,-9-6-299 16,-6-8-422-16</inkml:trace>
  <inkml:trace contextRef="#ctx0" brushRef="#br0" timeOffset="-145498.83">8114 12894 1141 0,'0'0'575'16,"0"0"-276"-16,0 0 63 15,0 0-152-15,0 0-87 16,0 0-115-16,116-8 7 16,-75 4-15-16,-4 1-23 15,-1 2-42-15,-7 1-170 16,-2-5-70-16,-10 1-43 15,-5-1-326-15</inkml:trace>
  <inkml:trace contextRef="#ctx0" brushRef="#br0" timeOffset="-145358.08">8429 12741 1540 0,'0'0'378'0,"0"0"-229"15,0 0-46-15,0 0-38 16,-75 113 18-16,58-70-83 15,3 16-43-15,6-11-202 16,6-12-542-16</inkml:trace>
  <inkml:trace contextRef="#ctx0" brushRef="#br0" timeOffset="-145045.72">8626 13040 1279 0,'0'0'580'15,"0"0"-580"-15,0 0-42 16,61-124 42-16,-45 81 10 16,-3 2 76-16,0 0-28 15,-2 5-50-15,-2 6-8 16,-3 8 68-16,-1 8 173 16,-2 10 21-16,-3 4-177 15,0 4-84-15,0 22 39 16,0 10-39-16,0 6 34 15,0 2-35-15,-5 2 18 16,0-3-28-16,1-5 10 16,0-4-81-16,4-6-130 0,0-10-158 15,0-8-367-15</inkml:trace>
  <inkml:trace contextRef="#ctx0" brushRef="#br0" timeOffset="-144842.28">9057 12464 788 0,'0'0'1477'15,"0"0"-1125"-15,0 0-254 16,0 0-91-16,0 0 63 16,0 0-34-16,91 165 11 15,-91-89 18-15,0 8-53 0,-4 3-12 16,-15-4-27-16,0 0-88 15,-10 11-22-15,4-19-344 16,7-17-246-16</inkml:trace>
  <inkml:trace contextRef="#ctx0" brushRef="#br0" timeOffset="-144248.53">9571 12829 631 0,'0'0'377'0,"0"0"-153"16,0 0 8-16,0 0-16 16,0 0 6-16,0 0 51 15,96-104-31-15,-89 92-81 16,-7 4-18-16,0 4-107 15,-11 4-5-15,-16 0-31 16,-8 18 16-16,-4 12 16 0,-1 4-32 16,7 6 1-1,6-2 1-15,12-2-1 0,10-7-2 16,5-7 1 0,7-11-61-16,18-4 53 0,6-7-98 15,6-7-184-15,-5-12-214 16,-8-5-172-16</inkml:trace>
  <inkml:trace contextRef="#ctx0" brushRef="#br0" timeOffset="-144029.75">9750 12338 365 0,'0'0'1319'16,"0"0"-839"-16,0 0-420 0,0 0-43 15,0 0 26 1,0 0 94-16,0 0 12 0,-34 141-58 15,23-76-59-15,2 8 22 16,3-3-48-16,0-2-3 16,4-4-3-16,2-5-31 15,0-7-29-15,0-4-196 16,14-12-95-16,1-14-336 0</inkml:trace>
  <inkml:trace contextRef="#ctx0" brushRef="#br0" timeOffset="-143686.02">9917 12769 1294 0,'0'0'560'15,"0"0"-440"-15,0 0-86 0,0 0-8 16,0 0 49-16,0 0-9 16,0 0 33-16,56 114 21 15,-63-74-38-15,-9-4 7 16,5-3-65-16,-1-7-24 15,8-8 7-15,4-10-7 16,0-8-46-16,4 0-18 16,15-10-126-16,1-18-111 15,-3-8-87-15,-1-4-106 16,-7 1-90-16,-3 9 584 16,-3 10 558-16,-3 15 119 15,0 5-397-15,0 7-136 16,-7 22-27-16,5 4 38 15,2 3 3-15,0 3-107 0,25-5-20 16,10-2-31-16,15-6-107 16,27-6-92-16,-10-6-375 15,-5-8-767-15</inkml:trace>
  <inkml:trace contextRef="#ctx0" brushRef="#br0" timeOffset="-141228.28">2907 14851 1320 0,'0'0'480'0,"0"0"-355"0,0 0 62 15,0 0 41-15,0 0-96 32,136 0-31-32,-90-4-49 15,-3-4-42-15,-3 3-10 16,-9 1-29-16,-6 4-147 15,-18 0-100-15,-7 0-275 16,0 3-251-16</inkml:trace>
  <inkml:trace contextRef="#ctx0" brushRef="#br0" timeOffset="-141087.56">2950 14969 1309 0,'0'0'520'0,"0"0"-252"0,0 0 69 15,0 0-222-15,0 0-46 31,113-24-69-31,-73 24-32 16,5 0-195-16,-10 0-339 0,-6 10-423 0</inkml:trace>
  <inkml:trace contextRef="#ctx0" brushRef="#br0" timeOffset="-138452.31">4203 14634 1061 0,'0'0'324'16,"0"0"-139"-16,0 0 50 15,0 0-7-15,0 0 0 16,0 0-59-16,0 0-37 0,0-2-53 16,0-8-44-1,0-2 42-15,6 0-62 0,2-2-9 16,1 0 13-16,1-8-19 16,0 2-6-16,3-2-16 15,-1-2-47-15,1 0 50 16,1-2-60-16,-3-1-43 15,-1 1 60-15,0 2 23 16,-3 6 39-16,-5 6 57 16,0 4 1-16,-2 6 61 15,0-2-76-15,0 4-30 16,0 0 1-16,0 6-5 16,-4 14-9-16,-6 8 5 15,-1 7 3-15,3 5 16 0,-4 4-24 16,3 0 0-16,-2 2-1 15,3-4-10-15,-2-2-41 16,4-4-123-16,-1 4-129 16,5-11-240-16,-2-10-482 0</inkml:trace>
  <inkml:trace contextRef="#ctx0" brushRef="#br0" timeOffset="-138202.18">3995 14851 1187 0,'0'0'561'0,"0"0"-343"0,0 0 86 15,0 0-52-15,0 0-101 16,0 0-34-16,0 0-81 16,71-8-34-16,-24-1 29 15,4 4-30-15,4-5-2 16,3 2-21-16,-2 4-67 15,-7 4-90-15,2 0-186 16,-15 0-204-16,-11 0-164 0</inkml:trace>
  <inkml:trace contextRef="#ctx0" brushRef="#br0" timeOffset="-137780.47">4193 14999 1326 0,'0'0'383'16,"0"0"-183"-16,0 0-39 15,0 0 43-15,0 0-1 16,0 0-122-16,0 0-34 15,31-28-47-15,-4 24 0 16,-1 0-5-16,-3 4 13 0,-6 0-8 16,-10 14 0-1,-7 8 1-15,0 8-1 0,-29 6 16 16,-13 0 26-16,-10 0 26 16,2 0-48-16,2-5 24 15,15-9-23-15,10-8-9 16,17-9 6-16,6-2-18 15,6-3 0-15,26 0 3 16,13 0-2-16,3-8-2 16,8-2-25-16,2 2-67 15,-2-2-5-15,17-2-213 16,-13 3-156-16,-8 0-170 0</inkml:trace>
  <inkml:trace contextRef="#ctx0" brushRef="#br0" timeOffset="-137296.09">4810 14811 147 0,'0'0'1425'0,"0"0"-930"15,0 0-315-15,0 0 5 0,0 0-62 16,0 0-69-16,0 0-3 16,74-14-51-16,-45 6 1 15,2-6 17-15,-3 0-18 16,-3-3-2-16,-3 3-13 15,-9-4-10-15,-3-2 24 16,-10 4-46-16,0-2-13 16,-10 4 59-16,-16 2-37 15,-5 6 38-15,-5 6 33 16,0 0-20-16,3 10 30 16,4 12-1-16,6 4-20 15,10 4 48-15,11 0-47 16,2 1 8-16,5 1 5 15,17-9-30-15,7 2 31 16,4-7-37-16,3-4 1 0,-1-6-10 16,3-4-61-16,-5-4-41 15,4 0-103-15,7-6-114 16,-8-10-165-16,-7-2-924 16</inkml:trace>
  <inkml:trace contextRef="#ctx0" brushRef="#br0" timeOffset="-136608.59">5135 14199 512 0,'0'0'592'0,"0"0"-356"16,0 0-50-16,0 0 44 15,0 0-38-15,0 0-75 16,0 0-10-16,-11 0-83 15,9 0 1-15,2 0 6 16,0 0 3-16,0 0 52 16,0-8-49-16,0 4-36 15,7-4 1-15,4 2-2 16,2 0 0-16,-2 0 0 16,2 4 9-16,-2 2-1 15,1 0-8-15,-3 0 0 0,-5 8-12 16,-4 14 7-16,0 6 5 15,-13 2 63-15,-16 4-1 16,-4 0 33-16,-5-2-45 16,5-2-18-16,4-10 30 15,8-3-61-15,10-8 15 16,6-2 2-16,5-1-16 16,0-6 10-16,18 0-12 15,9 0-24-15,7 0 12 16,3 0-97-16,3 0-117 0,14-14-102 15,-9 0-217 1,-8 1-183-16</inkml:trace>
  <inkml:trace contextRef="#ctx0" brushRef="#br0" timeOffset="-136233.55">5394 14233 983 0,'0'0'395'0,"0"0"-85"15,0 0 70-15,0 0-50 16,0 0-118-16,0 0-143 15,0 0-53-15,22-6 3 16,-22 38 5-16,0 6-6 16,0-3 37-16,-4 1-54 15,-4-4 29-15,2-6-30 16,4-7 20-16,0-6-13 16,2-5-7-16,0-8 0 0,0 0-13 15,6 0-4-15,10-16-10 16,1-11-34-16,4-6-103 15,1-7-44-15,-4-3-64 16,-5 5 9-16,-2 8 263 16,-6 12 102-16,-3 14 143 15,-2 4-92-15,0 2-152 16,0 20 122-16,0 4 14 16,2 4-56-16,3 2-25 15,4-2-54-15,4 1 2 16,1-6-4-16,3 1-101 15,12 5-116-15,-2-9-273 16,-2-4-395-16</inkml:trace>
  <inkml:trace contextRef="#ctx0" brushRef="#br0" timeOffset="-135358.72">5960 14807 1043 0,'0'0'551'0,"0"0"-245"15,0 0-12-15,0 0-2 16,0 0-141-16,0 0-64 16,0 0-1-16,33-41-69 0,-7 41 5 15,11-4-22 1,3 3 17-16,2-2-26 0,3 2 9 16,-3-2-29-16,-7 1-39 15,-4 2-132-15,-8 0-109 16,-7 0-173-16,-10 0-85 0</inkml:trace>
  <inkml:trace contextRef="#ctx0" brushRef="#br0" timeOffset="-135186.85">6222 14584 897 0,'0'0'855'15,"0"0"-596"-15,0 0-151 16,0 0 21-16,0 0 27 0,0 0 2 15,-71 142-94-15,60-98-31 16,2 1-33-16,5-1-14 16,4-2-68-16,0 2-161 15,18-10-236-15,1-10-443 0</inkml:trace>
  <inkml:trace contextRef="#ctx0" brushRef="#br0" timeOffset="-134624.18">6875 14815 217 0,'0'0'1317'0,"0"0"-795"15,0 0-413-15,0 0 21 16,0 0 65-16,0 0-106 0,0 0-34 15,58-4-33 1,-31-9-8-16,2-1-14 0,0-4 0 16,-4 0-30-16,-4 0 19 15,-2-8-91-15,-9 4 14 16,-8-2 12-16,-2 0-35 16,0 4 91-16,-17 2-8 15,-7 6 28-15,-3 6 31 16,0 6-3-16,0 0 22 15,5 16 29-15,2 8-19 16,5 8 33-16,7 2-50 16,6 0-11-16,2 2 13 0,2-1-37 15,17-8 12-15,3-2-20 16,7-7-2-16,2-4-10 31,3-8-32-31,1-4-90 0,1-2-69 0,6-6-106 16,-9-10-227-16,-8-2-369 15</inkml:trace>
  <inkml:trace contextRef="#ctx0" brushRef="#br0" timeOffset="-134108.28">7112 14239 950 0,'0'0'512'16,"0"0"-336"-16,0 0-1 15,0 0-49-15,0 0 0 16,0 0-32-16,0 0 6 15,77 26 45-15,-77 0-70 16,0 6 24-16,0 0-14 16,-2-1-36-16,-9-3 8 15,0-6-57-15,4-8 2 16,5-5 14-16,2-4-16 16,0-3 0-16,0-2-9 15,0 0-1-15,11-16 4 0,5-12-63 16,0-8-26-16,1-7-36 15,-3 1-22-15,-3 2 67 16,-3 10 86 0,-6 12 14-16,-2 12 134 0,0 6-141 15,0 2 20-15,-2 22 1 16,-2 8 22-16,2 6 28 16,2 4-32-16,0-1-46 15,14-5 24-15,5-3-24 16,8-4-65-16,20 5-99 15,-5-10-184-15,-2-4-521 0</inkml:trace>
  <inkml:trace contextRef="#ctx0" brushRef="#br0" timeOffset="-133733.28">7802 14776 218 0,'0'0'1250'0,"0"0"-684"16,0 0-188-16,0 0-141 16,0 0-121-16,0 0-49 15,0 0-58-15,72-18 0 16,-41 18-9-16,2 0-33 16,1 0 12-16,1 0-76 15,-4 0-109-15,-2 0-52 16,-6 0-133-16,-10 0-211 0</inkml:trace>
  <inkml:trace contextRef="#ctx0" brushRef="#br0" timeOffset="-133561.41">8016 14576 1510 0,'0'0'577'15,"0"0"-507"-15,0 0-39 16,0 0 94-16,0 0-13 15,-27 114-67-15,23-70-45 16,1 2-5-16,-1 13-161 16,2-11-146-16,0-12-432 0</inkml:trace>
  <inkml:trace contextRef="#ctx0" brushRef="#br0" timeOffset="-132842.3">8424 14574 849 0,'0'0'588'16,"0"0"-334"-16,0 0-15 0,0 0-77 16,0 0-22-16,0 0 29 15,0 0-53-15,86-50-75 16,-72 60 29-16,-1 8-41 15,-3 10 24 1,-8 6-8-16,-2 2-37 16,0 0 60-16,0 0-55 0,-14-1-12 15,3-3 24-15,3-10-16 16,-2-4-9-16,8-10 0 16,2-4-14-16,0-4-1 15,0 0 5-15,0-12-34 16,12-19-39-16,1-6-124 15,-3-12-2-15,0-7 5 16,-1 2-84-16,-3 6 161 16,-2 12 127-16,-1 18 238 0,-3 16 1 15,0 2-174 1,0 22-30-16,0 12 105 0,0 6-25 16,0 2 9-16,0 0-85 15,7-6-19-15,12-2-20 16,6-6-8-16,4-6-62 15,23-1-171-15,-8-7-103 16,-2-6-395-16</inkml:trace>
  <inkml:trace contextRef="#ctx0" brushRef="#br0" timeOffset="-132498.52">9135 14736 1147 0,'0'0'682'16,"0"0"-333"-16,0 0 19 0,0 0-161 16,0 0-134-16,0 0-6 15,0 0-50-15,109-24-16 16,-66 24-2-16,3 0-2 16,3 0-51-16,2 0-9 15,-4 0-89-15,2 0-133 16,-16 0-269-16,-11 0-218 0</inkml:trace>
  <inkml:trace contextRef="#ctx0" brushRef="#br0" timeOffset="-132264.18">9455 14520 1320 0,'0'0'729'0,"0"0"-381"15,0 0-227-15,0 0-69 16,0 0-19-16,0 0 7 16,0 0 53-16,-49 144-81 15,38-94-11-15,0 2-2 16,0 1-32-16,4-3-83 16,7 4-189-16,0-18-286 15,0-10-809-15</inkml:trace>
  <inkml:trace contextRef="#ctx0" brushRef="#br0" timeOffset="-131935.95">10554 14395 1126 0,'0'0'729'16,"0"0"-490"-16,0 0-114 15,0 0-30-15,-120-40-13 16,68 50 39-16,-2 25-43 16,8 10-38-16,3 12 66 15,12 3-54-15,12 0 14 16,10 0-8-16,9-3-33 15,2-6 8-15,27-4-33 0,15-7 3 16,12-8-10-16,7-14-52 16,5-6-27-16,19-10-68 15,-18-2-208-15,-11 0-426 0</inkml:trace>
  <inkml:trace contextRef="#ctx0" brushRef="#br0" timeOffset="-121831.45">1261 16686 449 0,'0'0'505'0,"0"0"-286"16,0 0 3-16,0 0 38 15,0 0-26-15,35-67-54 16,-35 59-13-16,0 2-28 15,0 2-22-15,0 0 8 16,0 4-70-16,0 0-15 16,0 0-3-16,0 4-36 15,-4 18 4-15,-5 14-5 16,0 4 6-16,0 5 49 16,5 5-49-16,-1-10 13 15,5 0 7-15,0-12-25 16,0-2 3-16,15-8-4 15,6-6-49-15,6-2-32 16,6-10-178-16,-4 0-78 0,-10 0-398 16</inkml:trace>
  <inkml:trace contextRef="#ctx0" brushRef="#br0" timeOffset="-121550.09">1332 16351 975 0,'0'0'510'0,"0"0"-401"0,0 0 94 16,0 0-49 0,0 0-49-16,0 0-20 0,0 0-42 15,66 37 19-15,-39-37-49 16,-4-9-11-16,-7-9 16 15,-12 4-10-15,-4-4 1 16,-2 5 36-16,-16 3-16 16,-5 6 16-16,2 4-45 15,2 0-68-15,6 28-74 16,4 3-203-16,9-9-350 0</inkml:trace>
  <inkml:trace contextRef="#ctx0" brushRef="#br0" timeOffset="-121284.05">1643 16351 1594 0,'0'0'533'16,"0"0"-395"-16,0 0-129 15,0 0 76-15,48 130 57 16,-21-50-57-16,-8 6 16 16,-5 7-73-16,-12 1-19 15,-2 0 15-15,-11-10-23 16,-20 1-1-16,-8-13-33 0,-7 4-107 16,5-22-158-16,10-20-549 15</inkml:trace>
  <inkml:trace contextRef="#ctx0" brushRef="#br0" timeOffset="-120439.52">2707 16669 1083 0,'0'0'352'0,"0"0"-22"15,0 0 19-15,0 0-46 16,0 0-116-16,0 0-74 16,0 0 2-16,0-58-65 15,0 58-24-15,0 0 4 16,0 0-29-16,0 16-1 16,0 8 25-16,0 2-24 0,4 1 38 15,-2 0-39 1,0 4 0-16,0-7-1 0,1-2 1 15,-1 0-6-15,0-4-39 16,1-4-73-16,-1-2-34 16,-2-4-199-16,0-8-227 15,0 0-360-15</inkml:trace>
  <inkml:trace contextRef="#ctx0" brushRef="#br0" timeOffset="-120238.33">2462 16565 1588 0,'0'0'586'0,"0"0"-330"16,0 0-45-16,0 0-98 15,160-76-65-15,-106 68 19 16,4 4-58-16,0 4 12 16,-6 0-42-16,-4 12-19 15,-11 16-77-15,-18 20-155 16,-11-2-236-1,-8-2-237-15</inkml:trace>
  <inkml:trace contextRef="#ctx0" brushRef="#br0" timeOffset="-120064.02">2493 17038 1160 0,'0'0'746'15,"0"0"-483"-15,0 0 52 0,0 0-63 16,0 0-122-16,137-74-71 15,-94 60-48-15,1 4-11 16,2 2-9-16,-2 8-51 16,20 0-62-16,-12 8-341 15,-6 2-281-15</inkml:trace>
  <inkml:trace contextRef="#ctx0" brushRef="#br0" timeOffset="-119656.9">3520 16794 191 0,'0'0'1567'0,"0"0"-1008"16,0 0-280-16,0 0-23 15,0 0-151-15,0 0-53 16,0 0-18-16,84-40-33 16,-48 35-2-16,-1 5-6 15,-3 0-88-15,-8 5-15 16,-8 9-154-16,-16 12-215 16,0 0-48-16,-20-2-419 0</inkml:trace>
  <inkml:trace contextRef="#ctx0" brushRef="#br0" timeOffset="-119531.96">3544 16932 1397 0,'0'0'508'0,"0"0"-209"16,0 0-32-16,0 0-135 15,0 0-90-15,116-22-42 16,-62 18-161-16,-10-2-210 16,-4 6-480-16</inkml:trace>
  <inkml:trace contextRef="#ctx0" brushRef="#br0" timeOffset="-118672.54">4442 16270 441 0,'0'0'750'0,"0"0"-476"15,0 0-53-15,0 0 45 16,0 0-37-16,0 0-10 15,0 0-44-15,2-62-114 16,-4 62-34-16,-4 0-27 16,-5 18 11-16,1 18-11 0,-3 14 13 15,2 31 3 1,4-1 40-16,0 12-44 0,3-2 22 16,4-9-3-16,0 3-22 15,0-4 19-15,0-8-28 16,4-6 0-16,3-7-7 15,-7-9 7-15,0-10-1 16,0-8 1-16,-13-6-23 16,-12-8 16-16,-8-6-62 15,-7-6-65-15,-24-2-102 16,8-4-139-16,4 0-305 0</inkml:trace>
  <inkml:trace contextRef="#ctx0" brushRef="#br0" timeOffset="-114989.45">4826 16575 1215 0,'0'0'244'0,"0"0"-122"16,0 0-45-16,0 0 47 16,0 0 5-16,0 0-53 15,0 0 34-15,21-58-57 16,-18 58 9-16,-3 0 53 16,0-4-29-16,0 4-23 15,0 0-41-15,0 0-9 16,0 0 11-16,0 0-24 15,0 0 0-15,0 0 2 16,0 0 4-16,0-4 1 16,0 2-7-16,0 2 9 15,0-4-12-15,0 4 3 0,0 0 0 16,0 0 6-16,0-4-5 16,0 4 10-16,0-4-11 15,0 0 7-15,0 2-11 16,0 2 4-16,-5 0 0 15,-6 0 2-15,1 0 4 16,-4 0-1-16,3 0-5 16,-3 10 0-16,3 0 18 15,-2 6-17-15,2 6 14 16,2 2 14-16,2 6-4 16,5 2 21-16,2 4-28 15,0-1-16-15,2-3 16 16,14 0-17-16,2-6-1 15,-3-4 6-15,-1 0 0 0,-8-4 4 16,-6 4-10-16,0 0 0 16,-4-2 11-16,-23 0-5 15,-4-2 4-15,0-4 8 16,0-6-18-16,6-8 27 16,10 0-27-16,9 0-19 15,6-20 18-15,8-8-94 16,25-4-109-16,13-8-31 15,6 6 4-15,0 2 65 16,-6 6 27-16,-8 7 139 16,-12 10 3-16,-5 5 140 15,-10 4 39-15,-5 0-36 16,-3 13-41-16,-3 10 24 0,0-1-62 16,0 4-24-16,-9-8 15 15,2 0-56 1,5-4-4-16,0-6-23 0,2-8-195 15,0 0-84-15,0 0-205 0</inkml:trace>
  <inkml:trace contextRef="#ctx0" brushRef="#br0" timeOffset="-114645.7">5048 16723 1020 0,'0'0'938'15,"0"0"-856"-15,0 0-13 0,0 0 58 16,0 0 52-16,15 119-17 15,-15-91-86-15,0-6-31 16,0-8 15-16,0-2-60 16,0-6 9-16,0-6 12 15,4 0-12-15,2 0 37 16,9-22-46-16,8-6-36 16,10-8 20-16,5-4-60 15,3 4 34-15,-2 10 42 16,-3 8 0-16,-7 18 16 15,-7 0-6-15,-7 9-8 16,-6 18 50-16,-4 5-50 16,-5 2 20-16,0-2-18 15,0 0-3-15,0-2-2 16,0-12-102-16,0-4-177 0,0-6-86 16,0-8-461-16</inkml:trace>
  <inkml:trace contextRef="#ctx0" brushRef="#br0" timeOffset="-113989.34">5487 16347 500 0,'0'0'554'15,"0"0"-306"-15,0 0 9 16,0 0 65-16,0 0-70 16,0 0 29-16,0 0-117 15,-6-36-66-15,6 31-16 16,-3 5-54-16,3 0 4 16,0 0-28-16,0 0 11 15,0 0-27-15,0 0 12 16,0 0-3-16,0 5-3 0,0 9-1 15,0 8 7 1,-4 6 1-16,-12 2 8 0,-1 2 25 16,1-2-33-16,5-6-1 15,7-6 18 1,4-6-17-16,0-8 13 0,15-4-1 16,12 0-12-16,2 0 3 15,2 0-4-15,2 0-48 16,9-4-56-16,-8 4-358 15,-2 0-314-15</inkml:trace>
  <inkml:trace contextRef="#ctx0" brushRef="#br0" timeOffset="-113145.66">5697 16772 740 0,'0'0'550'16,"0"0"-297"-16,0 0 12 16,0 0-58-16,0 0-34 15,0 0-37-15,0 0-9 16,35-59-3-16,-26 59-94 16,-2 0-7-16,0 9 4 15,-5 13-19-15,-2 6 53 16,0 8-28-16,0-2-2 15,-9 6 36-15,-5-8-58 16,1 0 12-16,4-6-15 16,2-8 4-16,3-4-1 15,4-10-9-15,0 0-34 16,0-4 34-16,16-4-45 0,8-18-9 16,1-10-58-16,1-8-129 15,1-12 2-15,-4 6-122 16,-6 2 129-16,-5 16 232 15,-8 10 223-15,-4 15 7 16,0 3-157-16,-2 17-24 16,-10 6 90-16,6 8-10 15,4 1-39-15,2 2-12 16,0-2-78-16,8-4-11 16,23 2-155-16,-4-8-173 0,2-8-441 15</inkml:trace>
  <inkml:trace contextRef="#ctx0" brushRef="#br0" timeOffset="-112708.2">6412 16705 1035 0,'0'0'669'0,"0"0"-407"15,0 0-30-15,0 0-77 16,0 0-27-16,0 0-87 16,0 0-1-16,-107-18 23 15,74 44-26-15,2 6 18 16,8 3-16-16,7-3-38 16,10-2 35-16,6-6-36 15,0-2 0-15,4-10-1 16,16-2-31-16,9-6-1 0,2-4-56 15,5 0-130 1,-3-14-6-16,7-26-134 0,-9 2-233 16,-4 0-551-16</inkml:trace>
  <inkml:trace contextRef="#ctx0" brushRef="#br0" timeOffset="-112458.08">6517 16092 1423 0,'0'0'571'0,"0"0"-358"16,0 0-126-16,0 0-38 16,0 0-27-16,0 0 26 15,0 0 74-15,-7 142-46 0,4-65-47 16,-1 0 35 0,0 8-53-16,2-1 7 0,-3-4-2 15,3-4-16-15,2-9 0 16,0-9-42-16,0-8-116 15,4-14-50 1,9-6-83-16,6-20-102 0,-4-6-155 16,-1-4-118-16</inkml:trace>
  <inkml:trace contextRef="#ctx0" brushRef="#br0" timeOffset="-112128.89">6646 16754 945 0,'0'0'580'15,"0"0"-357"-15,0 0-105 0,0 0-31 16,0 0 6-1,0 0 10-15,0 0-16 0,62 18 32 16,-62 18 11-16,0 4-27 16,0 4-23-1,-6-8-60-15,-2-4-20 16,6-2 25-16,2-12-25 0,0-10-1 16,5-8-17-16,13 0-35 15,4-8-100-15,3-24-82 16,-5-4-130-16,-4-8-16 15,-3-4-151-15,-7 8 433 16,-4 8 99-16,-2 14 629 16,0 9-119-16,0 9-417 15,0 13-28-15,0 11 96 16,0 10-23-16,0 2-23 0,0 0-59 16,10 0-56-16,15-10-53 15,25 0-176-15,0-8-75 16,-4-8-308-16</inkml:trace>
  <inkml:trace contextRef="#ctx0" brushRef="#br0" timeOffset="-111785.14">7432 16790 1008 0,'0'0'794'15,"0"0"-460"-15,0 0-16 16,0 0-68-16,0 0-158 16,0 0-56-16,0 0 0 15,87-18-36-15,-60 18-13 0,-2 0-50 16,-8 0-164-16,-5 8-165 16,-10 2-381-16</inkml:trace>
  <inkml:trace contextRef="#ctx0" brushRef="#br0" timeOffset="-111660.02">7355 16920 1558 0,'0'0'522'0,"0"0"-369"15,0 0 93-15,0 0-128 16,0 0-102-16,133 0-16 16,-90 0-264-16,-3 0-393 0</inkml:trace>
  <inkml:trace contextRef="#ctx0" brushRef="#br0" timeOffset="-110862.89">8328 16222 1013 0,'0'0'349'15,"0"0"-59"-15,0 0-32 0,0 0-64 16,0 0-33-16,0 0-36 16,0 0-1-16,-42-84-82 15,27 92-33-15,1 28 22 16,-4 32 6-16,4 38 36 15,4 33-16-15,3 7-30 16,7-25 22-16,0-31-42 16,0-36-6-16,9-2 23 15,4 2-16-15,-1 8-8 16,0 1 6-16,-5-9 1 16,-5-14-14-16,-2-8 4 15,0-10-42-15,-9-8 27 16,-13-6-66-16,-5-8-28 15,-17 0-148-15,8-4-236 0,3-6-93 16</inkml:trace>
  <inkml:trace contextRef="#ctx0" brushRef="#br0" timeOffset="-108871.18">8666 16597 1136 0,'0'0'349'0,"0"0"-230"16,0 0 29-16,0 0 11 15,0 0-47-15,0 0-14 16,0 0-75-16,110-112-4 16,-92 82-19-16,-5-6-26 15,0 0 25-15,-3-4-37 16,-4-1 38-16,1 5 9 15,-5 2 22-15,-2 10 103 16,0 6 37-16,0 6-96 16,0 8 12-16,0 4-84 0,0 0 7 15,0 20-17 1,-2 16 20-16,-3 10-13 0,1 16 0 16,2 5 16-16,-3 1-35 15,0 2-58-15,-3 14-150 16,1-20-60-16,3-11-297 15</inkml:trace>
  <inkml:trace contextRef="#ctx0" brushRef="#br0" timeOffset="-108667.93">8585 16852 1003 0,'0'0'983'0,"0"0"-596"15,0 0-153-15,0 0-94 0,0 0-93 16,0 0 21-16,0 0-60 16,131-32-7-16,-75 24-2 15,2 8-56-15,-2-4-45 16,6 4-170-16,-16 0-223 16,-13 4-148-16</inkml:trace>
  <inkml:trace contextRef="#ctx0" brushRef="#br0" timeOffset="-108230.36">8787 17048 1629 0,'0'0'374'0,"0"0"-236"16,0 0 18-16,0 0-40 15,0 0 16-15,0 0-35 16,0 0-79-16,24-58-14 16,8 48-4-16,-3 6-1 0,-7 4 1 15,-5 0-17-15,-14 10 17 16,-3 16-19-16,-18 6 19 15,-19 8 30-15,-8 0-21 32,3-3 22-32,4-7 9 15,11-8-20-15,11-8 26 0,14-6-42 0,2-8 10 16,18 0-23-16,22 0 9 16,9 0-36-16,6 0-16 15,8-12-66-15,2 2-77 16,13-2-66-16,-16 2-242 15,-8-2-396-15</inkml:trace>
  <inkml:trace contextRef="#ctx0" brushRef="#br0" timeOffset="-107948.72">9480 16485 1737 0,'0'0'383'16,"0"0"-313"-16,0 0 46 16,0 0 85-16,-136 134-74 15,114-76 4-15,6 5-70 16,9-1-41-16,7 2 11 15,0-6-30-15,13-6-2 16,12-2-19-16,6-10-52 0,17 5-83 16,-9-13-222-16,-5-10-295 15</inkml:trace>
  <inkml:trace contextRef="#ctx0" brushRef="#br0" timeOffset="-107354.98">9665 16848 1294 0,'0'0'685'0,"0"0"-342"0,0 0-103 15,0 0-114-15,0 0-77 16,0 0-48-16,0 0 31 16,91-72-32-16,-68 50-28 15,-1-5 14-15,-2-1-62 16,-3-2-28-16,-1-6-31 15,-3 4 22-15,-1 2 91 16,-6 8 22-16,-1 12 52 16,-5 6 98-16,0 4-107 15,0 4-28-15,-5 22 19 16,-13 14 3-16,-1 6 48 0,-4 7-67 16,3 1-17-1,3-4-2-15,5-6-22 0,8-8-97 16,4-6-111-16,9-8-299 15,11-12-378-15</inkml:trace>
  <inkml:trace contextRef="#ctx0" brushRef="#br0" timeOffset="-107183.1">10026 16826 1247 0,'0'0'831'16,"0"0"-498"-16,0 0-231 15,0 0-8-15,0 0-69 0,0 0-25 16,0 0 0 0,129-14-38-16,-73 18-157 0,-7 0-134 15,-6 2-325-15</inkml:trace>
  <inkml:trace contextRef="#ctx0" brushRef="#br0" timeOffset="-106088.53">10777 16507 901 0,'0'0'609'16,"0"0"-218"-16,0 0-59 16,0 0-75-1,0 0-115 1,0 0-118-16,0 0 3 0,-48-60-6 0,13 98-11 16,-3 16 32-16,-1 8-27 0,0 6 3 15,8-1 4 1,9-9-13-16,13-10-9 0,9-8 0 15,0-12-9-15,9-10 8 16,18-14-43-16,4-4-27 16,5 0-22-16,1-14-117 31,-1-8 3-31,-5-8-38 0,-4 2-15 0,-9-2 113 16,-9 12 147-16,-9 4 135 15,0 10 77-15,0 4-136 16,-16 0-14-16,1 12 56 15,-4 6-16-15,6 0-7 16,5 0-45-16,6 0-25 16,2-8 32-16,0-2-38 15,6-4 21-15,11-4-3 0,4 0-26 16,-1 0-11-16,-5-8-40 16,-3-6-15-16,-6 0 19 15,-6-2-16-15,0 2 52 16,0 0 5-16,-4 2 81 15,-8 6 28-15,8 2-48 16,2 0-19-16,2 4 6 16,0-4-53-16,13 4 0 15,16-6 10-15,4-2-10 16,8-6 0-16,-1-4-50 0,-5 0-23 16,-1-9 26-1,-10-5-69-15,-5-6 46 0,-9-2 43 16,-5 2 27-16,-3 8 114 15,-2 8 10-15,0 12-21 16,0 6-36-16,0 4-67 16,0 18-1-16,0 18 1 15,0 8 0-15,0 6 18 16,0 4-18-16,0-1 0 16,0-8 6-16,-11 0 9 15,-3-11-13-15,-5-6 10 16,-4-6-11-16,-4-8 16 15,3-6-17-15,2-2-63 16,-1-6-42-16,11-2-198 16,4-10-314-16</inkml:trace>
  <inkml:trace contextRef="#ctx0" brushRef="#br0" timeOffset="-105744.78">11296 16605 618 0,'0'0'1036'0,"0"0"-507"16,0 0-376-16,0 0-22 15,0 0-48-15,0 0-62 16,0 0 25-16,42 10-37 15,-38 12-8-15,-4 4 22 0,0 10-23 16,-10 1 46-16,-17 3 8 16,-2 0-45-16,2-4 55 15,5 0-54-15,6-10-10 16,7-4 24-16,9-8-16 16,0-6-8-16,11-6 0 15,16-2-65-15,9 0 6 16,17-14-224-16,-9-8-217 15,-3-6-205-15</inkml:trace>
  <inkml:trace contextRef="#ctx0" brushRef="#br0" timeOffset="-105401.02">11483 16744 869 0,'0'0'684'0,"0"0"-288"16,0 0-99-16,0 0-33 16,0 0-142-16,0 0-121 15,0 0 43-15,29 42-37 16,-29-6 2-16,0 4 25 15,-2 4-34-15,-12-4 14 16,3-6-14-16,3-6 9 16,0-6-9-16,8-8 0 15,0-14-12-15,0 0-11 16,16 0-26-16,7-24-82 16,-2-6-65-16,4-10-44 15,-2 0 5-15,-6 0 2 16,-3 8 233-16,-8 14 144 0,-4 10 181 15,-2 8-211 1,0 4-72-16,0 18 12 0,0 2 69 16,0 6-67-16,0-2-37 15,14-2-19-15,6 0-102 16,13-12-54-16,-2-2-145 16,-4-6-271-16</inkml:trace>
  <inkml:trace contextRef="#ctx0" brushRef="#br0" timeOffset="-105151.15">12020 16449 1326 0,'0'0'817'0,"0"0"-519"16,0 0-233-16,0 0-46 31,0 0 11-31,38 116 19 16,-38-52 52-16,0 6-68 0,0 7-4 0,0-5-16 15,-14-2-13-15,-6-6-13 16,-18 12-102-16,5-14-208 16,2-17-236-16</inkml:trace>
  <inkml:trace contextRef="#ctx0" brushRef="#br0" timeOffset="-104572.65">12506 16705 1005 0,'0'0'553'0,"0"0"-273"0,0 0 12 16,0 0-27 0,0 0-117-16,0 0-85 0,0 0-63 15,-25-36 6-15,-8 58 48 16,-5 13-35-16,2 2 20 16,5 4-2-16,9-3-35 15,9-6 29-15,5-6-31 16,8-8-20-16,0-4 19 15,8-10-73-15,9-4-15 16,1 0-110-16,5-22-125 16,-6-4-178-16,-1-6-212 0</inkml:trace>
  <inkml:trace contextRef="#ctx0" brushRef="#br0" timeOffset="-104353.93">12487 16284 1068 0,'0'0'840'0,"0"0"-486"15,0 0-139-15,0 0-135 16,0 0-79-16,0 0 26 16,0 0 24-16,8 64 8 15,-8 3-6-15,-8 9-46 16,2 4 4-16,-1-6-11 16,3-1-29-16,4-11 8 15,0-4-168-15,0-14-42 16,0-8-75-16,11-12-182 15,1-12-130-15</inkml:trace>
  <inkml:trace contextRef="#ctx0" brushRef="#br0" timeOffset="-104041.05">12597 16784 1190 0,'0'0'662'16,"0"0"-403"-16,0 0-135 16,0 0-48-16,0 0-67 15,0 0-5-15,0 0 128 16,23 72-67-16,-40-28 7 15,4-4-28-15,2 0-43 16,6-12 35-16,5-6-36 16,0-12 0-16,0-6 23 15,12-4-23-15,5 0-10 16,2-22-90-16,-2-10-139 16,-1-8 15-16,-3 0-56 0,1 0-32 15,-3 4 71 1,-3 10 241-16,-2 12 361 0,-4 14-14 15,-2 0-267-15,0 18 13 16,0 8-3-16,0 10 36 16,2-4-26-16,4 2-100 15,7-6-43-15,3-2-57 16,16-4-76-16,-3-8-100 16,-3-6-373-16</inkml:trace>
  <inkml:trace contextRef="#ctx0" brushRef="#br0" timeOffset="-98271.66">13071 16749 228 0,'0'0'711'16,"0"0"-432"-16,0 0-113 0,0 0-25 15,0 0-55 1,0 0-9-16,0-18 11 0,0 13 0 16,0 2 14-16,0 2-24 15,0 1 10-15,0-4 26 16,0 4 16-16,0-5-7 16,0 1-43-16,0 4-17 15,0-4 22-15,0 4-52 16,0 0 10-16,0 0-10 15,0 0-24-15,0 0 18 16,0 0-27-16,8 0 1 16,11 0 38-16,8-1-38 15,4 1 4-15,7 0-5 16,0-5-9-16,-2 5-30 16,-3 0-56-16,-4 0-117 0,-9 0-108 15,-6 5-266 1,-10 4-200-16</inkml:trace>
  <inkml:trace contextRef="#ctx0" brushRef="#br0" timeOffset="-98021.31">13087 16834 1445 0,'0'0'799'0,"0"0"-452"0,0 0-155 16,0 0-69-16,0 0-47 15,0 0-40-15,0 0-2 16,87-32-34-16,-53 32-25 16,1 0-2-16,-2 0-98 15,13 6-92-15,-11 2-416 16,-6 2-886-16</inkml:trace>
  <inkml:trace contextRef="#ctx0" brushRef="#br0" timeOffset="-96439.11">13771 16547 1156 0,'0'0'490'0,"0"0"-268"16,0 0 3-16,0 0-8 15,0 0-60-15,0 0-75 16,0 0 6-16,25-62-76 0,-17 40-12 16,4 0 9-1,1-4 0-15,-2-1-9 0,1 0 0 16,-4-1-19-16,-1-3 4 15,-1 1 3 1,2 2 3-16,-4 2 0 16,-2 2 18-16,-2 6 10 0,0 6 28 15,0 0-16-15,0 10 52 16,0-2-48-16,0 4-22 16,0 0-7-16,0 0-6 15,0 14-5-15,0 8 4 16,0 14 2-16,-4 4 1 15,-3 13-2-15,0 1 0 16,0 0-12-16,1 4-3 0,-3-6-30 16,0 2-61-16,2 0-170 15,3-10-100-15,0-12-382 16</inkml:trace>
  <inkml:trace contextRef="#ctx0" brushRef="#br0" timeOffset="-96204.75">13651 16812 950 0,'0'0'737'0,"0"0"-413"16,0 0-59 0,0 0-37-16,0 0-39 0,0 0-100 15,0 0-69-15,68-49 14 16,-27 49-34-16,6 0-6 15,0 0 5-15,-1 0-93 16,6 9-157-16,-13-1-230 16,-10-2-356-16</inkml:trace>
  <inkml:trace contextRef="#ctx0" brushRef="#br0" timeOffset="-95704.75">13704 17048 196 0,'0'0'981'0,"0"0"-621"16,0 0-175-16,0 0-1 16,0 0 43-16,0 0-40 15,0 0 4-15,-27 0-60 16,27 0-54-16,7-8-39 16,9 2-38-16,3-2 0 15,6 4-11-15,-2 2 12 16,-1 2-1-16,-4 0 0 0,-9 6-5 15,-9 12-2 1,0 8 8-16,-20 6-1 0,-18 9 53 16,-7 3-39-16,-3 0 19 15,5-8 6-15,11-4-10 16,13-10 8-16,12-4-37 16,7-10 0-16,5-4 2 15,24 0-2-15,6-4-1 16,7 0-15-16,2 0-24 15,-1 0-19-15,-3 0-121 16,3 0-126-16,-9 0-164 16,-11 0-238-16</inkml:trace>
  <inkml:trace contextRef="#ctx0" brushRef="#br0" timeOffset="-94184.38">14462 16244 889 0,'0'0'571'0,"0"0"-411"16,0 0-60-16,0 0 6 16,0 0-35-16,0 0 13 15,0 0 5-15,-38 32-14 16,18 17 77-16,-2 13-8 16,-3 14-28-16,0 8 3 15,2 6-61-15,2-1-3 0,8-3-14 16,6-6-41-1,7-8 41-15,0-6-41 0,9-3-1 16,6-5-1-16,2-12-62 16,-5-6-44-16,1 0-155 15,-1-10-235-15,-5-12-255 16</inkml:trace>
  <inkml:trace contextRef="#ctx0" brushRef="#br0" timeOffset="-91396.09">14652 16722 864 0,'0'0'488'0,"0"0"-311"15,0 0 70-15,0 0-30 16,0 0-53-16,0 0-25 16,0 0-56-16,12-18 2 15,0 18-39-15,1 0-45 16,0 0 57-16,5 14-49 16,-5 8 1-16,1 6 24 15,-7 6-23-15,-5 6 20 16,-2 0-4-16,0-4-27 15,-4 0 55-15,-9-4-46 16,1-10-7-16,5-4 24 16,3-6-26-16,4-6 10 15,0-6-10-15,0 0 0 16,0 0-17-16,13-22-28 16,5-6-134-16,5-12-36 0,-4-4-77 15,4-6-40-15,-5 2 10 16,-5 12 322-16,-4 9 52 15,-7 18 143-15,-2 9-47 16,0 0-94-16,0 14 63 16,0 16 47-16,-5 2-15 15,5 0-27-15,0 2-4 16,0 2-95-16,0-8-23 16,16 2-66-16,18-8-101 15,-5-8-126-15,0-4-430 0</inkml:trace>
  <inkml:trace contextRef="#ctx0" brushRef="#br0" timeOffset="-91052.21">15221 16924 656 0,'0'0'1048'0,"0"0"-511"16,0 0-288-16,0 0-34 15,0 0-76-15,0 0-66 16,0 0-19-16,54-10-54 16,-25 2-18-16,0 2 2 15,-2 2-102-15,0 4-142 16,-8 0-326-16,-3 0-373 0</inkml:trace>
  <inkml:trace contextRef="#ctx0" brushRef="#br0" timeOffset="-89234.77">15832 16647 363 0,'0'0'859'0,"0"0"-553"0,0 0-57 16,0 0-1-16,0 0-32 15,0 0 9-15,0 0-109 16,0 0-7-16,0 0-33 15,0-2-68-15,0-6 39 16,0-2-47-16,4-2 0 16,1-2-12-16,2-4 6 15,0 0-2-15,1 0-11 16,1-4-35-16,0-4 47 16,2-6-53-16,0 2-25 15,1-2 42-15,-1 2-10 16,-3 2 53-16,0 10 17 0,-4 1-17 15,-2 11 93-15,-2 2-42 16,0 4-35-16,0 0 11 16,0 0-25-16,0 0-2 15,0 18 0-15,0 10 9 16,0 11 13-16,-2 5-22 16,-2 6 0-16,-2 4 5 15,2 0-5-15,-2-2-20 16,-3-2-70-16,-5 8-151 15,5-9-69-15,1-13-287 0</inkml:trace>
  <inkml:trace contextRef="#ctx0" brushRef="#br0" timeOffset="-88656.19">15834 16986 985 0,'0'0'397'0,"0"0"-194"0,0 0 70 15,0 0-45 1,0 0-54-16,0 0-3 16,0 0-82-16,-46 0-4 15,46 0-17-15,0 0-38 0,0 0 28 16,0 0-47-16,6 0-10 15,12 0 22-15,9 0-23 16,2 0 0-16,6 0 0 16,2 0-27-16,-2 0 18 15,-4 0-25-15,-2 0-51 16,-9 0-95-16,-2 0-26 16,-16 18-43-16,-2-2-90 15,0-2-159-15</inkml:trace>
  <inkml:trace contextRef="#ctx0" brushRef="#br0" timeOffset="-87828.06">15726 17231 90 0,'0'0'664'15,"0"0"-482"-15,0 0-110 16,0 0 34-16,0 0 69 16,0 0-68-16,0 0-17 15,-12-4 12-15,12 4-24 16,0 0 6-16,0 0-60 16,0 0-24-16,0 0 0 15,0 0-31-15,0 0-36 16,0 0 22-16,0 0 23 15,0 0 16-15,0 0-49 16,2 0 20-16,5-4 34 0,0 4 2 16,-3 0 24-16,1-4 28 15,-5 4 8-15,0 0 37 16,0 0-17-16,0 0-16 16,0 0 48-16,0 0-49 15,0 0 5-15,0 0-13 16,0-2-23-16,0 2 30 15,0 0-12-15,0-4 1 16,0 4 47-16,0 0-48 16,0-4 14-16,2 0-22 15,6 0-43-15,4-2 0 16,3 2-6-16,3 0 0 0,3 4-12 16,-2 0 13-1,2 0 5-15,-4 8-2 0,-5 10-3 16,-6 4-5-16,-6 2-1 15,0 10 11-15,-18 2 0 16,-11 0 9-16,-4 4 8 16,-5-8 20-16,5-2-19 15,4-3 26-15,6-9-35 16,12-8-1-16,7-2 32 16,4-7-33-16,0-1 2 15,15 0 8-15,14 0-16 16,6 0 9-16,8-5-10 15,2-8-31-15,0 4 18 0,-3 0-84 16,1 0-122 0,9 4-59-16,-9 1-108 0,-7 0-561 15</inkml:trace>
  <inkml:trace contextRef="#ctx0" brushRef="#br0" timeOffset="-86796.8">16472 16651 806 0,'0'0'321'0,"0"0"-186"0,0 0 8 15,0 0 26-15,0 0-31 16,0 0 55-16,0 0-30 16,-2-36-47-16,2 36-5 15,-3 0-74-15,-1 0 4 16,-8 0-18-16,-1 0-17 16,-5 0 5-16,-4 12-11 15,2 6 0-15,0 0 33 16,3 5 0-16,0 4 25 15,7 4 9-15,5 5-33 16,2 0 12-16,3 0-40 16,0-4-5-16,0 2 21 15,10-6-12-15,-2-6-10 0,-1 0 5 16,-5-4 4-16,-2 0 8 16,0-6-16-16,-9 2-1 15,-6-4 34-15,-3-2-25 16,0-4-4-16,5-4 2 15,0 0 1-15,6 0-1 16,4-12-7-16,3-10-52 16,0-2-91-16,12-10-147 15,12 2 83-15,5 6 109 16,2 2-57-16,-2 8 39 16,0 10 116-16,-6 2 13 15,-3 4 195-15,-5 0-45 16,-1 8-21-16,-7 10-71 0,-3 0-43 15,-4 4 29-15,0-2-16 16,0 0-17-16,0-2 1 16,-2-4-25-16,0-4-53 15,-1-6-82-15,3-4-103 16,0 0-65-16,0 0-310 0</inkml:trace>
  <inkml:trace contextRef="#ctx0" brushRef="#br0" timeOffset="-86500.09">16630 16888 1309 0,'0'0'310'0,"0"0"-130"0,0 0 4 15,0 0 1-15,-31 112 65 16,22-92-98-16,-1-6-102 16,8-8 0-16,2-2-49 15,0-4 16-15,0 0-17 16,0-6-29-16,18-10-57 15,7-12-101-15,6 2 31 16,5-6-12-16,2 6-24 16,-1 8 192-16,-3 8 5 15,-5 6 90-15,-7 4 47 16,-4 10-36-16,-5 8-61 16,-6 8 14-1,-5 2-44-15,-2 2-5 16,0-4-10-16,0 6-136 0,0-10-120 15,0-8-356-15</inkml:trace>
  <inkml:trace contextRef="#ctx0" brushRef="#br0" timeOffset="-85749.22">17116 16758 1031 0,'0'0'522'0,"0"0"-367"15,0 0 36-15,0 0-69 0,0 0-49 16,0 0-7-16,0 0-7 16,29-27-59-16,-8 27 38 15,2 0-37-15,-3 0 0 16,-5 14 20-16,-7 13-21 15,-8 3 10-15,0 6 27 16,-25 0-11-16,-4 0 100 16,-4 0-49-16,-3-2-20 15,7-6 17-15,7-2-43 16,8-12-2-16,12-4-29 16,2-6-12-16,7-4 12 15,22 0-41-15,9 0-57 16,20-24-105-16,-10 2-121 0,-5-4-361 15</inkml:trace>
  <inkml:trace contextRef="#ctx0" brushRef="#br0" timeOffset="-85405.11">17399 16820 1209 0,'0'0'604'16,"0"0"-383"-16,0 0-13 15,0 0-143-15,0 0-56 0,0 0 12 16,0 0 63-16,0 58 7 15,-9-30-38-15,-1-2-41 0,2 0 20 16,-1-8-32-16,3-4 0 16,2-4 0-16,4-6-16 15,0-4-26-15,0 0-1 16,6-6-5-16,5-12-26 16,1-12-71-16,2 0-60 15,-1 2-33-15,-1 6 238 16,-5 8 0-16,-5 14 173 15,-2 0-154-15,0 10 24 16,0 12-6-16,0 0 32 16,0 0 4-16,8 0-53 15,6-4-20-15,1-4-13 16,8-2-99-16,12-12-117 16,-1 0-275-16,-5 0-313 15</inkml:trace>
  <inkml:trace contextRef="#ctx0" brushRef="#br0" timeOffset="-84904.94">17884 16333 1126 0,'0'0'644'15,"0"0"-432"-15,0 0-116 16,0 0-94-16,0 0 70 16,0 0 91-16,20 126-15 15,-10-60-19-15,-6 2-83 16,0 2-28-16,-2 3 43 15,-2-1-44-15,0 2 11 0,0 2 6 16,-8-4-28-16,-13-5 15 16,-1-3-21-1,0-12 0-15,2-12-7 0,4-8-28 16,5-10-47-16,11-12-169 16,0-10-102-16,0 0-346 0</inkml:trace>
  <inkml:trace contextRef="#ctx0" brushRef="#br0" timeOffset="-84576.81">18211 16874 90 0,'0'0'1422'0,"0"0"-852"16,0 0-360-16,0 0-22 15,0 0-72-15,0 0-31 16,0 0-73-16,32-8-3 0,-14 8-9 15,2 0-18 1,0 0-61-16,2 0-156 0,-4 0-106 16,-5-4-228-16</inkml:trace>
  <inkml:trace contextRef="#ctx0" brushRef="#br0" timeOffset="-84389.32">18361 16686 1147 0,'0'0'727'16,"0"0"-606"-16,0 0-66 16,0 0 75-16,0 0-27 15,-85 130 2-15,70-90-13 16,4 0-53-16,4 0-39 16,4-8-74-16,3 4-132 0,8-10-123 15,9-8-477-15</inkml:trace>
  <inkml:trace contextRef="#ctx0" brushRef="#br0" timeOffset="-84123.55">18811 16699 1020 0,'0'0'364'0,"0"0"-194"15,0 0 62-15,0 0 9 0,-147 6-8 16,114 20-4-16,6 11-100 16,10-3-28-16,9 6-32 15,8 0-44-15,0-4 19 16,8-4-44-16,13 0 6 16,8-6-12-16,2-4-54 15,5-4-109-15,15-10-125 16,-9-8-269-16,-3 0-374 0</inkml:trace>
  <inkml:trace contextRef="#ctx0" brushRef="#br0" timeOffset="-78847.93">18764 1267 365 0,'0'0'196'0,"0"0"-43"16,0 0-26-16,0 0-2 0,0 0 5 15,0 0-48-15,2 0-5 16,0 0-39-16,0 0-37 16,2 0 64-16,-4 0-1 15,0 0 13-15,0 0-8 16,0 0-34-16,0 0 5 15,0 0-14-15,0 0-25 16,0 0 34-16,0 0-20 16,0 0 5-16,0 0 2 15,0 0-22-15,0 0-1 16,0 0-44-16,0 0-25 16,0 0 38-16,0 2 4 15,0-2 21-15,0 0 5 0,0 0 4 16,0 0 19-1,0 0 3-15,0 0-24 0,0 0-12 16,0 0-155-16,0 0-389 16</inkml:trace>
  <inkml:trace contextRef="#ctx0" brushRef="#br0" timeOffset="-75937.84">18272 1255 209 0,'0'0'272'15,"0"0"-96"-15,0 0-48 16,0 0-4-16,0 0 5 16,0 0-34-16,0 0 2 15,0-8-30-15,0 8-35 16,0-2 40-16,0 2-14 16,0 0 9-16,0 0 22 15,0 0-19-15,0 0 25 16,0 0 4-16,0 0-33 15,0 0 29-15,0 0-55 16,0 0-18-16,0 0 40 16,0 0-34-16,0 0 16 0,0 0-29 15,0 0 3-15,0 0-1 16,0 0-17-16,0 0 8 16,0 4 1-16,0 10 29 15,0 6 27-15,0 6-5 16,-5 2-45-16,1 6 53 15,-3 4-56-15,1 2-11 16,-4 3-2-16,4 4-5 16,-5 26-113-16,2-11-153 15,4-8-558-15</inkml:trace>
  <inkml:trace contextRef="#ctx0" brushRef="#br0" timeOffset="-75437.83">18252 2099 738 0,'0'0'647'0,"0"0"-438"16,0 0-56-16,0 0-20 0,0 0-26 15,0 0 31 1,0 0 32-16,-16 86-26 0,5-41-36 15,0 3-71-15,0 2 0 16,0 2-37-16,-1-2 5 16,1 0-14-16,1 12-168 15,0-12-83-15,4-10-423 0</inkml:trace>
  <inkml:trace contextRef="#ctx0" brushRef="#br0" timeOffset="-74624.52">18214 3096 654 0,'0'0'490'16,"0"0"-396"-16,0 0 48 15,0 0-30-15,0 120-7 16,-5-67 40-16,-3 5-53 16,-1 4-30-16,-5 2-42 15,3 0-20-15,-3 14-101 16,4-16-151-16,3-12-449 0</inkml:trace>
  <inkml:trace contextRef="#ctx0" brushRef="#br0" timeOffset="-73936.89">18265 4030 565 0,'0'0'680'16,"0"0"-414"-16,0 0-97 16,0 0 18-16,0 0-42 15,0 0-41-15,0 0 11 16,-11 61 36-16,5-17-24 0,-2 10-43 15,0 2-77 1,1 4 39-16,1 2-46 0,-4 1-49 16,4 13-106-16,-1-14-136 15,3-14-359-15</inkml:trace>
  <inkml:trace contextRef="#ctx0" brushRef="#br0" timeOffset="-72192.13">18250 5091 803 0,'0'0'549'0,"0"0"-349"0,0 0-79 15,0 0 28-15,0 0-30 16,0 0-30-16,0 0 17 16,0 16-84-16,-5 4 47 15,0 6 35-15,-1 12-20 16,-3 6 26-16,-2 10-58 15,-2 9-37-15,0 7 25 16,-1 4-40 0,1 4-25-16,-1-2-97 0,3 15-102 15,2-19-165-15,4-16-653 0</inkml:trace>
  <inkml:trace contextRef="#ctx0" brushRef="#br0" timeOffset="-71597.96">18172 6128 773 0,'0'0'688'0,"0"0"-434"15,0 0-29-15,0 0 11 16,0 0-8-16,0 0-38 16,0 0-89-16,10-14-75 15,-10 24 11-15,0 12-37 16,0 8 19-16,0 10 6 16,0 8-8-16,0 4 8 15,-8 6-25-15,-1 4-21 16,-3 1 20-16,4 19-161 15,-1-16-193-15,5-11-432 0</inkml:trace>
  <inkml:trace contextRef="#ctx0" brushRef="#br0" timeOffset="-70753.33">18243 7357 692 0,'0'0'386'0,"0"0"-152"15,0 0-54-15,0 0-52 16,0 0-53-16,0 0 103 15,0 0-46-15,-3-14-30 16,3 14-4-16,0 10-76 16,0 18 61-16,0 12 43 15,0 13-64-15,0 8 36 16,-4 8-70-16,-9 1-20 0,1-2 4 16,2-4-12-1,-1-2-43-15,3 9-102 0,2-17-133 16,4-14-374-16</inkml:trace>
  <inkml:trace contextRef="#ctx0" brushRef="#br0" timeOffset="-70080.53">18216 8416 468 0,'0'0'764'0,"0"0"-466"15,0 0-39-15,0 0-9 16,0 0-33-16,0 0-25 16,0 0-93-16,0 30 2 15,0 0-24-15,0 10-8 16,0 6-26-16,0 9-34 15,-5 0 20-15,1 6-29 16,0-5-33-16,-3 0 18 16,-1 6-109-16,0-14-224 15,4-11-597-15</inkml:trace>
  <inkml:trace contextRef="#ctx0" brushRef="#br0" timeOffset="-68547.14">18174 9693 522 0,'0'0'316'0,"0"0"-153"15,0 0-44-15,0 0 26 16,0 0 45-16,0 0-51 16,0 0 5-16,4 0 20 15,-4 0-77-15,0 14 23 16,0 12 62-16,0 12-73 15,0 9 38-15,0 9-92 16,0 8-26-16,0 6 21 16,0 4-40-16,-4 4 0 0,4 5-20 15,0 27-182-15,0-20-49 16,0-14-385-16</inkml:trace>
  <inkml:trace contextRef="#ctx0" brushRef="#br0" timeOffset="-67812.01">18151 11129 1011 0,'0'0'391'0,"0"0"-218"15,0 0 17 1,0 0-21-16,0 0-52 16,0 0 15-16,0 0-63 0,0-12-39 15,0 12 14-15,0 10-29 16,0 16 1-16,0 14 98 0,0 10-35 15,-2 12 27-15,-2 6-79 16,-3 5-21-16,1-1 11 16,-4 0-17-16,4-2-56 15,-3 17-127-15,5-22-135 16,-1-10-319-16</inkml:trace>
  <inkml:trace contextRef="#ctx0" brushRef="#br0" timeOffset="-67044.09">18125 12318 542 0,'0'0'667'15,"0"0"-401"-15,0 0-101 16,0 0 19-16,0 0-101 16,0 0-24-16,0 0 81 15,0 72-19-15,0-34 30 16,-5 10-60-16,1 5-53 15,-3 3 20-15,-1 4-58 0,-4 2 18 16,3 0-18-16,1 2-111 16,1 11-67-1,2-17-329-15,3-12-605 0</inkml:trace>
  <inkml:trace contextRef="#ctx0" brushRef="#br0" timeOffset="-65729.61">18103 13527 696 0,'0'0'414'15,"0"0"-127"1,0 0-53-16,0 0 52 0,0 0-89 15,0 0-13-15,0 0 0 16,0-6-80-16,0 6-28 16,0 16-75-16,0 12 31 0,0 12 49 15,0 10-59 1,-7 7 2-16,-2 3 15 0,-4 4-39 16,1 0 14-16,1 2-14 15,5-2-69-15,4 19-47 16,2-15-343-16,0-10-225 15</inkml:trace>
  <inkml:trace contextRef="#ctx0" brushRef="#br0" timeOffset="-65010.84">18163 14620 1277 0,'0'0'363'16,"0"0"-179"-16,0 0-116 15,0 0-5-15,0 0-21 16,0 0 48-16,0 0 74 15,0 156-62-15,-2-81-40 16,-3 1 27-16,-4 0-68 16,-2-4 9-16,0-2-30 0,0-10-6 15,2-3-7 1,0-9-115-16,7-2-75 0,2 4-120 16,0-12-53-16,0-6-298 15</inkml:trace>
  <inkml:trace contextRef="#ctx0" brushRef="#br0" timeOffset="-64103.5">18120 15972 1137 0,'0'0'488'16,"0"0"-237"-16,0 0-3 15,0 0-46-15,0 0-11 16,0 0-72-16,0 0-46 16,25-18-11-16,-3 18-62 15,5 0 0-15,4 0 0 16,3 0-18-16,1 5-37 0,15 4-210 15,-8-5-263 1,-5-4-594-16</inkml:trace>
  <inkml:trace contextRef="#ctx0" brushRef="#br0" timeOffset="-63212.39">18724 15986 65 0,'0'0'979'16,"0"0"-635"-16,0 0-127 16,0 0 28-16,0 0-18 15,0 0 19-15,0 0-96 16,23 0-98-16,-4 0-13 15,4 0-39-15,1 0 0 16,1 0-14-16,2 0-145 16,1 0-48-16,-3 0-151 0,-7 4-324 15</inkml:trace>
  <inkml:trace contextRef="#ctx0" brushRef="#br0" timeOffset="-62884.26">19063 15994 948 0,'0'0'550'0,"0"0"-356"0,0 0 6 16,0 0-30-16,0 0-89 16,0 0-6-16,0 0-14 15,0 18-17-15,0 6 46 16,0 6-57-16,0 2-30 16,0 6 19-16,0 0-22 15,0 0-61-15,0 12-51 16,-2-10-148-16,2-12-292 0</inkml:trace>
  <inkml:trace contextRef="#ctx0" brushRef="#br0" timeOffset="-61084.15">19210 16663 198 0,'0'0'355'15,"0"0"-72"-15,0 0-127 16,0 0-41-16,0 0-31 16,0 0-48-16,0 0-7 0,-18 0-28 15,18-4 37-15,0 4 75 16,0 0-5-16,0 0 12 16,0 0 31-16,-2-4-11 15,2 4-7-15,-2-4-94 16,2 4-38-16,-3-6-2 15,1 6-2-15,0-4-28 16,0 4-7-16,-2-4-7 16,-2 4 26-16,2 0-135 15,-2 0-76-15,1 0-62 16,1 0-42-16,2 0 107 16,2 0 227-16,0 0 110 0,0 0 93 15,0 0 27-15,0 0-8 16,0 0 16-16,0-4-70 15,0 4-1-15,0-6-11 16,-2 4-2-16,2 2 34 16,0 0-71-16,0 0-61 15,0 0-2-15,-3 0-53 16,3 0-1-16,-2 8 0 16,-1 14 10-16,1 10 13 15,-2 7-23-15,-1 7 0 16,1-6 0-16,0 4 0 15,-1-4-12-15,0 0-48 16,1 10-203-16,2-10-226 0,0-10-615 16</inkml:trace>
  <inkml:trace contextRef="#ctx0" brushRef="#br0" timeOffset="-60740.53">19150 17257 844 0,'0'0'498'16,"0"0"-299"-16,0 0-61 15,0 0 56-15,0 0-22 16,0 0-18-16,0 0 13 16,-7 94-101-16,2-58-50 15,-1 8 11-15,1 2-27 0,1 3-31 16,0 23-85-1,-1-14-160-15,3-10-314 0</inkml:trace>
  <inkml:trace contextRef="#ctx0" brushRef="#br0" timeOffset="-60427.9">19081 18107 751 0,'0'0'836'0,"0"0"-667"16,0 0-160-16,0 0 20 16,0 0 69-16,0 0-16 15,-5 113-72-15,5-79-10 16,-2 16-41-16,2-10-168 16,-3-4-176-16</inkml:trace>
  <inkml:trace contextRef="#ctx0" brushRef="#br0" timeOffset="-34940.64">18938 1211 232 0,'0'0'233'0,"0"0"-92"16,0 0 29-16,0 0-48 16,0 0-18-16,0 0-58 0,15 0-37 15,-9 0-18-15,-4 0 3 16,0 0 5-16,0 0 1 16,-2 0 56-16,0 0 156 15,0 0-76-15,0 0-5 16,0 0 17-16,0 0-48 15,0 0 14-15,0 0 7 16,0 0 10-16,0 0 8 16,0 0-30-16,0 0-38 15,0 0 5-15,0 0-45 16,0 0 11-16,2 0-18 16,0 10-23-16,0 10 34 15,1 6-22-15,-1 8 4 0,0 4 31 16,-2 3-47-1,2-1 11-15,-2-2-4 0,0-4 5 16,0 0-4 0,0-4-9-16,0 0 0 0,0-4-3 15,-2-4 4-15,-13 0-1 16,-3-4 0-16,-5-2 5 16,-3-4-6-16,1-2 1 15,3-6 0-15,7-4 11 16,7 0-10-16,8-16-2 15,0-6 1-15,16-4-39 16,11-4 32-16,5-2-33 16,1 0-32-16,-2-2-34 15,-4-10-198-15,-8 8-228 16,-7 4-385-16</inkml:trace>
  <inkml:trace contextRef="#ctx0" brushRef="#br0" timeOffset="-34581.01">18988 1038 459 0,'0'0'805'15,"0"0"-537"-15,0 0-86 16,0 0-8-16,0 0-34 16,0 0-41-16,0 0 25 15,0-5-71-15,0 5-31 16,0 0 27-16,0 0-23 16,0-5 45-16,0 3-6 15,0-4-50-15,0 2 18 16,-6 3-27-16,0-4-6 15,1 5 0-15,1 0-14 16,2 0-69-16,2 2-95 16,0 9-166-16,11-4-467 0</inkml:trace>
  <inkml:trace contextRef="#ctx0" brushRef="#br0" timeOffset="-34346.06">19208 1037 1689 0,'0'0'523'16,"0"0"-475"-16,0 0 0 16,0 0 38-16,0 0 13 15,98 144 44-15,-90-82-94 16,-8 4-33-16,-2 5-16 15,-25-3-79-15,-23 16-204 16,3-20-300-16,7-12-581 0</inkml:trace>
  <inkml:trace contextRef="#ctx0" brushRef="#br0" timeOffset="-32433.89">20079 1005 198 0,'0'0'937'0,"0"0"-641"15,0 0-94-15,0 0-1 16,0 0 10-16,0 0-12 15,0 0-35-15,2 0-27 16,0 0-61-16,0 0-13 16,-2 0 14-16,3 0-50 15,-3 0 9-15,0 0-6 16,0 0-24-16,0 0 16 0,0 0-22 16,0 0-1-16,0 14-8 15,4 9 18-15,-2 8-3 16,3 2 16-16,-5 6-21 15,2-3 23-15,-2 0-24 16,0 0-6-16,0-6 0 16,0-2-58-16,0-4-54 15,0-6-189-15,3-6-223 16,-1-6-118-16</inkml:trace>
  <inkml:trace contextRef="#ctx0" brushRef="#br0" timeOffset="-32152.7">19834 1038 1038 0,'0'0'796'0,"0"0"-482"15,0 0-133-15,0 0-52 16,0 0-19-16,0 0-74 16,145-28 19-16,-95 28-40 15,0 0-6-15,-4 0-18 0,-5 10-39 16,-14 12-210-16,-12-1-225 16,-13-3-490-16</inkml:trace>
  <inkml:trace contextRef="#ctx0" brushRef="#br0" timeOffset="-31965.24">19784 1558 1172 0,'0'0'742'0,"0"0"-526"15,0 0-89-15,0 0-61 16,148-16-12-16,-109 8-54 0,0 2-12 15,7 4-123 1,-10 2-236-16,-7 0-527 0</inkml:trace>
  <inkml:trace contextRef="#ctx0" brushRef="#br0" timeOffset="-31543.31">20740 1315 147 0,'0'0'1608'15,"0"0"-1008"-15,0 0-387 0,0 0-132 16,0 0-53-16,0 0 20 16,0 0-38-16,97-4-10 15,-78 8-19-15,-3 10-187 16,-7 0-170-16,-9-2-465 0</inkml:trace>
  <inkml:trace contextRef="#ctx0" brushRef="#br0" timeOffset="-31402.73">20750 1484 1230 0,'0'0'611'0,"0"0"-383"15,0 0-72-15,0 0-156 16,144 1-19-16,-105-1-348 0,-8 0-882 16</inkml:trace>
  <inkml:trace contextRef="#ctx0" brushRef="#br0" timeOffset="-30637.11">21571 842 1175 0,'0'0'492'0,"0"0"-330"15,0 0 34-15,0 0-44 16,0 0-25-16,0 0 15 16,0 0-91-16,-57 4 5 15,45 40-1-15,4 12 11 16,-1 13 10-16,2 4-32 15,2 8-20-15,3 3 35 16,2-2-58-16,0 0 24 16,0-5 7-16,0-5-31 15,0-10 24-15,0-8-25 16,-2-8-19-16,-7-14 11 16,-2-9-83-16,-2-12-28 15,-14-11-155-15,6-2-260 16,0-12-766-16</inkml:trace>
  <inkml:trace contextRef="#ctx0" brushRef="#br0" timeOffset="-26734.47">21808 1101 780 0,'0'0'600'0,"0"0"-437"16,0 0-31-16,0 0 11 15,0 0-31-15,0 0-27 16,0 0-9-16,42 2-7 16,-28 5-13-16,-6 4-6 15,2 1 41-15,-6 6 5 16,-2 4-13-16,-2 4 2 15,0 4-28-15,-4 4 5 16,-14 4-8-16,-3 0-24 16,2 0 10-16,1-3-26 15,5-8-13-15,3-7 15 16,6-5-10-16,4-9-12 16,0-6-5-16,4 0-22 0,19-14 27 15,6-14-73-15,4-11-35 16,0-7-82-16,-1-2-35 15,-6 0 60-15,-7 10 171 16,-13 10 9-16,-6 12 97 16,0 14-46-16,-25 2-45 15,-6 12 108-15,0 14 31 16,4 8-41-16,8 4-59 16,7-2-26-16,12 0 5 15,0-6-33-15,25-6-10 16,10-7-42-16,25-12-139 15,-6-5-144-15,-8 0-475 0</inkml:trace>
  <inkml:trace contextRef="#ctx0" brushRef="#br0" timeOffset="-25984.21">22126 958 418 0,'0'0'614'16,"0"0"-374"-16,0 0-62 15,0 0-48-15,0 0-18 16,0 0-3-16,0 0-14 15,-6-6-30-15,6 6 3 16,0-2-26-16,0 2 11 16,0 0 17-16,0 0-30 0,0 0 37 15,0 0-7 1,0 0-11-16,0-2-16 0,0 2-28 16,0 0 7-16,0 0 2 15,0 0-11-15,0 0 14 16,0 0-25-16,0 0 7 15,0 0 9-15,0 0-18 16,0 0 11-16,-3 0-9 16,1 0 5-16,2 0 2 15,0 0-8-15,0 0-1 16,0-2 24-16,0 0-10 16,0-2 6-16,0 0-6 15,0 0-13-15,9 0 21 0,0 2-15 16,0 0-6-1,-2 2 8-15,-1 0-8 0,-6 4 7 16,0 12 8-16,0 6-10 16,-13 2 30-16,-9 6 0 15,-3 1-2-15,3-4-8 16,6 0-26-16,5-8 12 16,9-2-12-16,2-5-22 15,9-4 7-15,18-5-34 16,6 0-42-16,19-3-217 15,-8 0-282-15,-7-8-442 0</inkml:trace>
  <inkml:trace contextRef="#ctx0" brushRef="#br0" timeOffset="-25780.88">22501 936 1324 0,'0'0'576'0,"0"0"-327"15,0 0 28-15,-49 102-118 16,30-45-51-16,4 3-8 16,5 6-37-16,0 0-20 15,6 0-19-15,4-3-24 16,0-8-15-16,0-6-59 16,18-5-89-16,-1-14-176 15,-1-8-320-15</inkml:trace>
  <inkml:trace contextRef="#ctx0" brushRef="#br0" timeOffset="-22523.21">22751 1416 732 0,'0'0'641'15,"0"0"-402"-15,0 0-31 16,0 0 6-16,0 0-39 15,0 0-70-15,0 0-28 16,66-45-23-16,-43 21-29 16,-2-2-16-16,0-2-9 15,-1-2-24-15,-5-4-8 16,-3 0-1-16,1 0 1 0,-4 0-1 16,0 6 18-16,0 3 15 15,-3 7 14 1,-1 7 16-16,-1 3 13 0,0 5-3 15,-4 3 6-15,3 0-20 16,-3 18-11-16,0 13 61 16,0 7 12-16,0 8-21 15,-11 0-22-15,0 0-14 16,2-4-20-16,2-2-11 16,0-8-23-16,5-4-38 15,2-8-156-15,0-10-170 16,13-3-476-16</inkml:trace>
  <inkml:trace contextRef="#ctx0" brushRef="#br0" timeOffset="-22335.69">23158 1325 1280 0,'0'0'713'16,"0"0"-573"-16,0 0-78 15,0 0 2-15,131 6-30 16,-77-6-34-16,19 0-28 16,-15 0-215-16,-8-8-681 0</inkml:trace>
  <inkml:trace contextRef="#ctx0" brushRef="#br0" timeOffset="-21820.06">23862 1128 1028 0,'0'0'336'0,"0"0"-180"0,0 0 32 16,0 0 2-16,0 0-42 16,0 0-60-16,0 0-55 15,27-68-14 1,-14 68 3-16,1 0 5 0,-5 3 20 16,-7 15 34-16,-2 6 31 15,0 6 7-15,-16 2-12 16,-8 2-21-16,-5 0-23 15,2-6-21-15,5-8-20 16,3-6-13-16,13-6-8 16,6-8-1-16,0 0-27 15,22 0-15-15,12-2-68 16,6-8-88-16,0 0 27 16,-4 4 70-16,-9 6 66 15,-14 0 18-15,-11 4 17 0,-2 14 27 16,-11 8 35-16,-16 0 26 15,-4 0-32-15,2-2-35 16,2-5-21-16,10-5-65 16,9-10-74-16,8-4-192 15,0 0-475-15</inkml:trace>
  <inkml:trace contextRef="#ctx0" brushRef="#br0" timeOffset="-21444.86">24125 1157 1113 0,'0'0'339'0,"0"0"-95"0,0 0 25 16,0 0-63-16,0 122-21 15,0-90-27-15,-2 0-71 16,-3-4-50-16,1-4-22 15,2-6-6-15,0-5-9 16,2-8-27-16,0-5-34 16,2 0 6-16,13-18-103 15,5-14-99-15,1-10-53 16,-2-6-38-16,-1-2-165 16,-3 8 351-16,-5 10 162 15,-6 16 403-15,-4 14-46 0,0 2-147 16,-2 15 94-16,-6 18-99 15,0 3-36-15,8 2-55 16,0-2-54-16,8-4-60 16,13-6-52-16,24-11-150 15,-7-8-150-15,-3-7-467 0</inkml:trace>
  <inkml:trace contextRef="#ctx0" brushRef="#br0" timeOffset="-21226.11">24687 1001 1124 0,'0'0'368'16,"0"0"-108"-16,2 120-16 16,-2-60-43-16,-18 4 2 15,-5-4-56-15,-4-2-83 16,2-5-58-16,-4-10-6 15,-5-4-161-15,5-16-74 16,9-10-358-16</inkml:trace>
  <inkml:trace contextRef="#ctx0" brushRef="#br0" timeOffset="-20522.82">24903 820 225 0,'0'0'781'0,"0"0"-472"15,0 0-63-15,0 0-4 0,0 0 40 16,0 0-22-16,0 0-42 16,-23-10-64-16,23 8-44 15,0 0-13-15,0-2-20 16,0 0-28-16,7-2-49 16,7 2-7-16,-1 2-14 15,-5 2 20-15,-3 0-14 16,-5 12-9-16,0 12 24 15,-24 6 19-15,-5 4 36 16,-4 0-13-16,4-4-16 16,10-10-13-16,13-4-12 15,6-4-1-15,6-4-1 16,28-4 1-16,15-2-19 16,7-2-44-16,19 0-42 0,-12 0-86 15,-16-6-444-15</inkml:trace>
  <inkml:trace contextRef="#ctx0" brushRef="#br0" timeOffset="-20178.79">25317 1159 1053 0,'0'0'346'16,"0"0"-167"-16,0 0 67 15,-141 24 3-15,101 2-16 16,5 6-41-16,10 0-75 15,10 0-69-15,11-2-21 16,4-4-27-16,4-6-5 16,23-7-26-16,8-12-60 15,16-2-152-15,-6-17-134 0,-7-7-285 16</inkml:trace>
  <inkml:trace contextRef="#ctx0" brushRef="#br0" timeOffset="-19975.67">25415 784 142 0,'0'0'1685'16,"0"0"-1185"-16,0 0-333 15,0 0-80-15,0 0-66 16,0 0 64-16,-7 110 3 16,-1-48-24-16,-2 5-23 0,2 1-22 15,-1 0-10 1,2-2-9-16,3-6-42 0,-1-6-82 15,5-8-222 1,0-14-255-16,0-14-642 0</inkml:trace>
  <inkml:trace contextRef="#ctx0" brushRef="#br0" timeOffset="-19647.27">25518 1173 1577 0,'0'0'534'15,"0"0"-449"-15,0 0 22 16,0 0 66-16,0 0-5 16,24 124-42-16,-24-86-34 15,-13 0-35-15,0-8-24 16,3-7-23-16,6-11-1 16,4-9-9-16,0-3-12 0,2-2-4 15,16-24-71 1,4-7-71-16,3-12-86 0,-1-3-64 15,-5 2-170-15,-4 8 159 16,-7 12 319-16,-6 18 270 16,-2 8 82-16,0 10-52 15,0 20-30-15,-4 8-112 16,4 4-61-16,0-2-28 16,10-4-66-16,19-3-3 15,17-10-54-15,-6-6-243 16,-4-10-354-16</inkml:trace>
  <inkml:trace contextRef="#ctx0" brushRef="#br0" timeOffset="-17389.22">26092 1275 1259 0,'0'0'231'0,"0"0"-145"0,0 0-41 16,121-20-32-16,-90 16-10 16,-2 4-3-16,-7 0-117 15,-9 0-265-15</inkml:trace>
  <inkml:trace contextRef="#ctx0" brushRef="#br0" timeOffset="-16873.65">26137 1349 608 0,'0'0'1330'0,"0"0"-938"16,0 0-167-16,0 0-82 15,0 0-20-15,0 0-23 16,0 0-61-16,80-26-5 0,-51 24-34 16,2 2-28-1,0 0-11-15,7 0-128 0,-11 0-360 16,-5 0-513-16</inkml:trace>
  <inkml:trace contextRef="#ctx0" brushRef="#br0" timeOffset="-16373.65">26950 776 1614 0,'0'0'663'0,"0"0"-459"0,0 0 21 16,0 0-136-16,0 0-36 15,0 0-13-15,0 0-40 16,-42 16 33-16,36 40-32 15,6 32 16-15,0 27 49 16,0-3-42-16,2-12 4 16,4-14-28-16,-1-19 15 15,-3 5-9-15,-2 2-6 16,0-10-5-16,0-16-2 16,-9-10-17-16,-11-12 3 15,-3-12-18-15,2-10-67 16,-13-4-22-16,7-16-330 15,7-4-285-15</inkml:trace>
  <inkml:trace contextRef="#ctx0" brushRef="#br0" timeOffset="-15167.61">27104 1221 796 0,'0'0'804'0,"0"0"-478"16,0 0-58-16,0 0-81 0,0 0-51 15,0 0-3 1,0 0-60-16,42-18-27 16,-26 28-10-16,-3 14-27 0,-4 6 58 15,-4 8-34-15,-5 2 0 16,0 2 13-16,0-2-28 16,-14-4 6-16,3-5-22 15,2-7 15-15,3-8-17 16,3-8 0-16,3-6-26 15,0-2 17-15,0-2-24 16,18-22-12-16,2-13-31 16,2-9-32-16,1-8-71 15,-1-6-88-15,-1 6-61 16,-9 10 200-16,-5 16 128 16,-7 18 211-16,0 10-81 15,-15 18-37-15,-6 18 132 16,3 8-101-16,7 2-32 0,11-4-22 15,0-5-35-15,27-7 7 16,15-9-42-16,8-6-57 16,3-9-36-16,10-6-230 15,-15 0-228-15,-12-14-793 0</inkml:trace>
  <inkml:trace contextRef="#ctx0" brushRef="#br0" timeOffset="-14339.59">27451 868 542 0,'0'0'309'0,"0"0"-162"15,0 0-52-15,0 0 8 16,0 0 19-16,0 0-35 16,0 0 16-16,0 0-20 0,0 0-24 15,0 0 39 1,0 0-19-16,0 0-26 0,0 0-5 16,0 0-47-16,0 0 40 15,0 0 12-15,0 0-3 16,0 0 48-16,0 0-37 15,0 0-20-15,0 0 11 16,0 0-51-16,0 0 17 16,-2 0-18-16,-2 0 12 15,-1 0 10-15,-1 0-22 16,4 0 18-16,0 0 65 16,2 0-22-16,0 0 17 15,0 0-14-15,0-2-45 16,8 0 2-16,5 0-21 0,1 0-24 15,-3 2 12-15,-5 0 5 16,-6 4 7 0,0 14 14-16,-10 6 0 0,-22 6 72 15,-10 2-38-15,-3-2-3 16,6-2 9-16,7-6-39 16,14-5 12-16,16-9-27 15,2-4 0-15,20-3-20 16,18-1 11-16,9 0-39 15,4 0-25-15,16 0-92 16,-16 0-307-16,-6 0-286 0</inkml:trace>
  <inkml:trace contextRef="#ctx0" brushRef="#br0" timeOffset="-13855.22">27962 894 1748 0,'0'0'771'0,"0"0"-567"16,0 0-47-16,0 0-33 16,0 0-108-16,0 0 30 15,-54 144-1-15,37-67-24 16,1 7 26-16,9 0-47 16,7 0 1-16,0-6-12 0,15-7-7 15,12-7-36-15,2-10-38 16,16-6-56-16,-9-16-195 15,-3-13-469-15</inkml:trace>
  <inkml:trace contextRef="#ctx0" brushRef="#br0" timeOffset="-12728.34">28082 1399 1205 0,'0'0'573'0,"0"0"-340"15,0 0-29-15,0 0-68 16,0 0-65-16,0 0-8 16,0 0 1-16,125-102-63 31,-98 70 4-31,-6 0-5 15,2-2-34-15,-3 2 32 16,-5 4-1-16,-3 2 3 16,-5 8 70-16,-3 4-16 0,-4 6 31 0,0 5-5 15,0 3-68-15,0 0 5 16,0 18-16-16,-2 13-1 16,-9 7 49-16,-1 10-49 0,-1 2 13 31,3 0-13-31,0-2-27 15,3-3 0-15,5-4-116 0,2-9-209 0,0-9-347 16</inkml:trace>
  <inkml:trace contextRef="#ctx0" brushRef="#br0" timeOffset="-12212.33">28677 1325 1341 0,'0'0'545'16,"0"0"-372"-16,0 0 63 16,0 0 10-16,0 0-63 15,0 0-84-15,0 0-63 16,54 0 13-16,-21 0-49 0,5 0 10 15,4 0-10 1,-2 0-18-16,4 0-53 0,-8 0-232 16,-11-2-375-16</inkml:trace>
  <inkml:trace contextRef="#ctx0" brushRef="#br0" timeOffset="-11789.76">29327 978 1185 0,'0'0'642'0,"0"0"-569"16,0 0-7-16,0 0 41 15,0 0-20-15,0 0 18 16,0 0-3-16,-66 55 43 16,39-14 3-16,-2 9-56 15,2 3-10-15,7 1-13 16,9-2-51-16,6-4 19 16,5-3-37-16,3-9-21 15,21-9 19-15,10-8-71 0,1-10-13 16,2-5-102-1,-6-4-50-15,-8 0 25 0,-6-15-23 16,-13-7 91 0,-4-4 138-16,0-1 7 0,-15 1 145 15,-8 6 34-15,1 8-107 16,-1 6-72-16,4 6-80 16,5 0-198-16,7 0-603 0</inkml:trace>
  <inkml:trace contextRef="#ctx0" brushRef="#br0" timeOffset="-11335.75">29562 1191 1582 0,'0'0'314'15,"0"0"-206"-15,0 0 80 16,0 0 12-16,0 0-96 16,0 0-39-16,0 0 17 15,24 70-46-15,-21-26 46 16,-3 2-45-16,0-2-23 16,0-4 14-16,0-5-26 15,0-9 14-15,-3-8-16 16,3-8 8-16,0-10-26 15,0 0 7-15,13-8-19 16,3-19-43-16,2-9-95 0,0-8 0 16,-1-7 17-16,1-6-44 15,-3 7-9 1,-1 8 204-16,-7 16 101 0,-7 14 151 16,0 12-157-16,0 2-52 15,-13 24 136-15,1 6-61 16,4 6 0-16,8-2-77 15,0 0-8-15,2-6-33 16,18-3-1-16,18-9-60 16,-5-8-239-16,0-5-349 0</inkml:trace>
  <inkml:trace contextRef="#ctx0" brushRef="#br0" timeOffset="-11069.6">30100 1253 1144 0,'0'0'597'0,"0"0"-412"0,0 0 95 15,0 0 22 1,0 0-193-16,0 0-64 0,0 0-26 15,81-8-11-15,-56 8-16 16,2-2-60-16,-1 0-130 16,-2-6-43-16,-6 2-330 15,-9 0-310-15</inkml:trace>
  <inkml:trace contextRef="#ctx0" brushRef="#br0" timeOffset="-10913.34">30283 1105 1035 0,'0'0'637'16,"0"0"-382"-16,0 0 6 16,0 0 20-16,0 0-141 15,0 0-36-15,-64 112-48 0,48-70-47 16,3 0-9-16,-3 12-96 16,3-11-244-16,6-11-273 15</inkml:trace>
  <inkml:trace contextRef="#ctx0" brushRef="#br0" timeOffset="-10037.6">30746 948 1222 0,'0'0'597'0,"0"0"-281"16,0 0-61-1,0 0-141-15,0 0-52 0,0 0 14 16,0 0 6-16,-126 46-16 16,94-6-44-16,3 0 41 15,8 1-51-15,7-5 16 16,7-4-11-16,5-8-16 16,2-8-2-16,0-6-19 15,9-6-30-15,5-4 41 16,-1 0-50-16,0-16-64 15,1-8-89-15,-4-6 49 16,2-6 36-16,-1 0 27 16,-2 0 54-16,0 5 46 15,-4 9 34-15,-1 10 100 16,-2 10 11-16,-2 2-60 16,0 9-41-16,0 20-2 0,0 11 17 15,0 11 11-15,0 3-50 16,-2 0 39-16,-10-2 10 15,-1-6-21-15,-5-6 29 16,-2-9-39 0,-2-8 5-16,-3-6-7 0,4-10-36 15,2-4-7-15,3-3-11 16,6 0-65-16,10-17-30 16,0-2-276-16,0-4-518 0</inkml:trace>
  <inkml:trace contextRef="#ctx0" brushRef="#br0" timeOffset="-9631.17">30902 1201 333 0,'0'0'1190'0,"0"0"-787"15,0 0-221-15,0 0-42 16,0 0 45-16,0 0-51 15,29 124-13-15,-29-82-62 16,-4-4-29-16,-5-5 4 16,5-9-25-16,2-6-6 15,2-10 0-15,0-8 3 16,0 0-3-16,9-4-3 16,7-21-58-16,1-8-21 0,1-10-71 15,-3-3 3-15,4 0-47 16,-7 4 18-16,-3 10 176 15,-4 16 140-15,-5 14 33 16,0 2-57-16,-5 24 22 16,-8 10-20-16,5 8-45 15,3 0-33-15,5 0 42 16,0-5-82-16,11-5 8 16,9-10-16-16,4-7-50 15,3-6-33-15,12-9-189 16,-8-9-252-16,-5-6-296 0</inkml:trace>
  <inkml:trace contextRef="#ctx0" brushRef="#br0" timeOffset="-8818.68">31184 908 801 0,'0'0'286'15,"0"0"-64"-15,0 0-41 16,0 0-65-16,0 0 17 16,0 0-4-16,0 0-58 15,0 0-8-15,0 0-45 16,0 0 23-16,0 0-3 15,0 0-11-15,0 0 14 16,0 0-32-16,0 0 5 16,0 0 27-16,0 0-40 15,0 0 5-15,0 0 10 16,-3 0-14-16,-1 0 35 16,-1 0-18-16,3 0 6 15,0 0 35-15,2 0-38 0,0 0 34 16,0 0 20-16,0 0-19 15,0 0 11-15,2 0-56 16,7 0-12-16,-2 0 36 16,-5 0-27-16,0 0 15 15,-2 4 22-15,0 12-10 16,-9 8 46-16,-11 2-31 16,0 4-12-16,3-1 7 15,5-3-39-15,8-5 5 16,4-2-6-16,2-7 0 15,23-4 0-15,4-4-6 16,4-4-49-16,0 0-17 16,5-6-85-16,-9-10-202 0,-6-1-319 15</inkml:trace>
  <inkml:trace contextRef="#ctx0" brushRef="#br0" timeOffset="-8599.94">31404 852 409 0,'0'0'1084'0,"0"0"-744"16,0 0-34-16,0 0-14 16,0 0-77-16,0 0-92 15,0 0-64-15,92 160 29 16,-90-89-41-16,-2 5-2 16,0 2 31-16,-2 0-48 0,-16-4-2 15,-3-10-26 1,2-7-11-16,-2-13-4 0,4-12-83 15,5-16-76-15,8-10-341 16,4-6-553-16</inkml:trace>
  <inkml:trace contextRef="#ctx0" brushRef="#br0" timeOffset="-8334.31">31945 1131 1694 0,'0'0'564'0,"0"0"-423"0,0 0-12 16,0 0-50-16,0 0-8 16,0 0 29-16,-140 28-27 15,111 16-62-15,9 2 26 16,9-4-37-16,11-4-2 15,0-9-11-15,7-10-36 16,24-16-117-16,-4-3-155 16,-3 0-311-16</inkml:trace>
  <inkml:trace contextRef="#ctx0" brushRef="#br0" timeOffset="-8115.54">31986 637 1227 0,'0'0'1272'0,"0"0"-1046"0,0 0-155 16,0 0-5-16,0 0-29 15,0 107 64-15,-10-41-6 16,0 8-51-16,1 7 11 16,2-4-55-16,2 0-12 15,3-9 6-15,2-6-79 16,0 4-18-16,0-16-126 15,2-16-545-15</inkml:trace>
  <inkml:trace contextRef="#ctx0" brushRef="#br0" timeOffset="-7724.73">32151 1105 1237 0,'0'0'1006'15,"0"0"-661"-15,0 0-218 16,0 0-91-16,0 0 22 16,0 0-3-16,0 0 27 15,49 146-14-15,-49-96-31 16,-12-4 24-16,-3-6-46 16,3-7-14-16,4-12 16 15,3-9-17-15,5-9-9 16,0-3-14-16,9-12-41 15,11-20-39-15,0-11-93 0,0-7-145 16,1-4-54-16,-8 0-163 16,1 10 307-16,-10 12 251 15,-2 20 504-15,-2 12-20 16,0 12-210-16,-4 22-70 16,-8 8-60-16,5 6-12 15,5 0-23-15,2-2-73 16,2-8-36-16,21-8-27 15,10-6-54-15,5-10-40 16,24-6-185-16,-10-5-294 16,2-3-562-16</inkml:trace>
  <inkml:trace contextRef="#ctx0" brushRef="#br0" timeOffset="-133.74">20850 2934 633 0,'0'0'552'0,"0"0"-381"16,0 0-2-16,0 0-19 0,0 0-12 15,0 0 2 1,0-25-43-16,0 19 12 0,0 2 26 16,0-1-2-16,0 0 32 15,0 1-62-15,0 2-34 16,0 2 40-16,0 0-59 15,0 0 25-15,0 0 0 16,0 0-41-16,0 0 31 16,0 0-65-16,4 0 1 15,3 0-7-15,9 0 7 16,4 0-1-16,6 0 0 16,3 0-29-16,4 0 7 15,-4 0-75-15,-6 0-54 16,-7 0-155-16,-10 2-294 15,-6-2-240-15</inkml:trace>
  <inkml:trace contextRef="#ctx0" brushRef="#br0" timeOffset="22.54">20796 2992 1430 0,'0'0'534'0,"0"0"-352"0,0 0 51 16,0 0-68-16,0 0-92 15,0 0-73-15,145 25-1 16,-95-22-173-16,-11-2-377 16,-5-1-1180-16</inkml:trace>
  <inkml:trace contextRef="#ctx0" brushRef="#br0" timeOffset="1292.08">21790 2384 932 0,'0'0'380'0,"0"0"-211"16,0 0 11-16,0 0-21 15,0 0-65-15,0 0 6 16,0 0-5-16,0-42-16 16,0 40 34-16,0 2-47 15,0 0 32-15,0 0-6 16,0 0-42-16,0 0 20 16,0 0-56-16,0 0-12 15,-3 0 35-15,-3 8-27 16,-3 12 1-16,-2 10 32 15,2 8-24-15,0 12 34 0,1 10-27 16,3 8-6 0,3 7 53-16,2 3-71 0,0 2 16 15,0-4-2-15,0-1-14 16,2-11 20-16,3-6-22 16,-1-10 0-16,-4-10 12 15,0-6-5-15,0-6-7 16,-4-8 16-16,-13-2-15 15,-2-8 3-15,-3-1-4 16,-3-6-66-16,2-1 3 16,0 0-204-16,4-5-359 15,6-8-589-15</inkml:trace>
  <inkml:trace contextRef="#ctx0" brushRef="#br0" timeOffset="2733.86">22202 2548 863 0,'0'0'597'0,"0"0"-255"0,0 0-31 16,0 0 5-16,0 0-70 15,0 0-111-15,0 0-15 16,0-11-89-16,-16 11-29 15,-3 19 26-15,-4 13-19 16,-1 15-7-16,-1 9 41 16,5 12-21-16,4 2 34 15,6 0-46-15,5-2-4 16,5-5 3-16,0-5-9 16,23-8-37-16,5-8-30 15,23-6-83-15,-5-12-186 16,-9-12-385-16</inkml:trace>
  <inkml:trace contextRef="#ctx0" brushRef="#br0" timeOffset="3327.6">22400 2787 548 0,'0'0'1311'0,"0"0"-765"0,0 0-327 15,0 0-52-15,0 0-67 16,0 0-72-16,0 0 16 16,21-2-44-16,-11 28 0 15,0 8 36-15,-6 4-24 16,-4 6 38-16,0 0-23 16,0-1-10-16,0-5 19 15,-8-6-36-15,0-8 0 16,6-6-3-16,2-10 3 15,0-6 0-15,0-2 0 0,6-4-50 16,13-20 41-16,1-10-79 16,0-10-17-16,0-9 9 15,-2 1-130-15,-7 4 37 16,-2 12 167-16,-5 12 22 16,-4 14 198-16,0 10-81 15,0 0-75-15,-4 24 62 16,-5 6-35-16,2 4 6 15,5 1-39-15,2-2-29 16,0-4 22-16,15-5-29 16,8-4-35-16,4-4-2 15,-2-6-92-15,6-6-148 16,-10-2-110-16,-5-2-375 0</inkml:trace>
  <inkml:trace contextRef="#ctx0" brushRef="#br0" timeOffset="4046.47">22741 2442 489 0,'0'0'624'0,"0"0"-403"16,0 0-10-16,0 0-7 15,0 0 21-15,0 0-11 16,0 0-113-16,-11 0 12 16,9 0 22-16,2 0-39 15,0 0 22-15,0 0-61 16,0-6-18-16,7 0-3 15,6 0-36-15,3 4 0 16,-3 2-6-16,-2 0 13 0,-9 2-11 16,-2 20 4-16,-4 8 0 15,-18 8 63-15,-7-1-31 16,2 0-2-16,3-4-2 16,10-8-22-16,12-4 15 15,2-3-21-15,6-6 0 16,19-2-15-16,8-4-10 15,1-2-44-15,1-4-24 16,4 0-163-16,-10-2-89 16,-8-6-386-16</inkml:trace>
  <inkml:trace contextRef="#ctx0" brushRef="#br0" timeOffset="6065.37">23004 2956 137 0,'0'0'1393'0,"0"0"-849"15,0 0-404-15,0 0 55 16,0 0-44-16,0 0-66 15,0 0 30-15,116 0-84 16,-69 0-1-16,4 0-30 16,-1 0-15-16,9 0-40 15,-10 0-277-15,-13 0-385 0</inkml:trace>
  <inkml:trace contextRef="#ctx0" brushRef="#br0" timeOffset="6549.62">23842 2570 1588 0,'0'0'504'0,"0"0"-435"16,0 0 61-16,0 0 14 16,0 0-41-16,0 0 26 15,0 0-56-15,-100 39-21 16,73 3 22-16,4 8-42 15,6 4 33-15,11 2-26 16,6-4-30-16,0-6 34 16,8-7-43-16,19-10 0 15,7-4-16-15,1-11-10 16,-2-9-4-16,-4-5-7 16,-8 0-36-16,-10-1 67 15,-9-13-30-15,-2-4 18 16,0-3 9-16,-18 2 18 15,-2 2 6-15,-5 3-15 16,5 6-61-16,7-3-167 0,4 4-364 16,9-1-344-16</inkml:trace>
  <inkml:trace contextRef="#ctx0" brushRef="#br0" timeOffset="6971.49">23971 2761 704 0,'0'0'1150'0,"0"0"-631"15,0 0-339-15,0 0-64 0,0 0-36 16,0 0-40 0,0 0 59-16,45 92-60 0,-45-47-6 15,0-2 21-15,-6-3-44 16,-6-4 14-16,5-9-24 15,5-7 13-15,2-10-20 16,0-8 7-16,0-2-22 16,9 0 16-16,7-20-35 15,1-11-11-15,1-9-21 16,0-4-51-16,-4-2-24 16,-6 4-5-16,-1 12 153 15,-5 12 115-15,-2 14 23 16,0 4-56-16,0 10-30 15,-7 14-1-15,5 6 45 0,2 3-75 16,0-1 1 0,16-5-11-16,6-3-11 0,5-7-32 15,2-5-34-15,-2-6-74 16,4-6-119-16,-9 0-298 16,-4-6-286-16</inkml:trace>
  <inkml:trace contextRef="#ctx0" brushRef="#br0" timeOffset="7643.42">24295 2384 626 0,'0'0'380'16,"0"0"-145"-16,0 0 5 15,0 0-54-15,0 0-27 16,0 0 8-16,0 0-92 15,-14 0-5-15,14 0 6 16,0 0-19-16,0 0 26 16,0 0 0-16,0 0 9 15,0 0 23-15,0 0-82 16,0 0 10-16,5 0-43 16,4-2 15-16,1 0-33 0,0 2 18 15,-4 0 0-15,-1 0 1 16,-5 16 11-16,0 6 6 15,-2 4 45-15,-15 4-24 16,2 0 38-16,4-2-48 16,4-4-28-16,7-3 32 15,0-6-27-15,12 2-6 16,7-3 0-16,0-5 18 16,-4 1-33-16,-6 1 15 15,-9-3-50-15,0 4 32 16,-14 0-67-16,-30 12-33 15,3-6-206-15,4 0-370 0</inkml:trace>
  <inkml:trace contextRef="#ctx0" brushRef="#br0" timeOffset="9712.1">24796 2901 905 0,'0'0'943'0,"0"0"-736"15,0 0-111-15,0 0 136 16,0 0-68-16,0 0-87 0,0 0-4 16,116 0-49-1,-70 0 11-15,1 0-35 0,-1 0-38 16,-5 0-75-16,-1 0-213 16,-11 2-170-16,-11-2-208 0</inkml:trace>
  <inkml:trace contextRef="#ctx0" brushRef="#br0" timeOffset="9930.84">25076 2759 1202 0,'0'0'789'0,"0"0"-622"15,0 0-67-15,0 0-40 16,0 0 8-16,0 0 50 15,-48 124-80-15,40-76-25 16,2 1-13-16,4-5-149 16,2-2-74-16,0-12-304 15,14-12-619-15</inkml:trace>
  <inkml:trace contextRef="#ctx0" brushRef="#br0" timeOffset="10478.52">25732 2632 1275 0,'0'0'632'16,"0"0"-555"-16,0 0-24 16,0 0-5-16,0 0 24 15,-120 5 98-15,86 19-21 16,3 6-21-16,4 0-49 0,9 2-42 16,7-4 18-1,11-4-55-15,0-4 6 0,7-4-18 16,13-8-63-16,4-4-60 15,0-4-30-15,-1 0-43 16,-6-10 21-16,-5-8-21 16,-3-8 40-16,-5-2 87 15,0-2 40-15,2 0 41 16,-2 4 195-16,-2 8 38 16,2 4 19-16,-1 10-26 15,-1 4-47-15,-2 0-72 16,0 22-107-16,0 12 40 15,0 10 20-15,0 6-29 16,0 0 38-16,-5 0-48 0,-5-4-9 16,-4-6 34-16,-1-5-37 15,-8-7-9 1,0-8 0-16,1-4-21 0,2-8-1 16,4-8-98-16,14-2-200 15,2-18-176-15,0-4-686 0</inkml:trace>
  <inkml:trace contextRef="#ctx0" brushRef="#br0" timeOffset="10885.06">25919 2707 1617 0,'0'0'671'0,"0"0"-424"0,0 0-76 16,0 0-99-16,0 0-72 15,0 0 69-15,0 0-30 16,22 108-17-16,-22-62 41 16,-7-2-57-16,-4-4 18 15,2-4-24-15,2-10 18 16,5-9-17-16,2-7-1 16,0-8-15-16,0-2 0 15,16-6-7-15,4-18-5 16,2-11-39-16,-1-6-94 15,-2-8-47-15,-1 3-25 16,-5 8 56-16,-3 10 176 0,-8 16 80 16,-2 12 51-16,0 0-75 15,-2 22 111-15,-8 8 10 16,4 4-110-16,6-2-30 16,0-4 8-16,4-4-45 15,14-7-1-15,5-5-58 16,3-9-207-16,-2 0-78 15,-5-3-416-15</inkml:trace>
  <inkml:trace contextRef="#ctx0" brushRef="#br0" timeOffset="11234.09">26271 2368 1575 0,'0'0'570'16,"0"0"-333"-16,0 0-34 16,0 0-155-16,0 0-5 15,0 0 57-15,0 0-55 0,-81 130 40 16,50-94-61-1,2-6-24-15,9-7 23 0,6-9-10 16,10-6-10-16,4-4-3 16,0-3 11-16,23-1-31 15,6 0 20-15,6 0-42 16,3 0 7-16,-3 0-76 16,-3 0-114-16,-6-5-85 15,-7 1-277-15,-9 0-344 0</inkml:trace>
  <inkml:trace contextRef="#ctx0" brushRef="#br0" timeOffset="11433.1">26300 2484 1151 0,'0'0'745'0,"0"0"-444"0,0 0-111 16,0 0-11-16,0 0-27 15,-38 112-82-15,26-62-5 16,6 3-65-16,-1-1-5 16,1-2-19-16,6 2-240 15,0-11-253-15,0-14-414 0</inkml:trace>
  <inkml:trace contextRef="#ctx0" brushRef="#br0" timeOffset="11761.18">26601 2512 1770 0,'0'0'474'16,"0"0"-453"-16,0 0 26 16,0 0 9-16,46 112 112 15,-42-54-16-15,-4 11-58 16,0-1-28-16,-4 0-42 16,-18-3-18-16,-4-10 16 0,-1-5-22 15,-2-9-12-15,4-11-28 16,7-12-156-16,7-8-187 15,9-8-575-15</inkml:trace>
  <inkml:trace contextRef="#ctx0" brushRef="#br0" timeOffset="12042.47">27073 2687 1227 0,'0'0'790'0,"0"0"-638"15,0 0-39-15,0 0 29 16,0 0 12-16,-134 2-6 16,103 26-84-16,4 6-22 15,7 2-8-15,9 0-33 16,7-2 8-16,4-4-9 15,2-5-41-15,17-7 22 16,4-9-142-16,12-9-126 16,-3 0-249-16,-8-16-389 0</inkml:trace>
  <inkml:trace contextRef="#ctx0" brushRef="#br0" timeOffset="12276.73">27133 2288 1967 0,'0'0'538'0,"0"0"-432"15,0 0-66-15,0 0 5 16,0 0 79-16,-29 160-90 16,16-89 8-16,1 1-16 15,1 1-25-15,7 0 16 16,0-5-17-16,4-8-43 15,0-4 7-15,0-6-180 16,11-11-245-16,1-15-297 0</inkml:trace>
  <inkml:trace contextRef="#ctx0" brushRef="#br0" timeOffset="12667.34">27216 2755 1298 0,'0'0'598'16,"0"0"-410"-16,0 0-110 16,0 0 27-16,0 0-21 15,0 0 15-15,23 120 67 16,-23-79-86-16,0-5 1 16,0-3-13-16,-6-6-42 15,2-7 13-15,1-10-39 0,3-6 0 16,0-4-3-16,0 0 3 15,13-18-40-15,6-11-40 16,-3-8-103-16,1-9-12 16,-3-3-71-16,-1 5-59 15,-5 6 202-15,-3 16 123 16,-5 14 263-16,0 8-28 16,0 8-78-16,-2 22 96 15,-5 4-145-15,5 4-29 16,2 0 16-16,0-6-79 15,6-1 2-15,15-9-18 16,4-7-18-16,1-2-22 16,10-12-174-16,-7-1-261 15,-4 0-417-15</inkml:trace>
  <inkml:trace contextRef="#ctx0" brushRef="#br0" timeOffset="19258.14">19016 4307 887 0,'0'0'593'0,"0"0"-413"15,0 0 33-15,0 0-41 0,0 0-15 16,0 0 28-16,0 0-41 15,3-2-22-15,-1 0-44 16,0 2-57-16,0 0 65 16,0 0-59-16,5 0-4 15,1 0 14-15,6 0-31 16,4 0 33-16,9 0-38 16,4 0 14-16,6 0-15 15,6 0 0-15,-1 0-1 16,1 0-34-16,-5 2-69 15,0 2-163-15,-9 0-300 16,-9 0-406-16</inkml:trace>
  <inkml:trace contextRef="#ctx0" brushRef="#br0" timeOffset="19492.55">19027 4459 1676 0,'0'0'840'0,"0"0"-623"15,0 0-114-15,0 0-33 0,0 0-34 16,123-18-12 0,-72 11 14-16,2 3-38 15,1 1-48-15,6 3-84 16,-16 0-361-16,-12 3-256 0</inkml:trace>
  <inkml:trace contextRef="#ctx0" brushRef="#br0" timeOffset="22283.36">20092 4185 918 0,'0'0'616'0,"0"0"-478"16,0 0-49-16,0 0 35 16,0 0-42-16,0 0 0 15,0 0-60-15,62-101-21 16,-48 76 25-16,-3-4-26 16,-1-1-6-16,-4 0 5 15,-2 0 1-15,3 4 52 16,-5 2 24-16,0 6 21 0,0 4 70 15,-2 2-63 1,2 6-26-16,-2 2-10 0,0 2-30 16,0 2 23-16,3 0-61 15,-3 0 1-15,0 10-11 16,0 12 10-16,0 10 0 16,0 8 11-16,-3 6-2 15,-3 2 1-15,-3 1-10 16,1-3-34-16,-2-6 32 15,1-4-181-15,-4 4-92 16,2-10-216-16,2-6-291 0</inkml:trace>
  <inkml:trace contextRef="#ctx0" brushRef="#br0" timeOffset="22486.48">19929 4371 1520 0,'0'0'589'0,"0"0"-441"15,0 0 141-15,0 0-48 16,0 0-142-16,0 0-27 16,0 0-72-16,154-2 10 15,-100 2-5-15,-2 0-5 16,-2 0-26-16,-3 0-26 16,2 2-114-16,-11 4-183 15,-14 0-352-15</inkml:trace>
  <inkml:trace contextRef="#ctx0" brushRef="#br0" timeOffset="23034.03">20177 4546 712 0,'0'0'384'16,"0"0"-177"-16,0 0-41 0,0 0 24 16,0 0 3-16,0 0-15 15,0 0 14-15,-18 2-65 16,18-2 8-16,0 0-10 15,0 0-50-15,0 0 19 16,0 0-59-16,0-2-35 16,3-2 8-16,7 0-8 15,1 1 0 1,1 3-2-16,-3 0 8 0,-3 3 6 16,-4 13-11-16,-2 5-1 15,0 4 66-15,-4 3-56 16,-7-2 32-16,3-2-15 15,2-2-13-15,6-6 5 0,0-4-19 16,25-2 0 0,6 0-19-16,5-2 19 0,-5 0 0 15,-7 2-1-15,-12 2-8 16,-12 2-4-16,0 4 5 16,-32 2 8-16,-12 1-16 15,-10 1 16-15,-4-3-47 16,5 2-27-16,2-3-220 15,15-4-262-15,14-4-734 0</inkml:trace>
  <inkml:trace contextRef="#ctx0" brushRef="#br0" timeOffset="24316.5">20692 4275 1358 0,'0'0'514'0,"0"0"-307"15,0 0-42-15,0 0-9 16,0 0 16-16,0 0-90 15,0 0-24-15,15 0-46 0,-6 22-2 16,-4 8 48 0,-3 6-29-16,-2 2-2 0,0 2 25 15,0-1-28-15,-11-5 12 16,1-6-36-16,4-9 21 16,2-6-15-16,4-5-6 15,0-8-17-15,0 0 16 16,4 0-31-16,12-18-15 15,-1-8-33-15,1-9-108 16,-3-2-8-16,-2-6-66 16,-1 3-8-16,-2 8 270 15,-3 12 13-15,-5 14 192 0,0 6-75 16,0 4-94-16,-5 20 152 16,-1 6-54-16,-2 4-38 15,8 1-5-15,0-3-49 16,6-6 5-16,13-4-47 15,8-6-18-15,6-7 6 16,5-5-203-16,9-4-169 16,-9 0-181-16,-7-5-510 15</inkml:trace>
  <inkml:trace contextRef="#ctx0" brushRef="#br0" timeOffset="25394.83">21053 3906 38 0,'0'0'955'15,"0"0"-713"-15,0 0-86 16,0 0-19-16,0 0-18 16,0 0 39-16,0 0-10 15,-14-4-30-15,12 4 9 16,2 0-55-16,0-2 24 15,0 2 22-15,0-4-43 16,0 0 16-16,0 0-53 16,0-2-22-16,0-2 17 0,0 2-33 15,8 0-9-15,4 2 7 16,1 4 4-16,1 0-10 16,-5 0 8-16,-5 14 0 15,-4 10 48-15,0 6-40 16,-9 4 47-16,-9 2 16 15,-1-2-39-15,3-4 25 16,7-6-57-16,9-6 0 16,0-3-11-16,9-4 11 15,13-2-6-15,5-1 5 16,-7-3-18-16,-4 4 4 16,-12 0-2-16,-4 4-31 15,0 3 47-15,-25 2-48 16,-4 2 10-16,-17 12-125 15,7-8-140-15,8-2-379 0</inkml:trace>
  <inkml:trace contextRef="#ctx0" brushRef="#br0" timeOffset="26349.31">21498 4437 796 0,'0'0'506'0,"0"0"-290"15,0 0-15-15,0 0 95 0,0 0 9 16,0 0-105 0,0 0 5-16,38-16-108 0,-18 16-64 15,3 0-1-15,0 0-32 16,9 0-1-16,2 0-56 16,19 0-206-16,-8 0-221 15,-3 0-452-15</inkml:trace>
  <inkml:trace contextRef="#ctx0" brushRef="#br0" timeOffset="26755.6">22184 4044 1512 0,'0'0'562'0,"0"0"-474"16,0 0 49-16,0 0-63 16,0 0 23-16,0 0 46 15,0 0-54-15,-84 52 2 16,64-7-12-16,1 5-57 16,7 0 77-16,3-2-70 15,9-6-19-15,0-6 29 16,4-5-38-16,19-8 8 15,5-9-9-15,3-6-10 16,0-8-5-16,-4 0-27 16,-7-2-18-16,-9-14 54 0,-9-2-43 15,-2 0 15 1,0 0 25-16,-17 4 3 0,-8 6-20 16,1 4 26-16,-1 4-73 15,3 0-226-15,6 14-289 16,8 0-172-16</inkml:trace>
  <inkml:trace contextRef="#ctx0" brushRef="#br0" timeOffset="27053.07">22394 4403 1609 0,'0'0'589'0,"0"0"-484"15,0 0-25-15,0 0-22 16,0 0 43-16,0 0-64 16,0 0-7-16,27 16-5 15,-9-16-19 1,-1 0-7-1,-3 0 1-15,-5 0-12 0,-5-3-10 16,-4-4 22-16,0-1-43 0,-7 2-11 0,-17 4-78 31,1 2-200-15,4 0-467-16</inkml:trace>
  <inkml:trace contextRef="#ctx0" brushRef="#br0" timeOffset="28179.56">22933 4002 734 0,'0'0'490'0,"0"0"-264"0,0 0-27 16,0 0 66-16,0 0-24 15,0 0-32-15,0 0-16 16,0-26-121-16,9 24-17 15,-3 2-9-15,1 0-40 16,0 8 26-16,-4 18-32 16,-1 7 6-16,-2 7 67 15,0 0-66-15,-2 0 16 16,-10-6 9-16,3-4-32 0,3-6 32 16,1-8-32-1,3-6 0-15,2-8-3 0,0-2 3 16,0 0-11-16,11-8-1 15,2-16-61-15,3-8 24 16,-1-8-106-16,-1-9-68 16,-3 2 47-16,1 2 3 15,-6 13 173-15,-2 16 66 16,-4 16 50-16,0 2-59 16,0 30 20-16,-8 9 73 15,-2 0 20-15,8-2-103 16,2-5-7-16,0-7-14 15,14-4-44-15,7-9-2 16,6-4-8-16,0-4-138 16,7-6-143-16,-8 0-272 0,-5 0-222 15</inkml:trace>
  <inkml:trace contextRef="#ctx0" brushRef="#br0" timeOffset="28538.93">23343 3699 162 0,'0'0'1291'0,"0"0"-947"0,0 0-221 16,0 0-5-16,0 0 47 16,0 0 4-16,0 0 15 15,-114 135-89-15,87-103-10 16,8-2-64-16,5-8-21 16,7-8 31-16,7-2-31 15,0-4 0-15,11-4 0 16,16-2 0-16,2-2-19 15,4 0-80-15,1 0-50 16,-7 0-32-16,2-6-194 0,-9-2-128 16,-5 2-346-16</inkml:trace>
  <inkml:trace contextRef="#ctx0" brushRef="#br0" timeOffset="28726.6">23368 3804 785 0,'0'0'697'0,"0"0"-451"16,0 0-14-16,0 0-73 15,0 0-18-15,0 0-65 16,-29 124-55-16,29-76-21 16,0 0-35-16,-2 15-158 15,2-11-279-15,-3-12-731 0</inkml:trace>
  <inkml:trace contextRef="#ctx0" brushRef="#br0" timeOffset="29133.05">22844 4496 1202 0,'0'0'804'0,"0"0"-483"16,0 0-161-16,0 0-59 16,0 0-25-16,0 0-46 0,0 0 40 15,150-25-70 1,-98 21-12-16,2 3-15 0,6 1-178 15,-12 0-109 1,-15 0-376-16</inkml:trace>
  <inkml:trace contextRef="#ctx0" brushRef="#br0" timeOffset="29461.49">23007 4638 789 0,'0'0'586'0,"0"0"-384"0,0 0-36 15,0 0-65-15,0 0 48 16,0 0-23-16,-141 52-26 16,99-30 34-16,2 0-50 15,2-2-11-15,7-4-3 16,9-2-70-16,10-6 30 15,12-2-3-15,0-2-27 16,12-1 77-16,19-2-68 16,9 2-3-16,7-3-12 15,3 0-32-15,0 0-34 16,-1 0-63-16,-5 0-67 16,0 0-67-16,-9-3-314 15,-11 2-728-15</inkml:trace>
  <inkml:trace contextRef="#ctx0" brushRef="#br0" timeOffset="29664.53">23067 4656 854 0,'0'0'1059'0,"0"0"-842"15,0 0-120-15,0 0-36 16,-60 104 69-16,57-70 40 15,3 6-88-15,0 3-9 16,0 1-73-16,0 0-149 16,0 8-136-16,0-12-256 15,0-12-292-15</inkml:trace>
  <inkml:trace contextRef="#ctx0" brushRef="#br0" timeOffset="30603.56">23605 4459 1285 0,'0'0'606'16,"0"0"-366"-16,0 0-79 16,0 0-35-16,0 0-78 15,0 0 2-15,148-3-24 16,-111 3-26-16,0 0-55 16,-8 0-150-16,-8 0-135 15,-7 0-161-15,-7 0-276 0</inkml:trace>
  <inkml:trace contextRef="#ctx0" brushRef="#br0" timeOffset="30806.38">23788 4351 1215 0,'0'0'575'15,"0"0"-389"-15,0 0 34 16,0 0-39-16,0 0-94 15,-37 126 19-15,37-86-78 16,0 0-27-16,0 1-2 16,0-5-174-16,2 2-76 15,4-10-278-15,2-10-482 0</inkml:trace>
  <inkml:trace contextRef="#ctx0" brushRef="#br0" timeOffset="31713.71">24353 4150 95 0,'0'0'951'0,"0"0"-650"16,0 0-84-16,0 0-59 15,0 0 2-15,0 0 34 0,0 0-99 16,-23-44-39-16,8 44-10 16,-5 12 10-16,-1 12 74 15,-1 9-14-15,2 3-41 16,4 4 25-16,3-2-78 15,9-4 3-15,4-6 1 16,0-6-25-16,0-8-2 16,15-6 1-16,5-5-49 15,1-3-28-15,-4-3-193 16,-3-13-61-16,-3-24-41 16,-7 6-121-16,-2-2 126 0</inkml:trace>
  <inkml:trace contextRef="#ctx0" brushRef="#br0" timeOffset="31917.23">24353 4150 743 0,'-34'-18'620'0,"34"18"-290"0,0 0-118 16,2 13-118-16,-2 13-9 16,3 10-3-16,-3 8 42 15,0 4-32-15,0 2 8 16,0-1 26-16,0-2-59 16,-7-4 46-16,-7-6-65 15,-6-6-16-15,0-7 21 16,-4-6-44-16,1-6-9 15,4-6 0-15,0-6-69 16,13 0-17-16,4-12-211 16,2-8-425-16</inkml:trace>
  <inkml:trace contextRef="#ctx0" brushRef="#br0" timeOffset="32074.8">24613 4399 2181 0,'0'0'162'16,"0"0"-162"-16,0 0-115 15,0 0 35-15,0 0 42 16,0 0-51-16,0 0-630 0</inkml:trace>
  <inkml:trace contextRef="#ctx0" brushRef="#br0" timeOffset="32668.75">24898 3906 339 0,'0'0'1128'0,"0"0"-844"16,0 0-137-16,0 0 47 15,0 0-79-15,0 0-74 16,0 0 55-16,34 52-23 16,-34-10 22-16,0 6 9 15,0 0-53-15,-3-2 66 16,-8-7-79-16,0-5-32 16,0-10 25-16,6-6-19 0,1-10-12 15,4-4 0-15,0-4 12 16,0-2-42-16,14-18 29 15,1-10-101-15,3-10 28 16,-1-10-139-16,2-4 29 16,-2 1-21-16,-3 11 151 15,-3 16 54-15,-7 16 176 16,-4 10-78 0,0 6-43-16,0 22 44 0,-4 8 62 15,-1 2-59-15,3 0-81 16,2-3 51-16,0-8-71 15,13-6 5-15,8-5-12 16,3-6-40-16,10-10-157 16,-5 0-115-16,-5 0-462 0</inkml:trace>
  <inkml:trace contextRef="#ctx0" brushRef="#br0" timeOffset="33137.6">25279 3689 1151 0,'0'0'406'0,"0"0"-166"15,0 0-84-15,0 0-60 16,0 0 102-16,0 0-47 16,-16 111 45-16,3-71-113 15,5 0-28-15,-2-6 17 16,4-8-62-16,3-8 17 16,1-6-27-16,2-8 20 15,0-4 1-15,0 0-21 16,2 0-20-16,15-18 14 15,2-2-61-15,3 0-17 16,1 4-53-16,-1 6-1 16,-4 10 132-16,-3 0-29 0,-3 18 35 15,-8 8 7-15,-4 6-5 16,0-2 41-16,0 0 26 16,0-1-60-16,-9-6 21 15,0-5-30-15,-2-4-85 16,2-7-5-16,-2-6-125 15,-9-1-49-15,4-16-108 16,-1-5-386-16</inkml:trace>
  <inkml:trace contextRef="#ctx0" brushRef="#br0" timeOffset="33309.35">25255 3617 1490 0,'0'0'508'0,"0"0"-335"0,0 0 104 15,122 0-119-15,-84 0-129 16,-5 0 13-16,-4 10-42 16,-8 16-156-16,-13-2-155 15,-3 2-322-15</inkml:trace>
  <inkml:trace contextRef="#ctx0" brushRef="#br0" timeOffset="33919.18">24809 4441 573 0,'0'0'903'15,"0"0"-543"-15,0 0-117 0,0 0 50 16,0 0-44-16,0 0-77 16,0 0-87-16,80-7-64 15,-28 7 13-15,6 0-34 16,6 0 2-16,1 0 5 15,-5 0-7-15,-4 0-34 16,-12 0-108-16,-4 0-228 16,-16 0-220-16,-7 0-348 0</inkml:trace>
  <inkml:trace contextRef="#ctx0" brushRef="#br0" timeOffset="34403.97">24925 4632 666 0,'0'0'407'15,"0"0"-236"-15,0 0 22 16,0 0 19-16,0 0-53 15,0 0 23-15,0 0 22 0,-38 112-89 16,31-88 41 0,1-4-45-16,2-3-57 0,-2-8 4 15,6 0-49-15,0-8 3 16,0-1 21-16,0 0-20 16,6 0-4-16,7-12-9 15,5-2-61-15,1 2 22 16,4 2-38-16,-1 6 57 15,2 2 20-15,-1 2 0 16,-1 0-16-16,-5 14 16 16,-3 4 0-16,-7 4 16 15,-5 0-10-15,-2 3 35 16,0 0 3-16,-6 0-26 16,-13-3 37-16,0-2-55 15,-2-6 2-15,3-4-8 16,1-6-18-16,1-4-73 15,3 0-32-15,2-10-70 0,4-12-176 16,0-2-508-16</inkml:trace>
  <inkml:trace contextRef="#ctx0" brushRef="#br0" timeOffset="34560.57">24976 4598 1358 0,'0'0'769'15,"0"0"-690"-15,0 0-18 16,0 0-61-16,145 10 1 16,-94-10-3-16,21 0-1 0,-14 0-351 15,-8-6-1040-15</inkml:trace>
  <inkml:trace contextRef="#ctx0" brushRef="#br0" timeOffset="35029.43">25647 4409 557 0,'0'0'994'16,"0"0"-646"-16,0 0-114 16,0 0-108-16,0 0-28 15,0 0-30-15,0 0-59 16,111-4 16-16,-84 4-25 15,-5 0-86-15,-4-2-18 16,-5-2-177-16,-4-2-217 16,-5 0-420-16</inkml:trace>
  <inkml:trace contextRef="#ctx0" brushRef="#br0" timeOffset="35201.21">25855 4261 1217 0,'0'0'536'0,"0"0"-366"0,0 0 59 16,0 0-98-16,0 0-32 16,-17 124-63-16,17-90-36 15,0-4-25-15,19 1-174 16,2-12-140-16,2-8-443 0</inkml:trace>
  <inkml:trace contextRef="#ctx0" brushRef="#br0" timeOffset="35451.18">26313 4221 1435 0,'0'0'500'0,"0"0"-351"0,0 0 28 15,-134 18 17-15,92 12-60 16,7 8-24-16,10 4 2 15,9 4-76-15,12-2 7 16,4 1-32-16,4-8 5 16,21-4-32-16,4-7 5 15,8-8-109-15,17-12-178 16,-10-4-349-16,-5-2-427 0</inkml:trace>
  <inkml:trace contextRef="#ctx0" brushRef="#br0" timeOffset="35779.93">26694 4423 1472 0,'0'0'712'15,"0"0"-414"-15,0 0-12 16,0 0-68-16,0 0-139 16,0 0 5-16,0 0-84 15,98 0 0-15,-69 0-13 16,-2 0-35-16,-2 0-37 15,-17 0-101-15,-6 4-466 16,-2 0-326-16</inkml:trace>
  <inkml:trace contextRef="#ctx0" brushRef="#br0" timeOffset="35889.34">26723 4556 1635 0,'0'0'602'0,"0"0"-510"16,0 0-92-16,0 0-36 15,136 8-46-15,-91-8-221 0,-5-3-1067 16</inkml:trace>
  <inkml:trace contextRef="#ctx0" brushRef="#br0" timeOffset="37657.75">27309 4255 484 0,'0'0'904'0,"0"0"-760"15,0 0-92-15,0 0-38 16,0 0 3-16,65-116-17 15,-57 83-8-15,-3 1 7 16,-1 0-28-16,1 2 29 16,-3 4 97-16,1 6 136 15,-3 8 100-15,0 4-51 0,0 6-163 16,0 2-58-16,0 2-61 16,0 24 0-16,0 10 28 15,-5 12-22-15,-2 6 25 16,0 7-31-16,-1-3-9 15,-1-2 0-15,-5 14-141 16,1-16-134-16,1-11-304 0</inkml:trace>
  <inkml:trace contextRef="#ctx0" brushRef="#br0" timeOffset="37829.74">27204 4524 1657 0,'0'0'633'0,"0"0"-361"16,0 0-57-16,0 0-126 16,0 0-16-16,0 0-73 15,130-3 0-15,-77-1-1 16,21 1-180-16,-14 0-338 16,-12 2-377-16</inkml:trace>
  <inkml:trace contextRef="#ctx0" brushRef="#br0" timeOffset="38533.08">27245 4784 477 0,'0'0'624'15,"0"0"-314"-15,0 0-70 0,0 0 19 16,0 0-69-1,0 0-34-15,0 0-18 0,-12 0-56 16,12 0 17-16,0 0-47 16,0 0-22-16,0 0 7 15,-2 0-28-15,2 0-9 16,0 0 18-16,0 0-18 16,0 0 27-16,0 0-27 15,0 0 0-15,0 0-1 16,0 0 1-16,0 0 0 15,0 0-8-15,0 0 17 16,0 0 11-16,0 0-13 16,0 0 24-16,0-8 44 15,6 0-75-15,10 0-6 16,3 2 0-16,-4 0 12 0,-5 4 18 16,-4 2-24-16,-6 0 0 15,0 6 13-15,0 12-5 16,-12 6 14-16,-5 5 40 15,-2-2-52-15,7 0 41 16,4-8-51-16,8-1 0 16,4-3-11-16,25-3 10 15,10 0-11-15,3 0 12 16,-4-2-3-16,-9 4-19 16,-15 2 20-16,-14 0 2 15,-14 6-22-15,-30 0 29 16,-19 0-7-16,-7-2 0 0,2-4-58 15,5-6-14-15,19-6-287 16,19-4-360-16</inkml:trace>
  <inkml:trace contextRef="#ctx0" brushRef="#br0" timeOffset="39252.03">27717 4437 1160 0,'0'0'590'0,"0"0"-261"0,0 0-31 15,0 0-32-15,0 0-145 16,0 0-64-16,0 0 7 16,44 16-55-16,-39 15 40 15,-5 5 5-15,0 5-45 16,0 2 75-16,-12-5-66 15,2-2-17-15,1-8 29 16,4-8-20-16,5-10-10 16,0-6 0-16,5-4-13 15,17-2-16-15,2-20-16 16,3-10-71-16,-2-10 1 16,-6-4-217-16,-5-2-24 15,-5 3 76-15,-5 13 280 16,-4 13 135-16,0 15 127 0,-6 4-87 15,-13 11 66-15,2 18-109 16,1 4-33-16,10 3-24 16,6 1-54-16,0-3 62 15,11-4-83-15,17-6-2 16,7-8-4-16,4-6-83 16,1-8-10-16,8-2-190 15,-11-8-281-15,-10-10-267 0</inkml:trace>
  <inkml:trace contextRef="#ctx0" brushRef="#br0" timeOffset="40017.65">28066 3916 476 0,'0'0'547'0,"0"0"-327"16,0 0 16-16,0 0-23 15,0 0 60-15,0 0-30 0,0 0-103 16,-11-6 46 0,9 4-93-16,0 0-39 0,0-2 9 15,0 2-56-15,0 2 16 16,2 0-16-16,0 0 11 16,0 0 18-16,0-2-36 15,0 2 0-15,0 0-2 16,-3 0 11-16,3 0-9 15,-3 0 0-15,1 0 12 16,-2 0-27-16,2 0 15 16,-3 0 0-16,5 0-4 15,0 0 13-15,0 0 4 0,0-2-13 16,5 0-3 0,9 0-13-16,1 0 8 0,-1 2 8 15,-1 0 9-15,-3 6-1 16,-4 12 32-16,-6 6 6 15,0 6-46-15,-4 4 81 16,-13 2-41-16,-1-1-9 16,5-3 11-16,7-6-40 15,6-7 7-15,4-2-9 16,21-3-14-16,4-2 2 16,-3-5-33-16,-8 2-40 15,-12 1 27-15,-6 4-91 16,-19 4-29-16,-47 16 19 15,9-4-149-15,1-2-330 0</inkml:trace>
  <inkml:trace contextRef="#ctx0" brushRef="#br0" timeOffset="43817.4">28440 4572 980 0,'0'0'687'16,"0"0"-399"-16,0 0-54 15,0 0-15-15,0 0 10 16,0 0-122-16,0 0-8 15,79 2-46-15,-55-1-42 16,3 2 16-16,2-1-27 16,0 0-38-16,11-2-59 15,-9 0-373-15,-2 0-262 0</inkml:trace>
  <inkml:trace contextRef="#ctx0" brushRef="#br0" timeOffset="44426.96">29275 4217 1192 0,'0'0'494'15,"0"0"-393"-15,0 0 51 16,0 0 47-16,0 0-61 15,0 0 45-15,0 0-61 16,-29-6-43-16,29-2 2 16,0 0-53-16,0-2 6 0,8 2-34 15,3-1 23 1,1 4-23-16,-2 3 0 0,-3 2-9 16,-3 0 0-16,-4 12 18 15,0 10 0-15,-4 4 28 16,-21 2-19-16,-1 2 78 15,-5 0-59-15,4-6-20 16,7-4 6-16,11-6-12 16,9-4-11-16,0-4 0 15,13-2-22-15,18 0-5 16,3-2 15-16,-3 3-33 16,-6-4 45-16,-7 3-10 15,-12 0 2-15,-6 5 4 16,0 2-8-16,-18 5-3 15,-9 2 15-15,-2 5-22 0,-2-4-26 16,5 3-207-16,1 9-63 16,5-9-244-16,7-2-792 15</inkml:trace>
  <inkml:trace contextRef="#ctx0" brushRef="#br0" timeOffset="44598.82">29036 4714 675 0,'0'0'1017'0,"0"0"-739"16,0 0-56-16,0 0 135 16,0 0-150-16,0 0-141 15,0 0-5-15,79-12-61 16,-42 12-40-16,20 0-50 0,-8 0-211 16,-7 0-298-16</inkml:trace>
  <inkml:trace contextRef="#ctx0" brushRef="#br0" timeOffset="45020.7">29018 4886 1309 0,'0'0'242'0,"0"0"-166"0,0 0-46 15,0 0 68-15,0 0 92 16,0 0-9-16,0 0-43 16,-18 3-34-16,18-3-5 15,3 0 57-15,9 0-129 16,5 0-3-16,-2 0 7 15,1 0-30-15,-5 0 22 16,-3 2-23-16,-8 14 0 16,0 6 8-16,-13 6-7 15,-16 2 27-15,-2 2 28 16,2-4-24-16,4-4 20 16,15-6-52-16,10-6 1 0,4-6 26 15,29-4-27-15,19-2-9 16,10 0-65-16,7-12-211 15,33-12-177-15,-17 6-129 16,-12 0-614-16</inkml:trace>
  <inkml:trace contextRef="#ctx0" brushRef="#br0" timeOffset="45786.59">29541 4498 1121 0,'0'0'290'0,"0"0"-157"16,0 0 71-16,0 0 112 16,0 0-74-16,0 0-7 15,0 0-78-15,-15-14-88 16,24 14-12-16,2 1-41 15,0 12-14-15,-4 5 51 0,-3 4-47 16,-2 4 3 0,-2 2 21-16,0 0-29 0,0 0 38 15,-6-4-39-15,-1-2 0 16,5-6-6-16,0-8 6 16,2-4-5-16,0-4 4 15,4 0 2-15,11-10-16 16,4-16-18-16,-2-6-70 15,1-6-3-15,0-4-64 16,-5 3 60-16,-4 10 110 16,-5 11 89-16,-4 14 93 15,0 4-137-15,0 9-44 16,-6 18 89-16,-3 5-67 16,7 4 24-16,2-2-6 15,0 0-40-15,19-8 34 0,4-4-35 16,6-6-44-16,-2-8 19 15,2-6-163 1,-4-2-132-16,-6-4-176 0,-7-8-220 16</inkml:trace>
  <inkml:trace contextRef="#ctx0" brushRef="#br0" timeOffset="46349.18">29853 4064 1558 0,'0'0'495'16,"0"0"-289"-16,0 0 51 15,0 0-96-15,0 0-61 16,0 0-74-16,0 0 33 16,-22 50-10-16,-2-14-28 15,1 3 48-15,1-7-68 16,2-4 17-16,6-8-9 16,8-4 0-16,6-8-3 15,0-2-6-15,0-4 0 16,22-2-28-16,5 0 28 0,7 0-30 15,-1 0 9-15,-4-2-11 16,-2 0 26-16,-6 0-58 16,-5 2-73-1,-5-2 4-15,-1 2-26 0,-4-4 58 16,-1-2-30-16,-3-4-101 16,-2-4 53-16,0 0 27 15,0 0 151-15,0 4 1 16,0 4 181-16,-2 6 132 15,-3 0-38-15,1 0-78 16,-1 18-38-16,-2 6-87 16,1 6-39-16,1 4 5 15,-1 0-38-15,-1 2-22 0,-4 8-96 16,2-8-255-16,3-9-375 16</inkml:trace>
  <inkml:trace contextRef="#ctx0" brushRef="#br0" timeOffset="51053.99">30326 4634 1215 0,'0'0'398'0,"0"0"-125"16,0 0-9-16,0 0-8 15,0 0-3-15,0 0-135 16,0 0-9-16,-2-36-18 16,8 32-69-16,7 2 61 15,8 0-83-15,3 2 0 16,5 0 1-16,7 0 14 15,2 0-15-15,1 0 0 16,4 2-46-16,-1-2 25 16,-6 0-118-16,-1 0-211 15,-8 0-257-15,-11 0-573 0</inkml:trace>
  <inkml:trace contextRef="#ctx0" brushRef="#br0" timeOffset="51257.5">30588 4453 1609 0,'0'0'576'0,"0"0"-317"15,0 0-90-15,0 0-83 16,0 0-42-16,0 0-10 16,0 0 62-16,-66 135-90 15,53-93-5-15,3 0-2 16,4-6-36-16,6-4-102 15,0-4-173-15,11-10-288 0,7-6-527 16</inkml:trace>
  <inkml:trace contextRef="#ctx0" brushRef="#br0" timeOffset="51789.52">31278 4153 1054 0,'0'0'954'0,"0"0"-827"0,0 0-50 16,0 0 9-16,0 0-23 15,0 0 117-15,0 0-62 16,-88 34-30-16,70 2 21 16,7 0-74-16,7 0 10 15,4-4-31-15,0-4 8 16,11-6-14-16,7-8-8 16,2-6-21-16,-2-6 10 15,-3-2-44-15,-3 0-8 16,-4-20-67-16,-3-6-79 15,-3-4 91-15,0-6-52 16,0 2 71-16,0 2 99 16,0 8 59-16,-2 7 94 0,4 12 28 15,-4 5-64-15,0 0-14 16,0 18-91-16,0 12 4 16,0 10 56-16,0 4-66 15,0 4 40-15,-10-2-15 16,-5 0-17-16,-6-6 35 15,-1-4-49-15,-2-5 1 16,-1-7-13-16,5-6-23 16,1-6-115-16,5-4-355 15,5-6-471-15</inkml:trace>
  <inkml:trace contextRef="#ctx0" brushRef="#br0" timeOffset="52149.09">31027 4730 1151 0,'0'0'647'0,"0"0"-391"15,0 0 34-15,0 0 50 16,0 0-83-16,0 0-154 16,0 0-28-16,25 0-75 15,-3 0 33-15,5 0-42 16,4-2 9-16,3 0-60 15,-1 2 6-15,5 0-184 16,-11 0-299-16,-7 0-218 0</inkml:trace>
  <inkml:trace contextRef="#ctx0" brushRef="#br0" timeOffset="52711.59">31012 4947 1159 0,'0'0'335'0,"0"0"-203"15,0 0 61-15,0 0-10 16,0 0 5-16,0 0-89 16,0 0-98-16,-9 30 117 15,-2-12-17-15,2 4-14 16,-4 0 39-16,1 0-97 15,4-4 9-15,3-6-36 16,1-2 25-16,4-6-24 16,0-4-3-16,4 0-12 15,16 0 3-15,7-6-70 16,-1-2 25-16,-1 2 36 16,0 2 6-16,-8 4-8 15,-3 0 20-15,-5 0-2 16,-3 4-19-16,-4 12 42 15,-2 4-19-15,0 2 45 0,0 4-46 16,-8-2 75-16,-3 0-76 16,-3-2 6-16,1-4 0 15,1-4-6-15,2-3-32 16,-1-8-78-16,-1-3-111 16,-5-1-3-16,3-16-160 15,1-2-394-15</inkml:trace>
  <inkml:trace contextRef="#ctx0" brushRef="#br0" timeOffset="52883.42">30981 4939 1702 0,'0'0'595'0,"0"0"-504"16,0 0-71-16,0 0 53 16,156 0-36-16,-112 0-37 15,16-10-68-15,-8 2-445 16,-13 0-988-16</inkml:trace>
  <inkml:trace contextRef="#ctx0" brushRef="#br0" timeOffset="54434.42">31523 4572 570 0,'0'0'584'0,"0"0"-309"15,0 0-84-15,0 0 63 16,0 0-11-16,0 0-49 16,0 0 30-16,55-20-104 15,-50 16-60-15,-1 2 8 16,-4 2-59-16,2 0 24 15,1 0-31-15,-1 18 19 16,-2 10 23-16,0 4-18 16,0 6-13-16,0 2 50 15,-9-2-54-15,-3-4 0 16,1-6-9-16,3-6 14 16,3-10-10-16,2-3-4 15,3-9 0-15,0 0-22 16,0 0 17-16,16-21-34 0,2-9-49 15,2-10-116 1,1-8-27-16,-2-2-69 0,-1 2-56 16,-7 10 197-16,-1 11 159 15,-8 18 211-15,-2 9 6 16,0 0-87-16,-12 23 181 16,1 10-115-16,5 3-95 15,4 0 19-15,2-2-75 16,0-2 9-16,15-6-45 15,7-6 0-15,3-3-18 16,2-8-44-16,-1-4-98 16,5-5-127-16,-6 0-277 15,-7 0-245-15</inkml:trace>
  <inkml:trace contextRef="#ctx0" brushRef="#br0" timeOffset="55121.99">31814 4205 377 0,'0'0'595'16,"0"0"-354"-16,0 0-51 0,0 0 12 15,0 0-31-15,0 0-54 16,0 0-6-16,4-20-30 15,-1 20 12-15,-3-3 40 16,0 3-49-16,0 0 32 16,0 0 13-16,0 0-59 15,0 0 29-15,0 0-63 16,0 0-27-16,0 0 13 16,0 0-22-16,0 0 0 15,0 11 0-15,0 7 0 16,-3 4 49-16,3 4-40 15,0 2 4-15,0 0 32 0,5 0-37 16,6-4 5-16,0-4-1 16,-4-4 2-16,-3-2-11 15,-4-6-3-15,0-2 0 16,0 0-20-16,-9-4 20 16,-8-2-16-16,-1 0-5 15,-2-2-69-15,0-16-71 16,0-26-168-16,1 4-238 15,9 2-366-15</inkml:trace>
  <inkml:trace contextRef="#ctx0" brushRef="#br0" timeOffset="55168.81">31814 4205 1341 0</inkml:trace>
  <inkml:trace contextRef="#ctx0" brushRef="#br0" timeOffset="55247">31814 4205 1341 0,'-15'-26'503'0,"41"20"-282"0,10 0 40 0,6 0-180 0,0 2-46 16,1 4-35-16,-1 0-58 15,-8 0-247-15,-14 6-798 16</inkml:trace>
  <inkml:trace contextRef="#ctx0" brushRef="#br0" timeOffset="55715.73">32051 4728 584 0,'0'0'575'0,"0"0"-259"16,0 0-6-16,0 0 9 15,0 0-5 1,0 0-79-16,0 0-32 16,0 0-118-16,135-4-52 0,-97 2 7 15,0 0-40-15,-2 0-9 16,-5 0-25-16,-4 2-113 16,-3-2-158-16,-6 0-240 15,-7-2-277-15</inkml:trace>
  <inkml:trace contextRef="#ctx0" brushRef="#br0" timeOffset="55934.62">32329 4557 781 0,'0'0'667'0,"0"0"-434"15,0 0 74-15,0 0-57 16,-98 105-35-16,84-71-60 15,6 2-97-15,3-2-58 16,5-2-67-16,0 1-187 16,18-12-216-16,0-9-599 0</inkml:trace>
  <inkml:trace contextRef="#ctx0" brushRef="#br0" timeOffset="56231.53">32944 4430 1295 0,'0'0'647'16,"0"0"-489"-16,0 0 52 15,-120 0 48-15,80 23-111 0,1 13-75 16,10 9 43 0,12 3-72-16,13 2-4 0,4-2 11 15,8-4-49-15,21-6 18 16,9-6-19-16,7-8-71 16,22-8-41-16,-11-8-442 15,-8-5-464-15</inkml:trace>
  <inkml:trace contextRef="#ctx0" brushRef="#br0" timeOffset="99920.5">18597 6381 332 0,'0'0'45'0,"0"0"-27"16,0 0-18-16,0 0 0 15,0 0 148-15,0 0 10 16,-6 8-41-16,6-8-14 15,0 0-24-15,0 0 18 16,0 0-53-16,0 0 6 16,0 0 63-16,0 0-16 15,0 0 28-15,0 0 44 16,0 0-26-16,0 0-34 16,0-7-36-16,0 2 25 15,0-4 4-15,0 4-71 16,0-6 21-16,0 4 20 15,0-6-24-15,0 3 36 0,0-3-33 16,0 0-17-16,0 1 38 16,0 0-57-16,0 0 17 15,0 2-6-15,0 2-4 16,0 0 32-16,0 4-18 16,2 2-17-16,-2 0 30 15,2 2-41-15,-2 0 8 16,0 0-11-16,2 0 2 15,-2 0-8-15,0 2 1 16,2 16 0-16,-2 8 7 0,0 11-1 16,0 3 14-16,0 3-1 15,0 0-11-15,0-1 8 16,-2-4-16-16,-2-2 0 16,0-2-9-16,2-4 18 15,-2-2-22-15,2-4 8 16,0-6-58-16,2-4 21 15,0-4-62-15,0-4-51 16,0-6-86-16,10 0-87 16,0-6-35-16,3-10-272 0</inkml:trace>
  <inkml:trace contextRef="#ctx0" brushRef="#br0" timeOffset="100201.75">18722 6457 345 0,'0'0'43'0,"0"0"132"0,0 0 384 15,0 0-272-15,0 0 29 16,0 0-59-16,0 0-27 16,60-83-99-16,-78 98-86 15,-11 10 69-15,-9 8-55 16,-4 3-2-16,-1 0 7 16,6-4-46-16,6-8 6 15,10-6-24-15,15-6 21 16,6-4-26-16,2-2 13 15,23 0-8-15,10 2 19 16,6-2-10-16,-1 2-15 16,-5 0 6-16,-1 0-45 15,-8 0 17-15,-3 0-97 16,2-2-130-16,-6-2-47 0,-3-4-288 16</inkml:trace>
  <inkml:trace contextRef="#ctx0" brushRef="#br0" timeOffset="100436.13">18982 6294 324 0,'0'0'1141'16,"0"0"-500"-16,0 0-434 0,0 0-46 16,0 0-66-1,0 0-28-15,125 55 45 0,-111-5-46 16,-14 10-35-1,0 6 21-15,-16 0-51 0,-20 0 19 16,-6-6-20-16,-3-3-73 16,1-7 34-16,-1-6-134 15,14-14-335-15,11-12-330 0</inkml:trace>
  <inkml:trace contextRef="#ctx0" brushRef="#br0" timeOffset="101202.23">19767 6427 418 0,'0'0'92'16,"0"0"913"-16,0 0-384 16,0 0-381-16,0 0-80 15,0 0-23-15,0 0-58 16,13-27-48-16,-13 34 8 16,0 15-25-16,0 8 11 15,0 4 21-15,0 2-25 16,0 0 20-16,0-2-41 15,-2-2 1-15,2-6-12 16,-2-4 2-16,2-6-28 0,0-4-21 16,0-6-36-16,0-4-24 15,-5-2-163-15,-13-12-22 16,1-10-315-16,-4-8-457 0</inkml:trace>
  <inkml:trace contextRef="#ctx0" brushRef="#br0" timeOffset="101514.71">19537 6471 335 0,'0'0'58'0,"0"0"-56"15,0 0 1005-15,0 0-607 16,0 0-82-16,0 0-38 16,0 0-136-16,20-115-7 15,32 104-54-15,4 2-40 16,3 3-7-16,-3 4-34 16,-4 2-3-16,-10 0 1 0,-13 8-55 15,-13 15-26-15,-16 4-167 16,-5 9-114-16,-33 3-25 15,-11 5-117-15,-11 0 331 16,-7 0 173-16,3-2 50 16,4-4 221-16,12-4 28 15,15-6 10-15,13-7-28 16,15-6-80-16,5-2-42 16,14-5-43-16,20-3-49 15,5-2-20-15,7-3-47 16,0 0-48-16,-2 0-10 15,3 3-166-15,-11 4-248 16,-9-2-312-16</inkml:trace>
  <inkml:trace contextRef="#ctx0" brushRef="#br0" timeOffset="102061.68">20251 6511 354 0,'0'0'543'0,"0"0"177"16,0 0-327-16,0 0-52 15,0 0-61-15,0 0-183 16,0 0-31-16,122-8-17 15,-69 4-40-15,-1 4 8 16,-8 0-17-16,-5 0-71 16,-16 0-54-16,-13 0-338 15,-22 18-53-15,-21 0-45 16,-9 0-470-16</inkml:trace>
  <inkml:trace contextRef="#ctx0" brushRef="#br0" timeOffset="102155.34">20251 6511 783 0,'71'104'652'0,"-80"-100"-320"0,9 0-33 16,0 0-63-16,11-2-82 15,22 0-32-15,11 0-122 16,28-2-49-16,-9 0-239 16,-9 0-484-16</inkml:trace>
  <inkml:trace contextRef="#ctx0" brushRef="#br0" timeOffset="102686.58">21162 5881 409 0,'0'0'1125'0,"0"0"-538"0,0 0-365 15,0 0-74-15,0 0-59 16,0 0-72-16,0 0 41 16,-83 28 12-16,72 38-37 15,7 29 61-15,2-3-56 16,2 6-11-16,0 2 35 16,2-15-35-16,4 9 32 15,1-8-59-15,-5-8 20 16,-2-10-17-16,0-10-3 15,-5-11-33-15,-12-11 24 16,-10-10-42-16,-6-10 2 16,-5-6-38-16,-15-8-90 15,8-2-199-15,9 0-425 0</inkml:trace>
  <inkml:trace contextRef="#ctx0" brushRef="#br0" timeOffset="106653.4">21548 6144 312 0,'0'0'0'15,"0"0"940"-15,0 0-676 16,0 0-100-16,0 0-15 16,0 0 17-16,0 0-6 15,39-58-25-15,-30 51 5 16,1 2-60-16,-2 3-31 0,1 2 9 15,-3 0-49-15,2 6 21 16,-2 13 4-16,-6 10-7 16,0 7 37-16,0 2-39 15,-9 4-10-15,-7-4 23 16,-2-2-31-16,3-7 5 16,4-10-12-16,4-5 12 15,5-7-9-15,2-7-3 16,0 0-19-16,12-17 18 15,9-10-102-15,6-12 3 16,-2-5-88-16,-1-2-56 16,-6 6 62-16,-7 6 133 15,-8 12 49-15,-3 14 110 0,-3 8-44 16,-17 6 55 0,-5 22 53-16,6 6-76 0,3 4-1 15,9 0-56-15,7 1-17 16,5-8-1-16,24-3-23 15,8-8-60-15,21-8-132 16,-8-8-197-16,-10-4-334 16</inkml:trace>
  <inkml:trace contextRef="#ctx0" brushRef="#br0" timeOffset="107232.04">21946 5843 320 0,'0'0'70'0,"0"0"745"0,0 0-427 16,0 0-194-16,0 0-10 15,0 0 10-15,0 0-36 16,7 0-7-16,-7 0-38 15,0 0-79-15,0 0 28 16,-7 0-55-16,5 0 0 16,-1 0 28-16,3 0-29 15,0 0 22-15,3-2-28 16,10-2 9-16,2 4-25 16,-1 0 16-1,-5 0-11-15,-9 14 11 0,0 12 0 16,-13 6 37-16,-16 2 4 15,-4 2-26-15,-1-5 50 0,9-6-65 16,12-4 1 0,13-9-2-16,0-5-5 0,22-3 5 15,16-4-12-15,11 0-65 16,3 0 17-16,-2-1-153 16,4-5-92-16,-16 0-250 15,-11 4-644-15</inkml:trace>
  <inkml:trace contextRef="#ctx0" brushRef="#br0" timeOffset="107482.24">22314 6188 515 0,'0'0'910'0,"0"0"-371"0,0 0-369 16,0 0-51-16,0 0-40 16,0 0 7-16,0 0-13 15,96-4-39-15,-65 4 4 16,-2 0-38-16,-3 0-14 16,-4 2-37-16,-6 2-114 15,-5-4-80-15,-6 0-135 16,-5 0-288-16</inkml:trace>
  <inkml:trace contextRef="#ctx0" brushRef="#br0" timeOffset="107653.95">22510 5999 1311 0,'0'0'580'16,"0"0"-360"-16,0 0-43 16,0 0-78-1,0 0 70-15,0 0-49 0,-45 121-55 16,30-75-7-16,2 2-58 15,3-2-19-15,6-4-60 16,4-6-195-16,8-10-104 16,8-9-440-16</inkml:trace>
  <inkml:trace contextRef="#ctx0" brushRef="#br0" timeOffset="108216.51">22953 6100 942 0,'0'0'565'15,"0"0"-338"-15,0 0-10 16,0 0 26-16,0 0-15 15,0 0-91-15,0 0-40 16,16-54-79-16,6 51-18 16,0 3 15-16,-2 0-4 15,-5 0-11-15,-7 14 21 16,-8 11-12-16,-8 5 45 0,-23 4-35 16,-11 2 14-1,-4 2 31-15,1-4-55 16,7-6 15-16,11-6-13 0,17-6-10 15,10-6 4-15,0-8-5 16,33-2 0-16,11 0-2 16,12 0-31-16,4-12-23 15,0 1-12-15,-6-2-33 16,-3 5-87-16,-16 4-307 16,-14 2-361-16</inkml:trace>
  <inkml:trace contextRef="#ctx0" brushRef="#br0" timeOffset="108872.7">21556 6573 818 0,'0'0'657'15,"0"0"-309"-15,0 0-58 16,0 0-64-16,0 0-46 0,0 0-94 16,0 0 12-16,127-24-41 15,-56 20-36-15,34-2 42 16,31 2-45-16,-5 2 0 15,-13 0 35-15,-15 2-51 16,-21 0-2-16,12 0 0 16,9 0 4-16,-7 0-25 15,-9 0 2-15,-10 0-20 16,-12 0 30-16,-14 4-65 16,-11 0 0-16,-11 0-67 15,-9 0-160-15,-13 2-37 16,-7-2-184-16,0 0-386 0</inkml:trace>
  <inkml:trace contextRef="#ctx0" brushRef="#br0" timeOffset="109497.83">22275 6802 1139 0,'0'0'574'0,"0"0"-305"15,0 0 61-15,0 0-166 16,0 0-67-16,0 0-24 16,0 0-52-16,114-45 43 15,-95 45-55-15,-11 4-8 16,-3 17 24-16,-5 4-19 15,-3 10 26-15,-17 3-2 16,-5 2-28-16,2-2 54 0,2-4-56 16,6-6 1-16,3-8 5 15,10-8-6-15,2-10-7 16,0-2-2-16,18-4-45 16,9-22 2-16,1-10-109 15,3-8-103-15,-4-4-72 16,-4 2-244-16,-9 7 510 15,-12 16 70-15,-2 14 320 16,0 9-133-16,-10 5-65 16,-3 18 5-16,7 6 28 0,6 0-33 15,0 4 13 1,13-3-49-16,18-2-68 0,11-4-18 16,14-8-54-16,31-8-214 15,-11-6-243-15,-9-2-701 0</inkml:trace>
  <inkml:trace contextRef="#ctx0" brushRef="#br0" timeOffset="110077.16">23642 6400 886 0,'0'0'564'15,"0"0"-309"-15,0 0 33 16,0 0-116-16,0 0-73 16,0 0-22-16,0 0 18 15,-89 32 35-15,55 1-69 16,1 3-32-16,8-2 20 15,7-2-42-15,9-6-4 0,9-8-3 16,0-8-10-16,11-6 2 16,18-4-56-16,5-2-84 15,4-18-70-15,8-28-112 16,-8 6-171-16,-7-4-194 16</inkml:trace>
  <inkml:trace contextRef="#ctx0" brushRef="#br0" timeOffset="110608.52">23757 5966 170 0,'0'0'1159'0,"0"0"-652"0,0 0-267 16,0 0-73-16,0 0-83 31,0 0-38-31,0 0 65 0,-11 120-17 16,3-52-42-16,1 4 5 0,0 0-40 15,4-2-8-15,3-6 11 16,0-5-19-16,0-11-2 15,0-10-10-15,10-10-47 16,-1-10 8-16,-1-10-58 16,1-8-46-16,-2 0 70 15,0-18-40-15,2-12 2 16,1-8 71-16,4-6 40 16,3 0 11-16,2 5 12 15,-1 12 67-15,-1 8 68 16,-1 14-39-16,-3 5-14 0,-1 5-35 15,-8 19 5 1,-4 11 10-16,0 1-16 0,0 4-12 16,-9-2 23-16,0-6-67 15,5-8 15-15,2-8-8 16,2-8-3-16,0-8 5 16,6 0-11-16,12-8-26 15,4-20-6-15,0-8-111 16,-1-6-37-16,-6-2 17 15,-1 6 2-15,-8 8 161 16,-1 13 44-16,-5 16 144 16,0 1-59-16,0 15-58 15,0 14 24-15,0 5-26 16,0 2-53-16,4 0-16 16,21-4-10-16,6-4-117 0,27-8-112 15,-6-6-133-15,-6-8-367 16</inkml:trace>
  <inkml:trace contextRef="#ctx0" brushRef="#br0" timeOffset="110889.9">24679 6465 932 0,'0'0'761'0,"0"0"-419"0,0 0-10 15,0 0-141-15,0 0-30 16,0 0-85-16,0 0-44 16,106-4-2-16,-75 4-30 15,0 0-6-15,-4 0-36 16,-8 0-110-16,-16 0-162 15,-3 0-276-15,0 0-645 0</inkml:trace>
  <inkml:trace contextRef="#ctx0" brushRef="#br0" timeOffset="111014.87">24619 6579 925 0,'0'0'730'0,"0"0"-405"16,0 0-165-16,0 0-70 15,0 0-90-15,152 22-8 16,-98-22-124-16,-5-4-564 0</inkml:trace>
  <inkml:trace contextRef="#ctx0" brushRef="#br0" timeOffset="112846.05">25722 5967 1016 0,'0'0'586'15,"0"0"-275"-15,0 0-34 16,0 0-7-16,0 0-136 16,0 0-78-16,0 0 14 15,-73-48-64-15,59 81 14 16,1 29 8-16,5 36-3 16,3 4 32-16,5-4-39 15,0-7-6-15,7-17 27 16,10 8-39-16,6 4 0 15,1-6 0-15,-3-9 9 16,-6-11 0-16,-9-8-9 16,-6-8-6-16,0-10-12 15,-4-10-11-15,-11-8-20 0,-3-10-19 16,-1-6-59-16,4-18-124 16,5-14-363-16,2-2-738 0</inkml:trace>
  <inkml:trace contextRef="#ctx0" brushRef="#br0" timeOffset="113186.45">26256 6066 985 0,'0'0'693'16,"0"0"-552"-16,0 0-53 16,-117 62 45-16,93-6 78 15,5 14-47-15,11 10-39 16,8 4-42-16,0 1-57 15,16-5 23-15,17-10-49 16,7-8-27-16,4-12-24 16,19-8-155-1,-12-13-110-15,-9-13-350 0</inkml:trace>
  <inkml:trace contextRef="#ctx0" brushRef="#br0" timeOffset="114801.46">26560 6354 126 0,'0'0'1043'0,"0"0"-792"16,0 0-119-16,0 0 54 16,0 0-23-16,0 0-36 15,0 0-49-15,87-2-29 16,-81 27 44-16,-2 7-31 16,-4 4 55-16,0 2-13 15,-17 2-24-15,-1-2-11 16,3-6-60-16,4-6-2 15,4-10 8-15,7-6-15 16,0-10 0-16,7 0-21 16,17-12-31-16,5-16-88 0,-2-8-60 15,-2-8-41-15,-5-4-35 16,-7 2-49-16,-7 7 325 16,-6 14 35-16,0 12 240 15,-2 13-54-15,-11 5-79 16,-1 22-12-16,6 9 21 15,4 5-72-15,4 1-28 16,0-2-51-16,20-2-14 16,28-4-171-16,-3-8-150 15,-3-10-444-15</inkml:trace>
  <inkml:trace contextRef="#ctx0" brushRef="#br0" timeOffset="115177.01">27320 6505 833 0,'0'0'802'0,"0"0"-464"0,0 0-30 0,0 0-19 16,0 0-115-16,0 0-83 16,0 0-6-16,94-18-67 15,-57 16-17-15,6 0 14 16,-1 2-15-16,-2-2-7 15,-1 2-46-15,-6 0-60 16,-6 0-45-16,-1 0-149 16,-6 0-164-16,-6 0-116 0</inkml:trace>
  <inkml:trace contextRef="#ctx0" brushRef="#br0" timeOffset="115364.51">27673 6322 1534 0,'0'0'540'0,"0"0"-344"16,0 0 16-16,0 0-98 15,0 0-35-15,0 0-21 16,-58 145-46-16,46-97-12 16,-1 0-33-16,-1 8-196 15,3-12-164-15,5-10-582 0</inkml:trace>
  <inkml:trace contextRef="#ctx0" brushRef="#br0" timeOffset="116725.96">28570 6042 682 0,'0'0'761'15,"0"0"-512"-15,0 0 23 16,0 0-71-16,0 0 4 15,0 0-7-15,0 0-92 16,-4-54-27-16,4 41-26 16,7 1-52-16,12 2 34 0,6 4-35 15,1 4 0-15,1 2-11 16,-4 0 19-16,-12 12-14 16,-11 12 6-16,0 9 0 15,-36 5 24-15,-11 3-14 16,-8 4-10-16,3-5 25 15,7-8-16-15,19-8 2 16,15-8-11-16,11-6 1 16,2-4 4-16,29-4-5 15,12-2-27-15,5 0 26 16,0 0-49-16,-6 0-20 16,-7 0-69-16,-12 0-148 15,-19 0-11-15,-4 2-323 16,0 4-258-16</inkml:trace>
  <inkml:trace contextRef="#ctx0" brushRef="#br0" timeOffset="116929.08">28193 6445 1016 0,'0'0'407'16,"0"0"-158"-16,0 0 101 15,0 0-43-15,0 0-72 16,163 0-68-16,-96 0-118 15,2 0-19-15,2 0-30 16,-3 0-8-16,-4 0 2 16,-8 0-114-16,6 2-194 15,-13 5-182-15,-14 0-485 0</inkml:trace>
  <inkml:trace contextRef="#ctx0" brushRef="#br0" timeOffset="117382.29">28496 6689 1196 0,'0'0'702'16,"0"0"-580"-16,0 0-76 15,0 0 35-15,0 0-4 16,0 0 41-16,0 0 19 0,72-4-75 15,-65 22-62-15,-5 6 41 16,-2 6-29-16,-2 2 12 16,-14 1 21-16,-2-1-20 15,4-8 6-15,6-6-31 16,3-6 20-16,5-10-16 16,0-2-4-16,9 0-1 15,14-18-14-15,4-10-91 16,2-8-102-16,0-4-84 15,-8-1-186-15,0 7 157 16,-11 8 321-16,-8 14 13 16,-2 12 201-16,0 0-24 15,-10 14 43-15,1 10-21 0,7 5-109 16,2-4 20 0,4 1-56-16,25-1-29 0,11-7-38 15,7-7-67 1,26-8-156-16,-10-3-111 0,-5 0-328 0</inkml:trace>
  <inkml:trace contextRef="#ctx0" brushRef="#br0" timeOffset="117788.46">29454 6090 1532 0,'0'0'376'0,"0"0"-264"0,0 0-72 15,0 0 77-15,0 0 60 16,74 148 10-16,-72-86-59 16,-2 5-77-16,0 1-3 15,-13-4-45-15,-7-4 7 16,0-8-9-16,-1-8-1 15,2-10-22-15,5-6-41 16,8-14-197-16,3-6-235 16,3-8-372-16</inkml:trace>
  <inkml:trace contextRef="#ctx0" brushRef="#br0" timeOffset="118022.83">29983 6242 618 0,'0'0'1182'0,"0"0"-1128"15,0 0-10-15,-128 10-27 16,86 16 100-16,9 8 3 16,8 3 23-16,10 3-71 15,13-2-51-15,2-4-21 16,9-8-34-16,17-6-49 15,19-18-51-15,-6-2-202 16,-4 0-605-16</inkml:trace>
  <inkml:trace contextRef="#ctx0" brushRef="#br0" timeOffset="118257.21">30002 5849 811 0,'0'0'1409'0,"0"0"-1237"0,0 0-150 16,0 0 25-16,0 0 48 16,-15 110 60-16,8-53-73 15,-2 6-13-15,3 6-27 16,2 3-36-16,-3-1 19 16,2-3-25-16,0-2 6 15,3-8-15-15,0-8-64 16,2-8-48-16,0-10-150 0,14-10-98 15,1-12-297-15</inkml:trace>
  <inkml:trace contextRef="#ctx0" brushRef="#br0" timeOffset="118616.58">30206 6341 492 0,'0'0'1264'15,"0"0"-1040"-15,0 0-160 16,0 0-23-16,0 0 73 15,0 0 112-15,22 108-30 16,-36-66-93-16,1 0-7 16,-1-4-89-16,6-8 11 15,3-10-13-15,5-8 4 16,3-12-12-16,16 0 3 16,8-8-53-16,2-20 6 0,0-10-132 15,-4-6-47-15,-7-4-13 16,-3 3-32-1,-6 12 271-15,-9 14 93 0,0 19 184 16,0 0-127-16,-7 30 9 16,-4 11-37-16,5 5-8 15,6 0-14-15,0 0-11 16,21-6-87-16,18-4 7 16,10-7-18-16,9-6-44 15,24-5-63-15,-13-5-375 16,-13-8-349-16</inkml:trace>
  <inkml:trace contextRef="#ctx0" brushRef="#br0" timeOffset="119882.9">20464 7979 1048 0,'0'0'507'0,"0"0"-269"16,0 0 34-16,0 0 52 16,0 0-42-16,0 0-134 15,0 0-44-15,-2 0-38 0,20 2-49 16,9 0 17-16,10-2-34 16,3 0 6-16,5 0-22 15,-5 2-38-15,-7-1-39 16,-6 6-44-16,-20 5-237 15,-7 2-219-15,0-2-303 0</inkml:trace>
  <inkml:trace contextRef="#ctx0" brushRef="#br0" timeOffset="120023.46">20449 8167 1315 0,'0'0'617'0,"0"0"-390"15,0 0 7-15,0 0-59 0,0 0-89 16,0 0-75-1,149 0-11-15,-111 0-64 16,11 0-152-16,-11 0-48 0,-7 0-461 16</inkml:trace>
  <inkml:trace contextRef="#ctx0" brushRef="#br0" timeOffset="121649.26">21331 7888 1224 0,'0'0'509'0,"0"0"-303"16,0 0 33-16,0 0 29 15,0 0-87-15,0 0-96 16,0 0-4-16,36-39-81 16,-19 20 6-16,4-1-6 15,-3-2 9-15,-1-2-11 16,-3 0 2-16,-3-2-34 15,-5 0 25-15,-1 2-12 0,-3 2 18 16,-2 2 3-16,0 8 0 16,0 2 34-16,0 6-12 15,0 4-10-15,0 0 5 16,0 0-17-16,0 19 0 16,0 10 4-16,0 9 7 15,0 8-7-15,-9 2-4 16,0 3-40-16,-2-4 31 15,0-3-79-15,2-4-113 16,-3 1-41-16,4-14-266 16,-1-6-222-16</inkml:trace>
  <inkml:trace contextRef="#ctx0" brushRef="#br0" timeOffset="121805.43">21213 8097 1228 0,'0'0'828'0,"0"0"-569"16,0 0 0-16,0 0-159 15,0 0-70-15,113-14 16 16,-59 10-44-16,2 2-2 16,2 0-9-16,-2 2-154 15,2 0-111-15,-14 0-325 16,-11 0-627-16</inkml:trace>
  <inkml:trace contextRef="#ctx0" brushRef="#br0" timeOffset="122180.9">21415 8307 1111 0,'0'0'600'15,"0"0"-459"-15,0 0 94 16,0 0-24-16,0 0-113 15,0 0-32-15,0 0-52 16,92-28 1-16,-70 28-15 16,-9 0-2-16,-7 9-16 15,-6 14 2-15,-21 6 16 0,-19 7 43 16,-11 0 9-16,-1 0 39 16,6-4-9-16,10-8-46 15,16-8 43-15,16-6-74 16,4-8-4-16,24-2 12 15,18 0-13-15,12-6-18 16,4-8-79-16,2 0-122 16,9-8-27-16,-17 6-222 15,-12 0-196-15</inkml:trace>
  <inkml:trace contextRef="#ctx0" brushRef="#br0" timeOffset="122634.11">22028 8047 1527 0,'0'0'673'0,"0"0"-478"15,0 0-156-15,0 0-2 16,0 0 28-16,0 0-13 15,0 0 57-15,14 86-49 16,-14-42-59-16,0 0 41 16,0-4-42-16,-6-5 0 15,0-9 0-15,4-8 11 16,2-11-1-16,0-7-10 16,8 0-11-16,9-9 1 0,1-19-41 15,-1-7-19-15,-1-7-21 16,-5-4-74-16,-2 0 22 15,-2 8 48 1,-5 12 95-16,-2 14 252 0,0 12-116 16,0 4-119-16,-4 24 27 15,-1 6-9-15,5 4 41 16,0-2-29-16,9 1-47 16,11-5 13-16,7-9-13 15,2-2-64-15,0-10-54 16,8-7-179-16,-8-4-220 15,-6 0-382-15</inkml:trace>
  <inkml:trace contextRef="#ctx0" brushRef="#br0" timeOffset="123306.4">22358 7732 783 0,'0'0'604'0,"0"0"-345"16,0 0-5-16,0 0-87 15,0 0-39-15,0 0-1 16,0 0-17-16,-11-6-8 15,9 4-65-15,2 0 10 16,0 2 9-16,0-2-5 16,5 0 16-16,10 0-66 15,5 0 10-15,-3 2-1 16,-1 0-9-16,-9 6-1 16,-7 12 10-16,-2 8-9 15,-27 4 46-15,-3 0-10 0,-1 0-19 16,6-3 19-16,14-5-29 15,11-7-8-15,2-5 0 16,17-2 1-16,21-5-2 16,7-3-23-16,7 0-76 15,14 0-31-15,-10 0-259 16,-14 0-295-16</inkml:trace>
  <inkml:trace contextRef="#ctx0" brushRef="#br0" timeOffset="124855.77">22857 8079 788 0,'0'0'409'0,"0"0"-152"15,0 0-58-15,0 0 64 16,0 0 31-16,0 0-37 15,0 0-72-15,0 0-63 16,7 0-64-16,9-2 21 16,4-2-69-16,11 0-9 15,7 0 9-15,4 0-10 16,7-2-6-16,-2 2-27 16,-5 0-86-16,-4 0-115 15,-9-2-149-15,-8 2-267 16,-13-3-364-16</inkml:trace>
  <inkml:trace contextRef="#ctx0" brushRef="#br0" timeOffset="125027.68">23136 7925 1257 0,'0'0'499'0,"0"0"-412"16,0 0 23-16,0 0 27 15,0 0 9-15,-38 106 72 16,29-62-129-16,3 2-47 15,-2 0-42-15,8-6-98 16,0 2-117-16,8-9-173 16,7-15-295-16</inkml:trace>
  <inkml:trace contextRef="#ctx0" brushRef="#br0" timeOffset="126388.66">23802 7965 464 0,'0'0'870'0,"0"0"-644"16,0 0-102-16,0 0-85 16,0 0 7-16,0 0 56 15,0 0-30 1,-6-43 21-16,6 35-68 15,0 1-14-15,2-1 19 0,6 1-24 16,-1 3 9-16,-1 4-15 16,-4 0 12-16,2 0-33 15,-4 0 18-15,0 4 3 16,0 4 20-16,0 2-19 16,-6-2 16-16,0 1-17 15,-1-4 15-15,1-1-31 16,2-1 16-16,-2-3-46 0,4 0 25 15,0 0-33 1,2 0 25-16,0 0 13 0,0 0-40 16,0-4 31-16,0 1-17 15,0 3 42-15,0 0-8 16,0 0 16-16,0 0 3 16,-2 0 19-16,2 0-4 15,-2 0 78-15,0 0-19 16,-1 0-10-16,1 0 32 15,-2-5-20-15,4-5 38 16,0-4-54-16,0-4-71 16,2-4 36-16,15-1-36 0,4 3 0 15,-1 4-6 1,-3 8 7-16,-3 6-1 16,-7 2 0-16,-7 8-17 0,0 20 17 15,-11 6 8-15,-22 9-7 16,-17 4 43-16,-8 4-30 15,-8-3 30-15,1-6-36 16,11-12 11-16,12-10-7 16,13-12-12-16,15-8 0 15,10 0 47-15,4-6-46 16,0-8 3-16,20 2-4 16,3 4-14-16,6 6-14 15,-1 2 22-15,3 0-24 16,4 12-5-16,0 2-169 15,16-4-32-15,-6-4-97 0,-5-4-315 16</inkml:trace>
  <inkml:trace contextRef="#ctx0" brushRef="#br0" timeOffset="126544.92">24087 8063 1452 0,'0'0'938'16,"0"0"-832"-16,0 0-106 15,0 0-11-15,0 0-68 16,0 0 59-16,0 0-75 16,-6 40-141-16,6-30-410 0</inkml:trace>
  <inkml:trace contextRef="#ctx0" brushRef="#br0" timeOffset="128233.33">24365 8103 1122 0,'0'0'572'0,"0"0"-435"15,0 0 38-15,0 0 0 16,0 0-13-16,0 0 37 16,0 0-95-16,34-20-69 15,-14 2 31-15,3-6-65 0,1-2 7 16,-2-6-1-16,3-4-1 15,-3-7-12-15,-2-3-1 16,0-2 1-16,-7-4-21 16,-3 2 28-16,-8 2-1 15,-2 6 0-15,0 10 8 16,0 14 25-16,-10 11-33 16,-7 7 1-16,-8 14-4 15,1 23 18-15,-3 11-6 16,3 8 22-16,6 6-17 15,9 2 34-15,5-3-37 16,4-10-2-16,0-4 17 16,13-9-25-16,7-10-1 0,5-10 0 15,1-10-7 1,1-6-8-16,4-2-3 0,-2-4-22 16,-2-16 39-16,-3-4-55 15,-1-2 33-15,-6 2 11 16,-5 6 12-16,-6 10 18 15,-3 8-18-15,-3 0 0 16,0 10-6-16,0 14 17 16,-14 4-4-16,3 0 18 15,2-6-25-15,3-2 26 16,3-10-26-16,3-4 0 16,0-6-8-16,7 0 8 0,15-8-22 15,7-10-23-15,2-4-67 16,0 2 56-1,-4 6 5-15,-5 3 35 0,-6 11 4 16,-5 0-13-16,-9 7 13 16,1 13 12-16,-3 2 0 15,0 2 2-15,0-6-2 16,0-4-125-16,8-6-48 16,13-8-97-16,-4-2-117 15,1-12-599-15</inkml:trace>
  <inkml:trace contextRef="#ctx0" brushRef="#br0" timeOffset="128436.39">25101 7710 162 0,'0'0'1643'0,"0"0"-1122"16,0 0-449-16,0 0-59 16,0 0 61-16,0 0 61 15,4 135-23-15,-6-80-16 16,-7 6-93-16,3-3-3 15,1-6-21-15,5-8-137 16,0-8-89-16,9-8-22 16,9-12-209-16,4-6-481 0</inkml:trace>
  <inkml:trace contextRef="#ctx0" brushRef="#br0" timeOffset="128827.07">25297 8049 1113 0,'0'0'563'15,"0"0"-357"-15,0 0-3 16,0 0-95-16,0 0-3 16,0 0 89-16,0 0-108 15,9-23-65-15,-4 48 36 16,-3 3-51-16,-2 6 31 16,0 2 2-16,0 0-26 15,-7-6 37-15,0-3-50 16,0-9 0-16,7-8 5 15,0-6 3-15,0-4-8 16,0-4 0-16,12-19-43 16,1-9-17-16,0-6-94 15,1-4-6-15,-3-2 76 0,-4 8 8 16,0 7 76 0,-5 18 138-16,-2 11-19 0,0 0-73 15,0 14-30-15,0 10 14 16,2 4 34-16,9 0-57 15,7-2 8-15,1-4-15 16,4-6-70-16,2-6-3 16,-1-8-68-16,1-2-37 15,1-14-72-15,-4-10-154 16,-5-4-271-16</inkml:trace>
  <inkml:trace contextRef="#ctx0" brushRef="#br0" timeOffset="128998.88">25683 7678 1340 0,'0'0'838'16,"0"0"-565"-16,0 0-212 16,0 0 2-16,6 114 35 15,-4-57-19-15,-2 2-1 16,0 5-60-16,0 5-18 16,0-3-1-16,0-4-111 15,0 12-199-15,-4-17-29 16,4-14-365-16</inkml:trace>
  <inkml:trace contextRef="#ctx0" brushRef="#br0" timeOffset="129436.38">26480 8143 895 0,'0'0'729'16,"0"0"-424"-16,0 0-131 15,0 0-81-15,0 0-79 16,156-14-14-16,-114 12 0 16,-1-2-73-16,-3-4-89 15,-12 2-312-15,-10-2-485 0</inkml:trace>
  <inkml:trace contextRef="#ctx0" brushRef="#br0" timeOffset="129608.38">26730 7961 848 0,'0'0'813'0,"0"0"-670"16,0 0 75-1,0 0-55-15,-38 104-55 16,26-62 49-16,4 2-99 0,1 0-58 16,5-1-102-16,2-2-153 0,4-9-222 15,11-11-556 1</inkml:trace>
  <inkml:trace contextRef="#ctx0" brushRef="#br0" timeOffset="129936.79">27833 7786 803 0,'0'0'1293'0,"0"0"-1124"16,0 0-169 0,-121-60 2-16,63 60 17 0,-2 6 80 15,6 28 29-15,8 14 31 16,13 10-90-16,12 5-10 15,21-1-3-15,0-4-38 16,32-4 16-16,15-6-34 16,8-8-17-16,38-8-30 15,-14-10-211-15,-6-10-378 0</inkml:trace>
  <inkml:trace contextRef="#ctx0" brushRef="#br0" timeOffset="130046.15">28483 8113 2083 0,'0'0'0'0</inkml:trace>
  <inkml:trace contextRef="#ctx0" brushRef="#br0" timeOffset="134143.59">18735 9932 977 0,'0'0'531'16,"0"0"-296"-16,0 0-13 15,0 0-6-15,0 0 7 16,0 0-70-16,0 0 4 15,-36 12-41-15,39-14-55 16,15-16 29-16,9-10-90 16,4-7 8-16,4-7-16 15,3-6 7-15,-5-4-10 16,-1-4-13-16,-8 0-37 0,-5 0 55 16,-11 2-30-1,-6 6 9-15,-2 7 8 0,0 11 38 16,-8 12-17-16,-6 8-2 15,-3 10 18-15,-4 0-21 16,-1 24 3-16,-3 19 0 16,1 12 56-16,4 14-41 15,1 7 33-15,11 0-44 16,6-6 14-16,2-8-12 16,2-9-6-16,18-13 0 15,5-12-21-15,4-8 11 16,4-10-4-16,3-6-63 15,8-4-143-15,-6 0-146 16,-9-12-332-16</inkml:trace>
  <inkml:trace contextRef="#ctx0" brushRef="#br0" timeOffset="134409.21">19130 9425 1716 0,'0'0'583'16,"0"0"-530"-16,0 0-37 15,0 0 82-15,116 134-4 16,-89-66 58-16,-10 10-94 16,-10 2-27-16,-7 4-4 15,-9 3-18-15,-25-5 5 0,-10-2-14 16,-3-8-29-16,3-8 2 15,1-5-247-15,14-17-315 16,14-18-583-16</inkml:trace>
  <inkml:trace contextRef="#ctx0" brushRef="#br0" timeOffset="135316.23">20128 9796 1079 0,'0'0'575'15,"0"0"-312"-15,0 0-39 16,0 0-18-16,0 0 13 16,0 0-116-16,0 0-19 15,-5-25-32-15,5 25-43 16,0 10 15-16,0 12-17 16,-2 7 5-16,-2 3 54 15,-1 4-65-15,-1 0 17 16,1-2-16-16,1-2 7 15,1-4 12-15,1-4-21 16,2-4-19-16,0-4 18 16,0-6-98-16,0-2-46 0,0-8-139 15,2 0-61 1,-2 0-230-16</inkml:trace>
  <inkml:trace contextRef="#ctx0" brushRef="#br0" timeOffset="135519.34">19912 9753 1024 0,'0'0'486'0,"0"0"-250"15,0 0 36-15,0 0 0 16,113-56-150-16,-63 50-67 16,5 4 38-16,0 2-79 15,-1 0-7-15,-11 8-7 0,-12 12-141 16,-29 24-103-1,-2-5-123-15,-14-2-309 0</inkml:trace>
  <inkml:trace contextRef="#ctx0" brushRef="#br0" timeOffset="135659.94">19722 10311 1347 0,'0'0'571'0,"0"0"-393"15,0 0 46-15,0 0-13 16,123 28-49-16,-63-28-122 0,6-14-34 15,0-2-6-15,-4 0-112 16,9-1-118-16,-15 6-73 16,-14 3-554-16</inkml:trace>
  <inkml:trace contextRef="#ctx0" brushRef="#br0" timeOffset="136019.37">20908 9954 1370 0,'0'0'751'16,"0"0"-423"-16,0 0-112 15,0 0-117-15,0 0-17 16,0 0-52-16,0 0 7 16,147-22-37-16,-111 22-12 15,-5 0 4-15,-12 0-105 16,-7 4-151-16,-12 12-81 15,-23 0-248-15,-8-2-119 0</inkml:trace>
  <inkml:trace contextRef="#ctx0" brushRef="#br0" timeOffset="136128.84">20908 9954 188 0,'-7'124'1064'0,"7"-122"-667"16,15 2-107-16,14-2-52 16,11 2-125-16,8-2-113 15,20-2-106-15,-10 0-230 16,-8 0-482-16</inkml:trace>
  <inkml:trace contextRef="#ctx0" brushRef="#br0" timeOffset="136800.65">22202 9432 803 0,'0'0'413'16,"0"0"-140"-16,0 0-56 15,0 0-39-15,0 0-66 0,0 0 11 16,0 0-29-1,-37 67-36-15,37-9 68 0,0 12-42 16,0 10 5-16,4 6-14 16,5 3-16-16,-1-1-6 15,2-2-43-15,-6-6-1 16,-2-8 39-16,-2-9-41 16,0-11 7-16,0-10 7 15,-10-12-12-15,-11-10-2 16,-6-8-7-16,-6-8-48 15,-3-4 18-15,-1 0-112 16,-11-22-82-16,11-2-72 16,6 0-386-16</inkml:trace>
  <inkml:trace contextRef="#ctx0" brushRef="#br0" timeOffset="139903.51">22630 9663 1179 0,'0'0'391'16,"0"0"-213"-16,0 0 87 15,0 0-32-15,0 0-33 16,0 0-62-16,0 0-38 16,-6 0 14-16,14 0-81 15,17 0-21-15,6-8 14 16,9-6-26-16,2-4-1 0,-1-2 1 16,-6 0-17-16,-8 0 2 15,-12 1-19-15,-13 1 0 16,-2 3 26-16,-13-2-17 15,-18 4 14-15,-9 4 10 16,-5 8 1-16,-1 1 21 16,1 0-20-16,7 19-1 15,9 10 61-15,13 3-53 16,10 6 22-16,6 2 9 16,2 0-38-16,25-4 41 15,10-6-42-15,11-5-12 16,5-11 0-16,8-10-46 0,1-4-25 15,15 0-110 1,-16-15-152-16,-14-1-210 0</inkml:trace>
  <inkml:trace contextRef="#ctx0" brushRef="#br0" timeOffset="140561.37">23044 9142 535 0,'0'0'680'0,"0"0"-403"15,0 0 9-15,0 0-52 16,0 0-35-16,0 0-34 15,0 0-37-15,-11-27-9 16,7 26-64-16,0 1-19 0,2 0 31 16,-2 0-46-16,4-3 19 15,0 3-5-15,0-1-29 16,0-1 47-16,0-2-51 16,6-3 5-16,5 2-14 15,1-1 7-15,2-1-6 16,1 2 5-16,2 0-9 15,0 4-7-15,-3 1 17 16,-1 0 0-16,-6 1-19 16,-7 16 9-16,0 7 10 15,-5 4 0-15,-17 6 16 16,-7 4 18-16,0-2-28 0,2-2-5 16,7-4 38-1,9-8-39-15,7-6 19 0,4-4-19 16,4-5 12-16,19-4-1 15,8-3-11-15,7 0-45 16,-1-2 9-16,1-10-136 16,-3-10-175-16,-8 6-230 15,-9 0-260-15</inkml:trace>
  <inkml:trace contextRef="#ctx0" brushRef="#br0" timeOffset="140920.62">23265 9169 897 0,'0'0'500'0,"0"0"-241"0,0 0 20 15,0 0-31-15,0 0-23 16,0 0-112-16,0 0-6 16,76 11-18-16,-74 17-44 15,-2 4 51-15,0 2-62 16,-13 0-12-16,-5-4 25 16,5-5-46-16,3-7 21 15,4-7-22-15,6-4-10 16,0-7-4-16,0 0-1 15,20 0-18-15,2-18 21 16,2-11-68-16,1-5-62 16,-2-6-86-16,-6 4 5 15,-5 6 204-15,-6 10 19 16,-4 10 136-16,-2 10 14 0,0 0-87 16,0 8 64-1,0 14-24-15,0 4-64 0,0 4 38 16,0 0-77-16,7 0 0 15,11 0 0-15,4 0-61 16,2-1-112 0,10 7-185-16,-7-8-284 0,-5-2-437 0</inkml:trace>
  <inkml:trace contextRef="#ctx0" brushRef="#br0" timeOffset="141139.71">23640 9611 1664 0,'0'0'647'0,"0"0"-414"15,0 0 16-15,0 0-83 16,0 0-94-16,0 0-14 16,0 0-58-16,86-2-8 15,-45 2 2-15,1 0-85 16,5 0-63-16,13 0-197 15,-12 4-213-15,-5 2-135 0</inkml:trace>
  <inkml:trace contextRef="#ctx0" brushRef="#br0" timeOffset="141405.87">24232 9543 1485 0,'0'0'324'0,"0"0"-298"0,0 0-26 16,46-118 54-16,-32 74 110 15,1 1 36-15,-1 1-25 16,-3 4-51-16,0 6 35 16,-4 10-62-16,-2 6 30 15,-5 10-36 1,0 6-60-16,0 0-22 16,0 22-7-16,0 14-2 0,0 10 52 15,0 8-43-15,0 5-10 16,0 0 1-16,0 2-82 15,0-5-5-15,0 8-113 16,-5-16-395-16,1-12-555 0</inkml:trace>
  <inkml:trace contextRef="#ctx0" brushRef="#br0" timeOffset="142156.29">22585 10090 856 0,'0'0'686'16,"0"0"-370"-16,0 0-89 0,0 0-22 16,0 0-37-16,0 0-74 15,0 0-4-15,87-44-67 16,-33 44-17-16,10 0 22 15,15 10-21-15,29 4-7 16,35-2 15-16,38-2-14 16,13-8 42-16,-5-2-43 15,-13 0 0-15,-29-4-11 16,-9-6 8-16,-26 2 3 16,-30 2-1-16,-26 2 2 15,-11 2-15-15,-6 0 14 16,-1 2-46-16,-7 0 12 15,-15 0-72-15,-16 0-48 0,-7 0-111 16,-22 4-50 0,-2 2-376-16</inkml:trace>
  <inkml:trace contextRef="#ctx0" brushRef="#br0" timeOffset="142812.81">22703 10587 1141 0,'0'0'686'16,"0"0"-406"-16,0 0-110 15,0 0 18-15,0 0-60 16,0 0-55-16,0 0 37 16,27 0-73-16,2-1-35 15,2-7 28-15,5-5-23 16,-1-1-2-16,-1-2-5 15,-7-2-27-15,-7 2 26 16,-9 0-48-16,-9 2-11 16,-2 2 11-16,-7 2-33 15,-19 4 52-15,-8 4 22 16,-6 2 8-16,1 2 18 16,2 14-17-16,8 4 16 0,12 4 37 15,8 2-17 1,9 2 20-16,0 2-23 15,22-3-28-15,11-4 27 16,12-2-33-16,2-10-26 0,4-2-15 16,-1-7-117-16,4-2-80 15,-8-2-137-15,-13-10-419 0</inkml:trace>
  <inkml:trace contextRef="#ctx0" brushRef="#br0" timeOffset="143236.2">23125 10327 833 0,'0'0'672'16,"0"0"-534"-16,0 0-84 16,0 0 66-16,0 0-38 15,0 0 48-15,0 0 14 16,35 68-34-16,-35-32 57 15,-4-2-72-15,-12-2-12 16,5-4-26-16,0-7-36 16,4-7 7-16,7-6-19 0,0-7-7 15,0-1 23 1,3 0-25-16,12-9-27 0,1-12-35 16,-3-7-83-16,0-6 0 15,-1-6-27-15,-1-2-20 16,-1 2 62-16,-2 10 130 15,-4 10 148-15,-2 14 20 16,-2 6-130-16,0 8-12 16,0 14 33-16,0 6 45 15,5 4 50-15,5-2-105 16,4 0-23-16,7-4-26 16,0-4-5-16,17 2-99 15,-7-8-168-15,3-3-329 0</inkml:trace>
  <inkml:trace contextRef="#ctx0" brushRef="#br0" timeOffset="143439.29">23657 10513 1894 0,'0'0'608'0,"0"0"-474"16,0 0-94-16,0 0 24 15,0 0-34-15,0 0 7 16,0 0-20-16,154 0-17 16,-105 0-120-16,11 0-149 15,-11 6-205-15,-8 0-217 0</inkml:trace>
  <inkml:trace contextRef="#ctx0" brushRef="#br0" timeOffset="143689.28">24165 10535 1679 0,'0'0'321'0,"0"0"-262"16,0 0-25-16,0 0-22 15,45-116 42-15,-37 84 78 16,2 4-55-16,-4 6 4 16,-1 8 6-16,-5 10 30 15,0 4 6-15,0 2-103 16,0 24 15-16,0 8 36 15,0 10-41-15,0 4 11 16,0 3-41-16,2-1-26 16,0-2-10-16,0 4-153 0,0-10-294 15,-2-12-376-15</inkml:trace>
  <inkml:trace contextRef="#ctx0" brushRef="#br0" timeOffset="144361.28">24814 10036 354 0,'0'0'1184'0,"0"0"-626"15,0 0-245-15,0 0-99 16,0 0-84-16,0 0-66 16,0 0-46-16,77-28 44 15,-48 28-62-15,0 0 0 16,0 0-11-16,-6 4-57 16,-12 10-190-16,-9 0-377 15,-2-2-542-15</inkml:trace>
  <inkml:trace contextRef="#ctx0" brushRef="#br0" timeOffset="144486.28">24839 10217 1633 0,'0'0'619'0,"0"0"-512"15,0 0 21-15,0 0-54 16,124-2-74-16,-67-5-46 16,-7 6-251-16,-10-2-654 15</inkml:trace>
  <inkml:trace contextRef="#ctx0" brushRef="#br0" timeOffset="145080.43">25919 9348 74 0,'0'0'1561'16,"0"0"-1235"-16,0 0-249 16,0 0-21-16,0 0-7 15,0 0 14-15,0 0 79 16,-114 203 15-16,110-65-57 16,4 13 12-16,0-11-69 0,0-14 8 15,2-32-8-15,2-19-22 16,1-19 15-16,-3-12-36 15,0 2 1-15,-2-2 6 16,0-2-7-16,0-14-21 16,-4-12 5-16,-14-6-53 15,-6-7-49-15,-14-3-182 16,4-4-203-16,6-9-209 0</inkml:trace>
  <inkml:trace contextRef="#ctx0" brushRef="#br0" timeOffset="147380.49">26487 9635 1053 0,'0'0'656'0,"0"0"-520"15,0 0 31-15,0 0 46 16,0 0-57-16,0 0-15 16,0 0-91-16,69 0-11 15,-29-4-20-15,0-10-17 16,-2-2-4-16,-7-2-35 0,-8 0-37 16,-13-3 23-1,-10 2-30-15,0-3 60 0,-13 2 21 16,-18 4 0-16,-6 3 54 15,-2 12-43-15,-1 1-10 16,7 5 59-16,6 20-37 16,12 5 53-16,7 6-1 15,8 4-29-15,5-2 15 16,22-2-51-16,11-4-9 16,8-6-1-16,6-8-25 15,4-6-84-15,15-7-148 16,-13-5-127-16,-12 0-273 0</inkml:trace>
  <inkml:trace contextRef="#ctx0" brushRef="#br0" timeOffset="147864.94">26902 9242 925 0,'0'0'702'0,"0"0"-451"16,0 0-53-16,0 0-6 0,0 0-84 15,0 0-76-15,0 0 63 16,59 44-20-16,-52-14 7 15,-4 0 16-15,-3 0-53 16,0-2 3-16,-7-4-1 16,-5-6-27-16,4-6 19 15,3-3-39-15,1-8 0 16,4-1-9-16,0 0 9 16,0-1 0-16,9-22-30 15,4-7-57-15,3-8 26 16,-3-4-103-16,1 4 8 15,-8 6 137-15,-2 14 19 16,-4 12 145-16,0 6-71 0,0 10-73 16,0 18 62-1,0 8-31-15,0 4-7 0,5 2 12 16,11-2-29-16,1-1-16 16,8-3-29-16,12 2-143 15,-5-10-169-15,-1-8-518 16</inkml:trace>
  <inkml:trace contextRef="#ctx0" brushRef="#br0" timeOffset="148036.81">27239 9643 844 0,'0'0'1019'16,"0"0"-531"-16,0 0-188 15,0 0-138-15,0 0-106 16,0 0-27-16,116-6-29 15,-80 6-44-15,13 0-140 16,-9 0-355-16,-6 6-250 0</inkml:trace>
  <inkml:trace contextRef="#ctx0" brushRef="#br0" timeOffset="148333.67">27777 9619 1275 0,'0'0'790'0,"0"0"-459"0,0 0-132 16,0 0-95-16,6-104-10 15,6 74-65-15,-3-1-7 16,-1 3-22-16,1 6 2 16,-4 6-2-16,0 6 0 15,-3 6 0-15,-2 4 9 16,2 2 0-16,0 22-9 15,2 8 7-15,-1 11 7 16,1 3 2-16,-2-2-16 16,-2 0-18-16,0-8 2 15,2-4-84-15,-2-8-136 16,0-6-127-16,0-12-361 0</inkml:trace>
  <inkml:trace contextRef="#ctx0" brushRef="#br0" timeOffset="148536.81">28089 9360 1356 0,'0'0'490'16,"0"0"-455"-16,0 0 67 16,0 0-8-16,33 153 11 15,-33-95-17-15,-15 4-48 16,-14 0-16-16,-7 0-24 15,-29 14-132-15,8-15-98 16,3-13-251-16</inkml:trace>
  <inkml:trace contextRef="#ctx0" brushRef="#br0" timeOffset="149083.67">26400 9198 1453 0,'0'0'334'0,"0"0"-225"15,0 0 36-15,0 0 53 16,-100 134 36-16,87-67-83 15,5 5-21-15,8-2-45 16,0 0-56-16,12-6 13 16,19-6-42-16,11-6-37 15,39 6-23-15,-10-14-272 16,-2-12-324-16</inkml:trace>
  <inkml:trace contextRef="#ctx0" brushRef="#br0" timeOffset="149724.25">28722 9188 842 0,'0'0'713'0,"0"0"-487"15,0 0-62-15,0 0 23 16,0 0-24-16,0 0-6 15,-112 152 18-15,96-89-69 16,5 2-33-16,5 0 4 16,4-5-76-16,2-8 21 15,0-10-22-15,15-6-13 16,7-8-8-16,5-8-88 16,13-12-177-16,-9-6-66 15,-6-2-349-15</inkml:trace>
  <inkml:trace contextRef="#ctx0" brushRef="#br0" timeOffset="150036.74">28717 9633 1594 0,'0'0'535'0,"0"0"-338"15,0 0 5-15,0 0-67 16,0 0-109-16,0 0-19 16,127-8 3-16,-89 2-10 15,-5-2-47-15,-6-2-72 16,-9-4-77-16,-9-4 38 0,-9-2-50 15,0-4 44 1,-18-4 110-16,-11 3 54 0,-2 6 60 16,-3 6 85-16,1 13 22 15,0 0 52-15,6 21-75 16,4 12-19 0,13 6-10-16,7 3-59 0,3-2-3 15,9-4-31-15,22-4-13 16,9-8-7-16,9-6-2 15,3-10-53-15,1-4-20 16,5-4-152-16,-11-4-79 16,-14-8-329-16</inkml:trace>
  <inkml:trace contextRef="#ctx0" brushRef="#br0" timeOffset="150458.57">29061 9108 1631 0,'0'0'378'0,"0"0"-271"16,0 0 38-16,0 0-76 15,0 0-24-15,0 0 129 16,39 112-88-16,-36-68-25 15,-3-2-3-15,0-6-31 16,0-8 7-16,-3-8-34 0,1-7 20 16,2-10-14-1,0-3-6-15,0 0 0 0,0-20 0 16,5-12-66-16,1-10-23 16,0-6-99-16,2-4-31 15,-2 2 59 1,-1 12 147-16,-3 14 13 0,-2 16 195 15,0 8-140-15,0 14-2 16,0 20 103-16,0 8-71 16,0 6 18-16,2 0-90 15,16-2-11-15,4-3-2 16,14 4-102-16,-7-11-168 0,-5-10-327 16</inkml:trace>
  <inkml:trace contextRef="#ctx0" brushRef="#br0" timeOffset="150646.41">29354 9483 1517 0,'0'0'747'16,"0"0"-459"-16,0 0-142 16,0 0-121-16,0 0 29 15,0 0-54-15,135-8-1 16,-100 4-53-16,-4-2-187 15,-7 2-133-15,-10-3-315 0</inkml:trace>
  <inkml:trace contextRef="#ctx0" brushRef="#br0" timeOffset="150787.14">29526 9381 1433 0,'0'0'541'16,"0"0"-346"-16,0 0 38 15,0 0-39-15,0 0-87 16,-51 104-57-16,42-64-40 15,5 2-10-15,4 2-194 16,0-12-192-16,10-8-547 0</inkml:trace>
  <inkml:trace contextRef="#ctx0" brushRef="#br0" timeOffset="151052.78">29782 9591 656 0,'0'0'1090'0,"0"0"-841"15,0 0-46-15,52-145 62 16,-39 99-79-16,-3 2-55 16,2 8-83-16,-5 10-42 15,-3 12 52-15,-4 10-12 16,0 4-38-16,0 20 2 16,0 18 5-16,0 10-15 15,0 6 3-15,-2 4 3 16,-3-3-12-16,3-5-51 15,2-8-59-15,0-10-124 16,0-10-131-16,0-10-296 0</inkml:trace>
  <inkml:trace contextRef="#ctx0" brushRef="#br0" timeOffset="151240.87">30208 9224 1938 0,'0'0'339'0,"0"0"-288"16,0 0 62-16,64 124 33 15,-55-55-42-15,-9 11-1 16,0 6-76-16,-15 2-27 16,-12 1-26-16,-9-7-255 15,-17 14-44-15,9-22-170 0,1-14-502 16</inkml:trace>
  <inkml:trace contextRef="#ctx0" brushRef="#br0" timeOffset="151959.94">26416 10236 1169 0,'0'0'254'0,"0"0"-154"16,140 0-13-16,-37 0-18 15,45 0 40-15,53 7-17 16,24 1 27-16,7 2-18 16,-5 0-29-1,-15-5 33-15,8 2-66 0,8-1-28 16,-1-6 3-16,-7 0-14 15,-14 0-1-15,-26 0 1 16,-24 0 9-16,-38 0 71 16,-34 0-35-16,-28 0-23 15,-20 0-1-15,-3 0-21 16,-8-6-1-16,-11-1-31 16,-24 0-60-16,-21-1-127 15,-7 4-459-15</inkml:trace>
  <inkml:trace contextRef="#ctx0" brushRef="#br0" timeOffset="152647.81">27278 10736 100 0,'0'0'1178'16,"0"0"-830"-16,0 0-85 16,0 0-34-16,0 0-23 15,0 0-42-15,0 0-53 16,80 16-2-16,-40-16-88 16,2 0-20-16,-2-2 10 15,-1-12-11-15,-11-2-1 16,-6 0-43-16,-8 0-67 15,-11-3 20-15,-3 4-29 16,-10 3 64-16,-19 3 56 16,-4 8 10-16,-3 1 43 0,3 4 4 15,6 15-32 1,10 10 80-16,9 3-45 0,8 4-9 16,3-2-5-1,25 0-31-15,9-6-15 0,7-6-52 16,5-6-142-1,18-12-30-15,-11-4-311 0,-10 0-514 0</inkml:trace>
  <inkml:trace contextRef="#ctx0" brushRef="#br0" timeOffset="153085.19">27779 10471 1252 0,'0'0'526'15,"0"0"-307"-15,0 0 11 16,0 0-70-16,0 0-98 15,0 0 34-15,0 0-15 16,73 89-21-16,-73-56 22 16,-2-2-45-16,-11-1-13 15,2-8 8-15,4-4-23 16,3-8-9-16,4-6 0 16,0-4 6-16,2 0-18 15,16-12-42-15,1-10-119 0,2-8-47 16,-3-6-80-16,-3-1-50 15,-3 3-17-15,-6 10 367 16,-1 10 192-16,-5 14 151 16,0 0-200-16,0 14 31 15,0 12-45-15,0 6 0 16,8 5-48-16,6-3-81 16,15 8-8-16,-5-10-249 15,3-10-406-15</inkml:trace>
  <inkml:trace contextRef="#ctx0" brushRef="#br0" timeOffset="153272.69">28288 10738 2345 0,'0'0'342'0,"0"0"-269"15,0 0-34-15,0 0-26 16,0 0 1-16,137-20 7 15,-77 12-21-15,-8 4-148 16,-10 0-506-16</inkml:trace>
  <inkml:trace contextRef="#ctx0" brushRef="#br0" timeOffset="153507.14">28764 10766 2273 0,'0'0'360'0,"0"0"-360"15,0 0-32-15,0 0-7 16,102-108 39-16,-88 65 141 16,-3 3-102-16,-3 4-16 15,-2 7-7-15,0 4 8 16,-4 11 76-16,0 10-31 16,1 4-39-16,-3 10-30 15,0 20 3-15,0 13-3 16,0 8 0-16,0 10-27 15,-11 23-15-15,-5-16-249 16,3-10-486-16</inkml:trace>
  <inkml:trace contextRef="#ctx0" brushRef="#br0" timeOffset="154398.11">29722 10283 375 0,'0'0'596'16,"0"0"-412"-16,0 0-4 0,0 0 52 16,0 0 54-16,0 0 35 15,0 0-16-15,0 0-140 16,22 0-51-16,10-2-38 16,10 0-63-16,13-1 44 15,10 0-57-15,2-1 0 16,-1 0-6-16,-5 0-59 15,3-3-220-15,-17 4-315 16,-13-1-529-16</inkml:trace>
  <inkml:trace contextRef="#ctx0" brushRef="#br0" timeOffset="154696.06">30717 10102 1657 0,'0'0'383'0,"0"0"-252"16,0 0-88-16,0 0 41 15,0 0 51-15,-122 65-37 16,107-36-6-16,6-3-76 0,9-1-16 16,0-7 0-16,9-8-55 15,11-6-46-15,9-4-77 16,-7-14-195-16,-2-8-374 0</inkml:trace>
  <inkml:trace contextRef="#ctx0" brushRef="#br0" timeOffset="154930.41">30785 9591 1461 0,'0'0'574'16,"0"0"-573"-16,0 0 103 16,0 0 39-16,-36 138 53 0,23-71-31 15,0 6-59 1,1 4-26-16,6-1-59 0,-1-2-12 15,7-6-13-15,0-3 4 16,0-11-74-16,9-2-139 16,7-14-250-16,1-14-316 0</inkml:trace>
  <inkml:trace contextRef="#ctx0" brushRef="#br0" timeOffset="155274.15">30900 10160 1588 0,'0'0'316'16,"0"0"-247"-16,0 0 54 0,0 0 26 15,18 109 58-15,-18-67-26 16,0 0-117-16,0-4-17 16,0-6-19-16,0-8-27 15,0-8 20-15,0-6-21 16,0-8-12-16,3-2-1 15,7-2-2-15,4-22-82 16,1-10-85-16,4-10-40 16,-6-6-21-16,-4 4 56 15,-4 7 187-15,-5 20 229 16,0 14-31-16,0 5-145 16,-7 23 24-16,2 11 69 15,5 4 26-15,0 4-66 0,22-4-67 16,7-2-22-1,9-6-17-15,5-4-65 0,12-2-121 16,-6-8-185-16,-11-4-278 16</inkml:trace>
  <inkml:trace contextRef="#ctx0" brushRef="#br0" timeOffset="156871.87">21004 12206 208 0,'0'0'330'0,"0"0"-58"15,0 0-28-15,0 0 15 16,0 0 7-16,0 0-46 15,0 0 39-15,-38-30-2 16,36 27-41-16,2 3-3 16,0 0-84-16,0 0-35 15,0 0-2-15,6 0-81 16,17 0 10-16,6 0-21 16,6 0 18-16,3 0-41 0,-3 0-18 15,-3 3-63 1,-12 3-48-16,-9-1-390 0,-11 4-239 15</inkml:trace>
  <inkml:trace contextRef="#ctx0" brushRef="#br0" timeOffset="157012.65">20950 12288 1272 0,'0'0'746'16,"0"0"-453"-16,0 0-93 16,0 0-21-16,0 0-94 15,151 2-67-15,-93-2-18 16,-2 0-96-16,13 0-191 15,-13 0-224-15,-14 4-693 0</inkml:trace>
  <inkml:trace contextRef="#ctx0" brushRef="#br0" timeOffset="157621.9">22385 11550 1318 0,'0'0'524'0,"0"0"-373"0,0 0-13 16,0 0-119-16,0 0 2 16,0 0 54-16,0 0-11 15,-131 76 105-15,108 10-28 16,7 0-55-16,5 7 23 15,7 1-64-15,4-15-5 16,0 7 13-16,0-6-26 16,0-6 0-16,4-4-27 15,1-9 18-15,-3-11-42 16,-2-10 24-16,0-10-42 16,-7-10 15-16,-9-4-37 15,-5-8 1-15,-4-4-94 16,-10-4-156-16,6 0-237 15,6 0-366-15</inkml:trace>
  <inkml:trace contextRef="#ctx0" brushRef="#br0" timeOffset="158981.53">22884 11761 1215 0,'0'0'366'0,"0"0"-236"15,0 0-53-15,0 0-43 16,0 0 52-16,-118 60 82 16,82-2 12-16,5 10 26 15,8 2-88-15,8-1-38 16,13-8 17-16,2-8-86 0,7-7 9 16,20-10-20-1,21-6-111-15,-5-10-170 0,-3-12-352 16</inkml:trace>
  <inkml:trace contextRef="#ctx0" brushRef="#br0" timeOffset="159309.64">22875 12214 1204 0,'0'0'837'16,"0"0"-611"-16,0 0-182 15,0 0 3-15,119-23-47 16,-69 12 0-16,6-3-9 15,-4-5-28-15,-6 4-44 16,-7-3-59-16,-14 0-49 16,-13 0 101-16,-12 0 41 0,-6-1 47 15,-29 6 124-15,-11 4-3 16,-5 9 31-16,-5 0 2 16,5 20-26-1,6 12 10-15,12 7-61 0,18 1-29 16,12 0 12-16,3-4-53 15,32-6 14-15,14-6-21 16,10-8-6-16,6-8-43 16,0-6-167-16,17-2-98 15,-17-8-77-15,-15-6-464 0</inkml:trace>
  <inkml:trace contextRef="#ctx0" brushRef="#br0" timeOffset="159731.54">23387 11698 1570 0,'0'0'483'0,"0"0"-443"15,0 0-20-15,0 0 61 16,0 0 23-16,0 0 71 15,74 145-28-15,-74-95-70 16,0-4 8-16,-6-4-52 16,-8-12-22-16,5-8 8 15,5-8-17-15,4-10-2 0,0-4 0 16,0 0-14-16,11-20-1 16,3-10-92-16,-1-12-84 15,0-10 35-15,-4-4-90 16,-2-1 2-16,-3 11 244 15,-2 16 46-15,-2 19 240 16,0 11-126-16,0 11-102 16,-9 24 80-16,5 10-61 15,4 4 4-15,0 1-13 16,15-4-53-16,12-6-15 16,6-6-22-16,23-2-225 15,-6-12-265-15,-8-6-1082 0</inkml:trace>
  <inkml:trace contextRef="#ctx0" brushRef="#br0" timeOffset="159919.03">23967 12110 1674 0,'0'0'565'15,"0"0"-325"-15,0 0-11 16,0 0-108-16,0 0-75 15,0 0 4-15,0 0-50 16,120-9-72-16,-87 5-71 16,1 0-221-16,-7-2-205 0,-11 2-287 15</inkml:trace>
  <inkml:trace contextRef="#ctx0" brushRef="#br0" timeOffset="160059.77">24141 11965 1169 0,'0'0'844'0,"0"0"-540"15,0 0-161-15,0 0-58 16,0 0 27-16,-77 114-79 16,62-65-33-16,5 19-12 15,2-12-333-15,8-14-450 0</inkml:trace>
  <inkml:trace contextRef="#ctx0" brushRef="#br0" timeOffset="160309.64">24384 12206 2060 0,'0'0'344'16,"0"0"-344"-16,42-117-148 15,-28 63 148-15,-8 4 58 16,-2 6 185-16,-4 14-27 16,0 14-111-16,0 16-49 15,0 0-54-15,0 24 11 16,-6 16 26-16,2 11-24 15,4 4-6-15,0 2 5 16,0-1-14-16,0-4-35 16,0-6-52-16,0-12-102 15,10-10-88-15,1-12-85 16,-3-12-282-16</inkml:trace>
  <inkml:trace contextRef="#ctx0" brushRef="#br0" timeOffset="160480.81">24669 11829 2000 0,'0'0'602'16,"0"0"-559"-16,0 0 17 15,53 104-44 1,-46-42 35-16,-7 11 54 0,-9 5-76 16,-18 4-29-16,-20 22-26 0,9-22-341 15,5-17-399-15</inkml:trace>
  <inkml:trace contextRef="#ctx0" brushRef="#br0" timeOffset="160949.57">25321 12086 468 0,'0'0'852'16,"0"0"-505"-16,0 0-25 16,0 0-47-16,0 0-9 15,0 0-184-15,0 0-63 16,-87-35 26-16,50 66-32 15,-1 6 39-15,7 6-20 16,10-1-22-16,13-6 6 16,8-8-16-16,0-8-28 15,15-10 16-15,10-10-98 0,10-8-119 16,-6-16-280-16,-6-4-305 0</inkml:trace>
  <inkml:trace contextRef="#ctx0" brushRef="#br0" timeOffset="161152.78">25275 11566 1317 0,'0'0'768'0,"0"0"-428"15,0 0-263-15,0 0-68 16,0 0 61-16,9 105 15 16,-9-33 36-16,2 10-78 0,2 4-35 15,0 0 13 1,4-8-21-16,-2-9-42 0,1-11-152 15,11-10-134-15,-3-14-44 16,-1-16-256-16</inkml:trace>
  <inkml:trace contextRef="#ctx0" brushRef="#br0" timeOffset="161496.99">25482 12053 1081 0,'0'0'606'15,"0"0"-203"-15,0 0-173 16,0 0-137-16,0 0-1 15,0 0 5-15,0 0 49 0,96 102-70 16,-96-51-20 0,0 1 20-16,0-6-60 0,-5-8 7 15,1-8-23-15,4-12 13 16,0-10-40-16,0-8 23 16,9 0-16-16,6-22 4 15,1-10-66-15,-1-10 8 16,2-8-33-16,-7 0-63 15,-3 2 163-15,-3 12 7 16,-4 15 207-16,0 20-64 16,0 1-137-16,0 23 11 15,0 13 14-15,0 7-21 16,16-1 56-16,15-4-66 16,9-2-35-16,10-8 7 15,23-6-110-15,-11-8-179 0,-8-6-318 16</inkml:trace>
  <inkml:trace contextRef="#ctx0" brushRef="#br0" timeOffset="162638.81">20983 14021 1530 0,'0'0'774'0,"0"0"-489"15,0 0-118-15,0 0-55 16,0 0-61-16,0 0-41 16,0 0 20-16,118 5-30 15,-66 2-6-15,0 3-15 0,-11-5-92 16,-16 13-234-16,-12-4-277 15,-13 1-354-15</inkml:trace>
  <inkml:trace contextRef="#ctx0" brushRef="#br0" timeOffset="162763.81">20945 14257 1317 0,'0'0'724'16,"0"0"-534"-16,0 0 19 15,0 0-2-15,129-10-148 16,-75 2-59-16,11-6-56 15,-12 8-287-15,-11 4-326 0</inkml:trace>
  <inkml:trace contextRef="#ctx0" brushRef="#br0" timeOffset="163623.2">22223 14151 1262 0,'0'0'794'0,"0"0"-512"0,0 0-56 15,0 0-102-15,0 0-62 16,0 0-2-16,0 0-60 16,156-36 7-16,-106 16-2 15,0-4-5-15,-11 0-26 16,-7-1-18-16,-12-3-15 16,-14 2 16-16,-6-2-13 15,-8 2 51-15,-23 6 5 16,-10 4 1-16,-5 10 51 15,-4 6 22-15,4 0-36 16,6 22 11-16,13 8-30 16,13 8 1-16,14 2 41 15,0 1-61-15,25-1 18 0,15-4-18 16,9-8-3 0,7-6-21-16,2-10-66 0,2-6-80 15,16-6-100-15,-16 0-126 16,-14-10-232-16</inkml:trace>
  <inkml:trace contextRef="#ctx0" brushRef="#br0" timeOffset="164123.74">22708 13601 1079 0,'0'0'654'0,"0"0"-307"15,0 0-138-15,0 0-54 16,0 0-57-16,0 0-30 15,0 0 1 1,101 13-22-16,-93 27 11 16,-8 8 40-16,0 2-73 0,-2-2 15 15,-12-6-1-15,3-6-28 16,5-10 11-16,2-14-22 0,4-6 0 16,0-6-6-1,0 0 6-15,10-16-36 0,3-14-13 16,1-8-51-16,-3-10-94 15,-4-2-39-15,-2 0 24 16,-3 10 134-16,0 9 75 16,-2 17 167-16,0 14 1 15,0 2-145-15,0 28 48 16,0 9 17-16,2 7-17 16,9 6 5-16,7 0-76 15,2-4-14-15,23 8-152 16,-8-11-180-16,-1-13-314 0</inkml:trace>
  <inkml:trace contextRef="#ctx0" brushRef="#br0" timeOffset="164342.5">23305 14061 620 0,'0'0'1132'0,"0"0"-633"16,0 0-192-16,0 0-104 15,0 0-91-15,0 0-2 16,0 0-84-16,58-14-2 16,-18 14-24-16,10 0-8 15,2 0-2-15,2 0-65 0,-4 0-79 16,-4-4-133-16,-13-5-79 16,-15 1-227-16</inkml:trace>
  <inkml:trace contextRef="#ctx0" brushRef="#br0" timeOffset="164498.75">23611 13904 952 0,'0'0'924'0,"0"0"-539"16,0 0-206-16,0 0-41 15,0 0-50-15,0 0-10 16,-58 121 5-16,44-77-83 16,7 0 0-16,3-4-45 15,4 2-137-15,18-10-125 16,4-12-365-16</inkml:trace>
  <inkml:trace contextRef="#ctx0" brushRef="#br0" timeOffset="164936.73">24152 13876 841 0,'0'0'993'16,"0"0"-800"-16,0 0-109 15,0 0-18-15,0 0 201 16,0 0-70-16,0 0-139 16,45 4-5-16,-32 30-41 15,-5 6 8-15,-2 4 67 0,-6 1-54 16,0-4 4 0,0-2-2-16,0-7-34 0,0-8 26 15,-4-8-27-15,4-8-4 16,0-6-8-16,0-2-18 15,0-2 21-15,10-20-36 16,3-12-110-16,5-12-113 16,-3-4-11-16,-1-4-19 15,-3 5 292-15,-9 15 6 16,-2 14 309-16,0 16-19 16,-11 4-204-16,-7 18-28 15,5 14-16 1,7 4 31-16,6 3 48 15,0 1-94-15,15-2-27 0,18-4 0 16,10-6-94-16,12-6-109 0,30-12-174 16,-14-2-266-16,-7-4-794 15</inkml:trace>
  <inkml:trace contextRef="#ctx0" brushRef="#br0" timeOffset="165186.93">24989 13998 1375 0,'0'0'806'0,"0"0"-461"15,0 0-79-15,0 0-151 16,0 0-28-16,0 0-21 15,141-14-54-15,-95 10-12 16,1 4-2-16,3-1-77 16,-6-2 0-16,-6 2-136 15,-9-8-130-15,-9 5-180 16,-13-8-407-16</inkml:trace>
  <inkml:trace contextRef="#ctx0" brushRef="#br0" timeOffset="165358.87">25375 13770 1435 0,'0'0'754'16,"0"0"-505"-16,0 0-203 0,0 0 1 15,0 0 77-15,-118 96-45 16,87-46-8-16,4 6-71 16,4 1-10-16,8-6-68 15,15 6-178-15,0-15-37 16,4-12-332-16</inkml:trace>
  <inkml:trace contextRef="#ctx0" brushRef="#br0" timeOffset="165656.18">26177 13704 1422 0,'0'0'660'16,"0"0"-464"-16,0 0-49 15,-127-27-30-15,82 36 36 16,7 23-45-16,7 12-35 16,7 8 20-16,11 4-50 0,6 2-3 31,7-4-19-31,0-3-21 15,11-5 0-15,12-6-5 0,1-10-72 0,16-2-19 16,-4-12-238-16,-3-8-331 0</inkml:trace>
  <inkml:trace contextRef="#ctx0" brushRef="#br0" timeOffset="165906.57">26527 14102 1077 0,'0'0'826'0,"0"0"-639"16,0 0-109-16,0 0-26 16,0 0 26-16,0 0 5 15,0 0-28-15,2 67 6 16,9-59-42-16,0-6-11 15,-2-2-8-15,-9 0-33 16,0-2-247-16,-7-10-700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2-07T10:01:00.916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1933 4700 421 0,'0'0'172'15,"0"0"-142"-15,0 0-29 0,0 0-1 16,0 0-7-16,0 0 7 15,4 14 39-15,-2-14 297 16,-2 0-149-16,0 0-73 16,0 0-5-16,0 0 1 15,0 0-49-15,0 0-8 16,0 0-17-16,0 0-21 16,0 0 50-16,0 0 5 15,0 0 9-15,0 0 14 16,0 0-30-16,0 0 20 15,0 0-15-15,0 0-34 16,0 0 28-16,0 0-34 0,0 0 18 16,0 0 18-16,0 0-30 15,0 0 29-15,0 0-14 16,0 0-27-16,0 0 41 16,0 0-53-16,0 0 5 15,0 0 18-15,0 0-32 16,0 0 32-16,0 0-28 15,0 0 1-15,0 0 19 16,0 0-19-16,0 0 6 16,4 0 3-16,12 0-2 15,8 0-2-15,3 0-11 16,6 0 1-16,6-2-4 16,3 0 3-16,0 0 0 0,3 0 0 15,-3 2 9 1,1 0-25-16,-8 0-26 0,1 0-156 15,-11 11-123-15,-10 1-444 0</inkml:trace>
  <inkml:trace contextRef="#ctx0" brushRef="#br0" timeOffset="366.33">1896 4945 1470 0,'0'0'875'15,"0"0"-676"-15,0 0-47 16,0 0-85-16,0 0 18 0,0 0-43 16,0 0-35-1,143-46 17-15,-89 38-24 0,-1 6-1 16,0 2-15-16,7 2-120 15,-10 14-150-15,-13 0-380 0</inkml:trace>
  <inkml:trace contextRef="#ctx0" brushRef="#br0" timeOffset="2425.14">3160 4109 449 0,'0'0'91'16,"0"0"-56"-16,0 0 669 15,0 0-555-15,0 0-49 16,0 0-27-16,0 0 13 16,0-4-22-16,0 4-38 15,0 0 15-15,0 0-34 16,0 0-6-16,0 0 30 16,-4 5 0-16,-7 7 36 15,-3 5-3-15,1 3-30 16,-5 3 44-16,3 6-32 15,-3 3-16-15,5 4 26 16,-1 6-41-16,5 5 39 0,5 10 6 16,2 10-25-16,2 5 62 15,0 6-66-15,0 2 2 16,0-2-5-16,0-4-18 16,0-7 14-16,0-8-12 15,0-8-10-15,0-7 41 16,-2-10-42-16,-8-8 11 15,-1-6 18-15,-3-6-21 16,1-2 18-16,-5-5-27 16,1-2 7-16,-6-1-23 15,8-1-12-15,-5-2-188 16,9 3-103-16,1-1-533 0</inkml:trace>
  <inkml:trace contextRef="#ctx0" brushRef="#br0" timeOffset="4818">3532 4247 185 0,'0'0'320'16,"0"0"-230"-16,0 0-80 15,0 0 8-15,0 0-18 16,0 0 0-16,0 0 41 16,34 0 333-16,-31 0-221 15,-1 0-79-15,0 0 28 0,-2 0 72 16,0 0-39-16,0 0-6 15,0 0-8-15,0 0-28 16,0 0 31-16,0 0-32 16,0 0-41-16,0 0 26 15,0 0-59-15,0 0 9 16,-7 0-23-16,-4 10 14 16,-6 10-12-16,-4 8-6 15,-1 6 0-15,-1 8 67 16,2 9-28-16,0 6 20 15,1 6 17-15,5 3-43 16,3 0 34-16,3 0-51 16,7-4-8-16,2-6 13 0,0-8-20 15,9-5-1 1,15-7 0-16,5-6-36 0,21-9-46 16,-8-4-179-16,-4-11-403 0</inkml:trace>
  <inkml:trace contextRef="#ctx0" brushRef="#br0" timeOffset="6472.74">3956 4538 831 0,'0'0'222'16,"0"0"-206"-16,0 0 365 0,0 0-93 15,0 0-174-15,0 0 8 16,0 0-22-16,2-21-21 16,8 15-2-16,-2 2-59 15,5 3 10-15,3 1 7 16,-1 0-35-16,4 0 56 16,-1 10-14-16,-3 10-12 15,3 4 48-15,-5 8-51 16,-1 4 34-16,-8 4-7 15,-2 4-35-15,-2-2 38 16,0 0-41-16,-2-4-14 16,-12-4 29-16,6-6-24 15,-1-8-4-15,5-6-3 0,-4-9 12 16,8-5 0 0,0 0-12-16,0-10-15 0,8-20-1 15,11-12-215-15,4-9 114 16,-1-5-97-16,2 2-8 15,-8 12 153-15,-7 12 36 16,-9 14 33-16,0 12 79 16,0 4-19-16,-11 4-6 15,-5 20 23-15,5 7-18 16,7 4 22-16,4 1-62 16,0 0-8-16,22-4-11 15,16-7-9-15,31-17-70 16,-9-8-200-16,-6 0-620 0</inkml:trace>
  <inkml:trace contextRef="#ctx0" brushRef="#br0" timeOffset="7091.95">4614 3860 770 0,'0'0'558'0,"0"0"-401"16,0 0-41-16,0 0 86 0,0 0-7 16,0 0-24-16,0 0-20 15,27-23-104-15,-14 2-12 16,3-3-35-16,-1-2-4 16,-1-1 3-16,-1 0-62 15,-4 0 6-15,-2 5 39 16,-5 7-7-16,-2 5 25 15,0 5 1-15,0 3 15 16,0 2 41-16,0 2-57 16,0 20 0-16,-9 14 57 15,0 11-41-15,2 8 32 16,1 3-48-16,-1 3 13 16,7-3-16-16,-3-3 3 15,-1 4-95-15,0-14-131 0,-3-11-402 16</inkml:trace>
  <inkml:trace contextRef="#ctx0" brushRef="#br0" timeOffset="7287.74">4440 4187 1766 0,'0'0'322'16,"0"0"-201"-16,0 0-90 15,0 0 12-15,116 0 37 16,-65 0-65-16,5 0 1 16,-1 0-16-16,-3 0-78 0,6 0-141 15,-18 0-277-15,-9 0-535 16</inkml:trace>
  <inkml:trace contextRef="#ctx0" brushRef="#br0" timeOffset="7961.84">4630 4321 833 0,'0'0'277'0,"0"0"-80"15,0 0-55-15,0 0-7 16,0 0-43-16,0 0 15 16,0 0 19-16,-10-8-65 15,10 8 14-15,0 0 14 0,0-2-59 16,0 2 26-16,-2-2-22 16,2 0-15-16,0 0 36 15,0 0-40-15,0 0 26 16,0-3 20-16,0 5-30 15,0-5 26-15,0 3-53 16,0-3 4-16,2 5-8 16,8 0 0-16,-4 0 0 15,3 0-1-15,-5 0 7 16,1 12 10-16,-5 8 5 16,0-3-6-16,0 1 38 15,-5-1-45-15,-1-4 7 16,4-3-15-16,2-1 13 0,0-6-9 15,17 3-4-15,10 1-13 16,0-2 7-16,0 6-15 16,-9-2 21-16,-12 8 0 15,-6 5-14-15,-14 5 5 16,-23 8 9-16,-12 1-12 16,-4 2-50-16,-10 5-138 15,16-11-295-15,14-11-912 0</inkml:trace>
  <inkml:trace contextRef="#ctx0" brushRef="#br0" timeOffset="8529.22">5207 4703 1273 0,'0'0'544'0,"0"0"-393"16,0 0-42-16,0 0-20 0,0 0 44 16,0 0-38-1,0 0-17-15,40 0-14 0,-11 0-58 16,2 0 25-16,5 0-31 15,-3 0 2-15,-2 0-5 16,3 2 3-16,-10 3-45 16,10 5-90-16,-10-4-203 15,-3-2-337-15</inkml:trace>
  <inkml:trace contextRef="#ctx0" brushRef="#br0" timeOffset="8764.34">5465 4525 1128 0,'0'0'956'0,"0"0"-863"16,0 0-58-16,0 0 39 15,-53 103-47-15,42-65 36 16,0 2-31-16,1-3-31 15,2 2-2-15,1-2-44 16,1 0-114-16,-2-11-226 16,4-5-746-16</inkml:trace>
  <inkml:trace contextRef="#ctx0" brushRef="#br0" timeOffset="15823.94">6074 4596 1011 0,'0'0'193'0,"0"0"-168"15,0 0-25-15,0 0 0 16,0 0 28-16,0 0 368 16,-2 2-203-16,2-2-80 15,0 0 0-15,0 0-3 16,0 0 5-16,0 0-30 16,0 0-24-16,0 0 5 15,0 0-57-15,0 0 12 16,0 0 25-16,0 0-45 15,6 0 39-15,8 0-32 16,3 0-1-16,6 0 14 0,4 0-21 16,-5 3 0-1,4 12-4-15,-5 7 20 0,-5 4-7 16,-8 6-9-16,-3 4 8 16,-5 7 23-16,0 1-30 15,-9 0 15-15,-9-4-7 16,1-4 8-16,-2-6-10 15,6-6-7-15,2-9 0 16,4-6-9-16,5-6 27 16,2-3-18-16,0-12 0 15,9-20-48-15,15-14-80 16,5-13-10-16,9-7-98 16,-5 1 11-16,-4 7 83 0,-6 12 97 15,-12 14 39 1,-6 12 6-16,-5 11 166 0,0 9 14 15,-10 0-79-15,-5 23-9 16,-3 9-23-16,7 9 29 16,7 5-29-16,4 0-47 15,6-2 17-15,23-9-39 16,13-6 0-16,10-11 0 16,21-15-116-16,-13-3-131 15,-8 0-476-15</inkml:trace>
  <inkml:trace contextRef="#ctx0" brushRef="#br0" timeOffset="16257.22">6479 4200 1594 0,'0'0'683'16,"0"0"-531"-16,0 0-101 15,0 0 2-15,0 0-38 16,0 0 34-16,0 0-34 15,103-3 3-15,-74 1-36 16,11-2-73-16,-11 0-155 16,-2-3-447-16</inkml:trace>
  <inkml:trace contextRef="#ctx0" brushRef="#br0" timeOffset="16641.48">7031 3953 735 0,'0'0'168'16,"0"0"-133"-16,0 0-34 15,0 0 23-15,33-131 77 0,-29 105 71 16,1 0 15-16,-3 5-42 16,0 3 39-16,-2 7 6 15,0 0 8-15,0 5-1 16,0 4-90-16,0 2-27 16,0 0-46-16,0 0-22 15,0 15-20-15,0 12 8 16,0 14 0-16,0 6-14 15,0 10 9-15,-2 3-16 16,-5 0-100-16,1 10-131 0,-4-16-132 16,2-13-634-16</inkml:trace>
  <inkml:trace contextRef="#ctx0" brushRef="#br0" timeOffset="16813.59">6879 4229 1600 0,'0'0'560'0,"0"0"-412"16,0 0-82-16,0 0-32 15,131-11-17-15,-89 11-2 16,-3 0-30-16,3 0 1 16,-7 0-256-16,-10 7-448 0</inkml:trace>
  <inkml:trace contextRef="#ctx0" brushRef="#br0" timeOffset="17210.12">6996 4330 1008 0,'0'0'584'15,"0"0"-469"-15,0 0 38 16,0 0 1-16,0 0 12 16,0 0-34-16,0 0-103 0,19-9-7 15,-9 9-22-15,-2 0 9 16,-4 0-1-16,-4 14-7 15,0 8 12-15,-4 7 44 16,-12-3-31-16,3-1 14 16,3-3-40-16,8-6 12 15,2-6-3-15,12-3-8 16,19-7 7-16,9 0-8 16,22-3-127-16,-10-11-114 15,-10-2-563-15</inkml:trace>
  <inkml:trace contextRef="#ctx0" brushRef="#br0" timeOffset="17728.68">7608 4257 1202 0,'0'0'936'0,"0"0"-814"15,0 0-111-15,0 0 11 16,0 0-21-16,0 0 47 15,0 0-5-15,51 134 62 0,-42-66-81 16,-2 9 37 0,-7 5-3-16,0-2-42 0,-9 0 44 15,-16-3-27-15,1-5-33 16,-5-8 17-16,0-9-17 16,2-9-8-16,4-9-41 15,8-13-136-15,3-10-113 16,12-11-598-16</inkml:trace>
  <inkml:trace contextRef="#ctx0" brushRef="#br0" timeOffset="17985.94">8219 4504 927 0,'0'0'915'16,"0"0"-773"-16,0 0-112 16,-164 13 88-16,120 16 0 15,7 7-11-15,5 6 15 16,16 2-94-16,16 0 2 16,0-6-30-16,9-10-4 15,20-8 3-15,4-11-65 16,8-9-29-16,10-27-44 15,-8-11-218-15,-10-1-397 0</inkml:trace>
  <inkml:trace contextRef="#ctx0" brushRef="#br0" timeOffset="18203.24">8196 3950 849 0,'0'0'1178'0,"0"0"-894"16,0 0-182-16,0 0-95 15,0 0 1-15,0 0 56 16,-16 168-5-16,12-87 35 16,2 4-75-16,2-1-4 15,0 1-4-15,0-4 6 16,0-7-30-16,0-8 13 16,6-11-101-16,4-9-58 15,-4-14-231-15,-4-16-410 0</inkml:trace>
  <inkml:trace contextRef="#ctx0" brushRef="#br0" timeOffset="18548.04">8321 4514 606 0,'0'0'989'0,"0"0"-777"16,0 0-108-16,0 0-37 15,0 0 59-15,0 0 38 16,0 0-38-16,35 111 3 15,-35-65-56-15,0-3-51 16,0-5 17-16,0-8-26 16,0-10-4-16,0-8-9 15,0-10 11-15,5-2-1 0,4-6-10 16,4-24-38-16,8-10-74 16,-6-8-60-16,-6-4 2 15,2 4-43-15,-9 11 91 16,-2 16 122-16,0 15 161 15,0 6-64-15,-6 15 9 16,-1 17-7-16,5 9 4 16,2 2-50-16,9-2-52 15,18-3-1-15,23-4-95 16,0-8-204-16,-5-12-558 0</inkml:trace>
  <inkml:trace contextRef="#ctx0" brushRef="#br0" timeOffset="19638.14">1620 6515 1722 0,'0'0'549'0,"0"0"-374"0,0 0 32 16,0 0-72 0,0 0-52-16,0 0-1 0,0 0-81 15,64-4 25-15,-27 1-26 16,3 3 12-16,-1 0-32 15,2 0 10-15,-8 5-92 16,-6 13-95-16,-14-3-297 16,-11 0-360-16</inkml:trace>
  <inkml:trace contextRef="#ctx0" brushRef="#br0" timeOffset="19786.24">1656 6708 1483 0,'0'0'722'0,"0"0"-551"15,0 0-140-15,0 0-2 16,146-23-16-16,-94 17 2 0,8 6-30 16,-10 0-148-16,-17 6-737 0</inkml:trace>
  <inkml:trace contextRef="#ctx0" brushRef="#br0" timeOffset="21793.18">2745 6176 1288 0,'0'0'404'16,"0"0"-208"-16,0 0-51 16,0 0 8-16,0 0-63 15,0 0-22-15,0 0-3 16,54-52-56-16,-29 48 49 15,0 4-21-15,1 0 2 0,-1 0 27 16,-3 18-40-16,-2 8 10 16,-7 6 4-16,-6 6-22 15,-7 6 45-15,0 2-21 16,0 0-24-16,-16 0 17 16,-2-5-21-16,1-8-14 15,3-6 1-15,3-10 17 16,5-6-19-16,6-7 1 15,0-4 0-15,0 0-12 16,6-18 12-16,17-16-39 16,6-13-28-16,0-7-63 15,2-6-2-15,-6-1-32 16,-6 12 6-16,-5 14 106 0,-10 10 52 16,-4 18 44-16,0 7 32 15,-14 9-69-15,-5 19 79 16,1 10 11-16,7 3-29 15,9 6 23-15,2-2-66 16,13-8 0-16,20-2-23 16,12-12-2-16,6-6-1 15,21-15-164-15,-14-2-213 16,-12 0-850-16</inkml:trace>
  <inkml:trace contextRef="#ctx0" brushRef="#br0" timeOffset="24017.87">3633 5554 1001 0,'0'0'576'16,"0"0"-410"-16,0 0-45 16,0 0-30-16,0 0 36 15,0 0-54-15,0 0 8 16,-24 24 13-16,1-2-51 15,-6 0 17-15,0 1-19 16,0-5-30-16,4-4 39 16,8-4-49-16,3-5 23 15,8-2-6-15,6-1-3 16,0-2 1-16,6 0-16 16,21 0 9-16,8 0-6 15,8 0-2-15,2 0-1 16,-5 2 0-16,0-1-9 15,-9 3 2-15,-6 1-111 0,-6-3-94 16,-5-1-106-16,-7-1-450 16</inkml:trace>
  <inkml:trace contextRef="#ctx0" brushRef="#br0" timeOffset="24209.17">3717 5516 434 0,'0'0'1193'0,"0"0"-994"16,0 0-112-16,0 0 104 15,0 0-91-15,-13 123-2 16,11-80-72-16,0-1-25 0,0 4-1 16,0-9-28-16,-8 3-175 15,1-10-283-15,-1-10-508 0</inkml:trace>
  <inkml:trace contextRef="#ctx0" brushRef="#br0" timeOffset="24419.85">3345 5861 1483 0,'0'0'732'0,"0"0"-495"16,0 0-85-16,0 0-111 0,0 0 26 15,114-14 20-15,-62 14-68 16,1 0 16 0,2 0-35-16,-1 0-26 0,-7 7-40 15,0 2-171-15,-14-3-124 16,-10-1-456-16</inkml:trace>
  <inkml:trace contextRef="#ctx0" brushRef="#br0" timeOffset="25042.88">3524 6036 806 0,'0'0'684'0,"0"0"-479"16,0 0-56-16,0 0 26 16,0 0-21-16,0 0-24 15,0 0-43-15,-15-8-81 16,15 8 30-16,0 0-36 0,0 0 0 15,0 0-6 1,0 0 6-16,0 0 0 0,0 0-1 16,0 0 11-16,0-3-10 15,0 3 0-15,0-1 2 16,-4-3 11-16,4 1-13 16,-2-3 0-16,2 2 0 15,0-4 9-15,0 2-15 16,0-2 6-16,10 1-3 15,3 0-19-15,3 3 17 16,-1 3 5-16,-3 1 10 16,-4 0-2-16,-1 4 23 15,-7 11-7-15,0 6 31 16,0 2 50-16,-9 1-75 16,-2 2 1-16,4-4-28 0,7-3 18 15,0-3-10-15,14-4-11 16,15-4 0-16,2 0-10 15,-2-4 5-15,-7-1 4 16,-8 2-9-16,-14 1-47 16,0 8-52-16,-34 2 37 15,-28 12-151-15,4-7-297 16,4-2-985-16</inkml:trace>
  <inkml:trace contextRef="#ctx0" brushRef="#br0" timeOffset="26064.04">2349 6703 814 0,'0'0'404'0,"0"0"-169"16,0 0-32-16,0 0-32 16,0 0 27-16,0 0 17 15,0 0-110-15,-3-1-16 16,3 1 16-16,0 0-36 16,0-3 26-16,0 3-52 15,0-2-19-15,8 0 6 16,9-2-20-16,8 2-5 15,8-2-5-15,5 3 13 16,7 1-11-16,1 0-2 16,4 0 0-16,1 0-8 15,2 0 19-15,3 0-11 0,6 0 0 16,3 0 9-16,5 1-24 16,1 1 15-16,0-2 0 15,-2 2-1-15,2 3 11 16,-2-4-10-16,-2 3 0 15,-2-1-2-15,-2-3-22 16,-3 0 24-16,-2 0 0 16,-7 0-1-16,-4 0-11 15,-7 0 11-15,-7 0-75 16,-10-3-76-16,-15 3 5 16,-8 0-193-16,0 0-320 0</inkml:trace>
  <inkml:trace contextRef="#ctx0" brushRef="#br0" timeOffset="26560.01">2917 6948 1497 0,'0'0'491'0,"0"0"-293"16,0 0 33-16,0 0-127 15,0 0-19-15,0 0-35 16,0 0-36-16,-77 10-2 16,46 6-12-16,2 2 0 15,8-6 4-15,5-2 6 0,12-4-10 16,4-1 0-1,2-2 17-15,25 1-13 0,14-2 11 16,7-2-14-16,8 0 15 16,-2 0-16-16,-4 0-9 15,-5 0-3-15,-9 0-155 16,-5-2-51-16,-10-5-309 16,-11 4-434-16</inkml:trace>
  <inkml:trace contextRef="#ctx0" brushRef="#br0" timeOffset="26747.51">3058 6914 1190 0,'0'0'647'0,"0"0"-509"0,0 0 8 16,0 0-9-1,0 0-63-15,0 0 3 0,-41 143-45 16,39-96-19-16,0 3-26 15,-4 15-41-15,-1-14-207 16,-2-13-313-16</inkml:trace>
  <inkml:trace contextRef="#ctx0" brushRef="#br0" timeOffset="26958.16">2568 7391 973 0,'0'0'1228'0,"0"0"-1025"16,0 0-172 0,0 0 39-16,0 0 3 0,140-37 4 15,-89 32 8-15,9 3-84 16,3 2 0-16,4 0-1 16,-5 0-79-16,14 0-97 15,-18 0-88-15,-14 0-328 0</inkml:trace>
  <inkml:trace contextRef="#ctx0" brushRef="#br0" timeOffset="27897.4">2922 7513 694 0,'0'0'751'15,"0"0"-575"-15,0 0-81 16,0 0 30-16,0 0-2 0,0 0 49 16,0 0-14-16,-13 0-114 15,13 0-1-15,0 0-43 16,0 0 6-16,0 0 0 16,0 0-6-16,0 0 0 15,0 0 0-15,0 0 9 16,0 0 0-16,0 0-9 15,-2 0 6-15,2 0 3 16,0 0 4-16,0 0-13 16,0 0 2-16,-3 0 20 15,1 0-30-15,2-2 8 16,0 1 0-16,0-2 0 16,0-1 0-16,5 3 0 0,1-4-10 15,-2 3 22 1,5 2-6-16,-7 0-6 0,-2 0 0 15,0 0-14-15,0 0 10 16,0 0 4-16,0 7 3 16,0-3 16-16,0 0-19 15,0-1 0-15,0 0 0 16,0-3-6-16,0 1 18 16,0-1-12-16,-2 0 0 15,2 0 12-15,-2 0 12 16,0 0-17-16,-3 0 13 15,3 0-1-15,-2 0-7 0,0 0-9 16,1 0-3-16,3-1 0 16,0 1 22-16,0-3-21 15,0 1-1-15,0-2 0 16,3 3 14-16,3 1-22 16,-2 0 8-16,1 0-12 15,-3 0-6-15,-2 10 36 16,0 7-13-16,0 6 38 15,-7 0-42-15,-6 4 38 16,-1-5-26-16,8-2-11 16,6-6 12-16,0-5-14 15,13 0 0-15,18-3 0 16,8-1-3-16,-2 0-5 0,-5 2 8 16,-12 8 0-1,-18 7-19-15,-2 10 28 0,-35 8-9 16,-19 4 18-16,-8 4-2 15,-8 1-29-15,3-8 13 16,-2 2-139-16,18-14-140 16,15-8-702-16</inkml:trace>
  <inkml:trace contextRef="#ctx0" brushRef="#br0" timeOffset="28623.92">4224 6725 1385 0,'0'0'315'15,"0"0"-203"-15,0 0 58 16,0 0-28-16,0 0-37 16,0 0 31-16,0 0-89 0,114 4-11 15,-77-4-6 1,1 2-24-16,3-2 6 0,-6 2-12 15,5 0-90-15,-11 1-155 16,-6-1-420-16</inkml:trace>
  <inkml:trace contextRef="#ctx0" brushRef="#br0" timeOffset="28834.47">4456 6617 1735 0,'0'0'314'0,"0"0"-167"15,0 0 6-15,-47 132-75 0,34-79-33 16,-6-1-8-16,11 3-27 16,-3 0-20-16,1 6-64 15,4-9-271-15,4-14-508 16</inkml:trace>
  <inkml:trace contextRef="#ctx0" brushRef="#br0" timeOffset="29856.66">5684 6220 1243 0,'0'0'372'0,"0"0"-185"0,0 0-92 16,0 0-20-16,0 0 34 16,0 0-45-16,0 0 26 15,85-42-43-15,-61 42-17 16,-1 20 29-16,-4 11-34 15,-5 8 45-15,-12 9 6 16,-2 4-42-16,0 1 22 16,-14-5-42-16,-3-6-14 15,-1-8 15-15,3-10 3 16,3-12-15-16,8-8-3 16,4-4 8-16,0-7-23 15,0-18-134-15,16-13-69 16,3-10-10-16,4-6-66 15,-3 1-32-15,-5 3-80 16,-3 15 291-16,-12 12 115 0,0 17 551 16,-5 6-384-16,-15 20 41 15,-2 16-40-15,7 4-6 16,5 2-53-16,10-1-54 16,0-4 12-16,18-6-61 15,16-7 0-15,8-7-6 16,24-10-80-16,-10-5-170 15,-9-2-524-15</inkml:trace>
  <inkml:trace contextRef="#ctx0" brushRef="#br0" timeOffset="31510.33">6357 5711 1842 0,'0'0'507'0,"0"0"-380"16,0 0-55-16,0 0 14 15,0 0 6-15,0 0-91 16,0 0 25-16,53-101-26 15,-32 67-15-15,-4 3 4 16,-1 2-14-16,-7 5 25 16,-3 11-1-16,-6 1 1 15,0 9 26-15,0 3-25 16,0 0-1-16,0 0 0 16,0 12 21-16,0 14-21 15,-2 10 0-15,-2 7 0 0,-3 0-11 16,1 1 11-1,-4-3-64-15,2-7-80 0,-10-4-125 16,4-7-222-16,-1-8-902 16</inkml:trace>
  <inkml:trace contextRef="#ctx0" brushRef="#br0" timeOffset="31657.62">6357 5711 1594 0,'-115'106'539'0,"115"-106"-412"15,17 0-59-15,5 0-37 16,16 0 40-16,5 0-53 16,3 0-11-16,17 0-14 15,-14 0-220-15,-11 0-599 0</inkml:trace>
  <inkml:trace contextRef="#ctx0" brushRef="#br0" timeOffset="32039.1">6395 5951 916 0,'0'0'800'0,"0"0"-575"15,0 0-90-15,0 0 54 0,0 0-90 16,0 0-19 0,0 0 14-16,-2-24-79 0,15 20 22 15,3 1-37-15,1 3-4 16,-3 0-17-16,-1 0 16 16,-6 14 5-16,-7 7 14 15,0 7-5-15,-11 0 52 16,-7 0-30-16,5-5-25 15,6-7 21-15,7-7-27 16,0-2 0-16,13-5 0 16,16-2-12-16,7 0-37 15,9-2-145-15,-10-6-309 16,-8 1-502-16</inkml:trace>
  <inkml:trace contextRef="#ctx0" brushRef="#br0" timeOffset="32848.84">5118 6699 1260 0,'0'0'347'0,"0"0"-140"16,0 0-31-16,0 0-18 15,0 0-72-15,0 0-3 16,0 0-3-16,57-2-63 0,-28 2 25 16,2 0-6-1,12 0-35-15,1 8 42 0,4-2-37 16,5 3 10-16,2-4 33 16,11-1-40-16,3-2 6 15,6-2-15-15,6 0 0 16,1 0-10-16,8 0 10 15,-3 0 0-15,-6 0 0 16,-4 0 12-16,-6 0-14 16,-7 4 2-16,-6 3-32 15,-4 0 30-15,-8 0-37 16,-3 1-10-16,-1-2-1 16,-3-2-75-16,-6-3-2 15,9-1-68-15,-11 0-88 0,-2 0-339 16</inkml:trace>
  <inkml:trace contextRef="#ctx0" brushRef="#br0" timeOffset="33350.18">5615 7190 1001 0,'0'0'795'16,"0"0"-475"-16,0 0-177 15,0 0-66-15,0 0-36 16,0 0 32-16,58-106 43 16,-36 68-97-16,0-4-4 15,-2 2-12-15,3 4 16 0,-8 3-4 16,-3 12 18-16,-6 5 9 15,-4 7 49-15,-2 7-61 16,0 2-6-16,0 0-24 16,0 11 9-16,0 14-15 15,0 12 6-15,0 5 0 16,-2 7-9-16,0-1 9 16,-2-3 0-16,-4-3-54 15,6-6-133-15,-11-1-11 16,-1-14-196-16,6-3-411 0</inkml:trace>
  <inkml:trace contextRef="#ctx0" brushRef="#br0" timeOffset="33422.21">5615 7190 1684 0</inkml:trace>
  <inkml:trace contextRef="#ctx0" brushRef="#br0" timeOffset="33517.28">5615 7190 1684 0,'-65'106'548'0,"67"-106"-425"0,19 0-68 0,5 0 86 0,10 0-58 16,6-3-20-16,5-1-36 15,-2 2-27-15,-6 0-14 16,4 2-198-16,-9 0-333 16,-14 0-575-16</inkml:trace>
  <inkml:trace contextRef="#ctx0" brushRef="#br0" timeOffset="33868.55">5563 7539 1528 0,'0'0'584'16,"0"0"-480"-16,0 0-84 15,0 0-19-15,0 0-1 16,0 0 43-16,0 0-21 15,121-26 55-15,-103 26-56 16,-12 7-14-16,-6 14 20 16,0 8 22-16,-18 3 23 15,-8-1 4-15,-1 0-44 0,11-6 29 16,3-6-61-16,13-7 10 16,5-6 2-16,26-6-3 15,13 0-3-15,14-2-6 16,4-14-80-16,35-10-29 15,-22 4-182-15,-6 2-454 0</inkml:trace>
  <inkml:trace contextRef="#ctx0" brushRef="#br0" timeOffset="34346.01">7097 6784 1460 0,'0'0'729'16,"0"0"-561"-16,0 0-93 15,0 0-63-15,0 0 50 16,0 0 11-16,152-6-64 16,-106 6 24-16,-1 0-33 15,4 0-15-15,9 0-73 16,-11 0-198-16,-9 0-240 0</inkml:trace>
  <inkml:trace contextRef="#ctx0" brushRef="#br0" timeOffset="34593.18">7467 6599 1553 0,'0'0'539'16,"0"0"-419"-16,0 0 11 16,0 0 9-16,0 0-51 15,0 0 23-15,-76 144-60 16,61-91-42-16,2 0 10 0,1 2-19 16,6-6-2-1,6-6-28-15,0-2-140 0,8-14-28 16,8-7-391-16</inkml:trace>
  <inkml:trace contextRef="#ctx0" brushRef="#br0" timeOffset="34888.61">8323 6604 424 0,'0'0'1817'15,"0"0"-1632"1,0 0-166-16,-120-14-19 0,62 21 10 16,-3 20 65-16,11 6 53 15,9 13-34-15,14 7-3 16,14 6-78-16,13 6 35 16,0-1-48-16,27-4 18 15,19-4-29-15,12-6 11 16,14-7-26-16,6-9-10 15,0-10-133-15,31-4-75 16,-24-11-274-16,-16-2-531 0</inkml:trace>
  <inkml:trace contextRef="#ctx0" brushRef="#br0" timeOffset="35900.36">1301 9300 2 0,'0'0'1605'15,"0"0"-1094"-15,0 0-313 16,0 0 35-16,0 0-22 16,0 0-108-16,0 0-10 15,-8-2-26-15,19 0-67 16,13-4 10-16,7 2-10 15,5 0-16-15,-1 4 4 16,-3 0-57-16,-8 0-28 16,-11 11-142-16,-5 8-245 15,-8 1-173-15</inkml:trace>
  <inkml:trace contextRef="#ctx0" brushRef="#br0" timeOffset="36042.48">1248 9513 766 0,'0'0'940'16,"0"0"-621"-16,0 0-122 15,0 0-9-15,0 0-80 16,0 0-18-16,134 2-68 16,-81-2-22-16,9 0-73 15,-12 0-160-15,-15 0-310 0</inkml:trace>
  <inkml:trace contextRef="#ctx0" brushRef="#br0" timeOffset="38334.35">2294 8932 675 0,'0'0'695'0,"0"0"-535"16,0 0-48-16,0 0 12 16,0 0 63-16,0 0 7 15,0 0-63-15,-14-13 8 16,12 9-42-16,2 2-11 16,-3 0-7-16,1 0-71 15,2 2 35-15,0 0-25 16,0 0-17-16,0 0 10 15,-2 0-10-15,2 0-1 0,0 0 0 16,-2-2 19 0,2 2-21-16,-2-4 2 0,0-2 0 15,0-5 8-15,2-1-8 16,0-5 0-16,0-3 0 16,4-1 6-16,9 4-5 15,3-1-1-15,1 7 0 16,-1-1-19-16,1 10 20 15,-3 2-1-15,-3 0 0 16,-6 11 0-16,-5 11-14 16,0 8 14-16,-5 4 0 15,-17 2 33-15,-2-2-32 16,-1-6 10-16,3-6-11 0,9-7 12 16,5-8-8-1,8-5-4-15,0-2 0 0,10 0-6 16,11 0 21-16,8 0-15 15,3-2 0-15,-8 2-3 16,-3 0-14-16,-10 0 17 16,-11 18 0-16,0 10-9 15,-20 6 15-15,-16 6-7 16,-6 2 1-16,0 1-67 16,1-3 0-16,-1 1-146 15,13-10-155-15,6-9-357 0</inkml:trace>
  <inkml:trace contextRef="#ctx0" brushRef="#br0" timeOffset="38541.68">2033 9439 1410 0,'0'0'664'15,"0"0"-431"-15,0 0-38 16,0 0 14-16,0 0-121 15,0 0-72-15,0 0 19 16,118-67-29-16,-67 55-6 16,0 3 0-16,-2 4-108 15,3 5-100-15,-14 0-166 16,-12 2-458-16</inkml:trace>
  <inkml:trace contextRef="#ctx0" brushRef="#br0" timeOffset="38870.07">2363 9544 656 0,'0'0'1048'0,"0"0"-805"16,0 0-122-16,0 0-90 16,0 0 131-16,-158 51 9 15,99-24-36-15,-1-2-35 16,2 3-76-16,9-4-4 15,9-6 22-15,13-6-11 16,11-6 41-16,12-3-49 16,4-3-9-16,2 0 43 15,20 0-57-15,10 0 0 0,11-7-1 16,1-1 14 0,7 2-16-16,-2 0 3 0,0 0-27 15,1 2 21-15,-6 2-103 16,-5 0-125-16,2-1-101 15,-12-2-307-15,-9 1-407 0</inkml:trace>
  <inkml:trace contextRef="#ctx0" brushRef="#br0" timeOffset="39058.43">2363 9544 1094 0,'-9'22'1044'16,"6"-22"-855"-16,-4 17-131 0,-3 10-25 15,-1 10 84-15,-5 13-8 16,0 9-18-16,-2 6-9 16,0 7-82-16,-1 5 14 15,-2-4-14-15,3-8-143 16,1-2-73-16,5-19-303 16,1-19-695-16</inkml:trace>
  <inkml:trace contextRef="#ctx0" brushRef="#br0" timeOffset="44089.02">1279 14604 1137 0,'0'0'406'16,"0"0"-203"-16,0 0 125 15,0 0-69-15,0 0-46 16,0 0-36-16,0 0-94 0,-9 0 4 16,9 0-21-1,0 0-42-15,0-3 26 0,5 2-50 16,8-1 0-16,9 2-9 16,5 0 18-16,2 0-17 15,0 20 8-15,-6 12-3 16,-11 9-16-16,-5 8 19 15,-7 6 0-15,0 1 7 16,-2-6 2-16,-13-6 14 16,1-7-23-16,3-14 0 15,5-11-9-15,3-6 9 16,3-6 0-16,0 0-1 16,0-20-41-16,15-16 3 0,8-15-200 15,4-4 62 1,0-4 17-16,-4 11 24 0,-6 12 136 15,-11 16 7-15,-6 16 120 16,0 4-44-16,0 20-69 16,0 15 73-16,-2 4 4 15,2 2-83-15,2-1 11 16,23-10-8-16,10-13-3 16,10-8-16-16,6-9-62 15,13-16-134-15,-10-12-290 16,-11-4-689-16</inkml:trace>
  <inkml:trace contextRef="#ctx0" brushRef="#br0" timeOffset="44382.25">1930 14050 1350 0,'0'0'563'16,"0"0"-485"-16,0 0-32 15,-109 107 130-15,73-69-70 16,7-4-50-16,13-5 7 16,14-8-63-16,2-4 26 15,23-4 12-15,14-3-37 0,13-4-2 16,3-2-12-16,0-4-79 15,-6 0-58-15,-5 0-153 16,-11-10-286-16,-12-4-686 0</inkml:trace>
  <inkml:trace contextRef="#ctx0" brushRef="#br0" timeOffset="44539.46">2033 14122 1106 0,'0'0'672'16,"0"0"-489"-16,0 0-110 15,0 0 69-15,0 0-51 16,-21 127-46-16,12-75-45 16,1 6-23-16,0-12-207 15,8-14-419-15</inkml:trace>
  <inkml:trace contextRef="#ctx0" brushRef="#br0" timeOffset="44764.66">2240 14075 1262 0,'0'0'914'16,"0"0"-824"-16,0 0-30 15,-85 154 173-15,41-94-88 16,-1 2-39-16,1-5-40 15,5-3-65-15,6-8-2 0,6-6 0 16,12-4-131 0,6-12-116-16,6-12-500 0</inkml:trace>
  <inkml:trace contextRef="#ctx0" brushRef="#br0" timeOffset="45309.02">2135 14328 544 0,'0'0'816'0,"0"0"-656"15,0 0-138-15,0 0 80 0,0 0 45 16,0 0-68-16,0 0-1 15,-2 0-42-15,2 0-3 16,0 0 16-16,0 0-49 16,0 0 12-16,0 0 0 15,0 0-2-15,-3 0 65 16,3 0-42-16,0 0-17 16,0 0 13-16,0 0-21 15,0 0 45-15,0 0-4 16,0 0-33-16,0 0 33 15,5 0-49-15,-1 0 1 16,-1 0 48-16,-3 9-29 0,0 9 73 16,0 9 13-16,-14 4-63 15,-1 2 54-15,1-1-62 16,8-8-23-16,6-4-11 16,0-6 11-16,11-4-24 15,13-4-1-15,-1 3-28 16,-3-6 32-16,-9 5-4 15,-7 0 13-15,-4 8 0 16,-2 8 0-16,-23 6 57 16,-8 11-45-16,-7 5-5 15,5 0-14-15,0 8-53 16,14-10-229-16,9-14-639 0</inkml:trace>
  <inkml:trace contextRef="#ctx0" brushRef="#br0" timeOffset="45500.46">2436 14855 2123 0,'0'0'248'15,"0"0"-204"-15,0 0 54 16,0 0-40-16,0 0-9 15,0 0-49-15,120 24-172 16,-95-12-180-16,-9 1-453 0</inkml:trace>
  <inkml:trace contextRef="#ctx0" brushRef="#br0" timeOffset="45626.54">2411 15025 1746 0,'0'0'522'16,"0"0"-439"-16,0 0-83 15,145 0-4-15,-85 4-38 16,-2-4-307-16</inkml:trace>
  <inkml:trace contextRef="#ctx0" brushRef="#br0" timeOffset="45994.78">3162 14811 1277 0,'0'0'396'0,"0"0"-257"15,0 0-3-15,0 0 53 16,0 0 46-16,50 125-83 16,-50-82-39-16,-14 1-7 15,-3-8-53-15,-2-8 19 16,7-10-64-16,5-8-2 15,2-6-6-15,5-4 0 16,0 0-6-16,7-24-90 16,10-8-221-16,0-6 155 0,-2 0-22 15,-7 4 69-15,-2 8 115 16,-6 12 209-16,0 10 108 16,0 4-168-16,0 4-133 15,0 19 23-15,0 6-37 16,2 7-4-16,44 4-35 15,-1-8-240-15,6-12-642 0</inkml:trace>
  <inkml:trace contextRef="#ctx0" brushRef="#br0" timeOffset="46479.6">3847 14829 1659 0,'0'0'883'16,"0"0"-858"-16,0 0 36 15,0 0-61-15,0 0 13 16,0 0-11-16,0 0 8 16,63 78 5-16,-57-32 16 15,-6 0 34-15,0 1-42 0,0-10 34 16,-11-8-57-16,6-9 0 16,1-11 2-16,4-6-1 15,0-3-2-15,0-8-50 16,9-23-266-16,6-3-53 15,-1-6-116-15,-3 0 83 16,-7 8 134-16,-1 10 269 16,-3 15 548-16,0 7-202 15,0 9-43-15,-7 19-75 16,5 4-99-16,2 2-38 16,2-1-33-16,23-10-58 15,8-7-6-15,25-16-134 16,-9-1-206-16,-4-20-650 0</inkml:trace>
  <inkml:trace contextRef="#ctx0" brushRef="#br0" timeOffset="46763.87">4382 14321 1570 0,'0'0'707'15,"0"0"-623"-15,0 0-84 16,43-121 7-16,-28 82-18 16,-1-2 11-16,-4 5 0 15,-3 11-18-15,-5 7 40 0,-2 10 37 16,0 8 88 0,0 0-97-16,0 26-3 0,-11 18-7 15,-2 14-10-15,4 7-15 16,0 8-3-16,-2 2-24 15,2-8-58-15,-6 9-172 16,-4-18-266-16,6-19-684 0</inkml:trace>
  <inkml:trace contextRef="#ctx0" brushRef="#br0" timeOffset="46882.25">4275 14608 1763 0,'0'0'570'16,"0"0"-471"-16,0 0 71 0,125-26-117 15,-87 26-53 1,-3 0-12-16,-6 2-335 0,-11 6-668 0</inkml:trace>
  <inkml:trace contextRef="#ctx0" brushRef="#br0" timeOffset="47918.68">4273 14749 760 0,'0'0'802'16,"0"0"-655"-16,0 0-72 15,0 0 36-15,0 0-8 16,0 0-32-16,0 0-61 16,-2 0 21-16,2 0 11 15,0 0-32-15,0 0 32 16,0 0-41-16,0 0 0 15,0 0 21-15,0 0-15 0,0 0 5 16,0 0-12-16,0 0 7 16,0 0-20-16,0 0 14 15,0 0-1-15,0 0 0 16,0 0 16-16,0 0-16 16,0 0 1-16,0 0 7 15,0 0 21-15,0 0-20 16,0 0 18-16,0 0 5 15,0 0-30-15,0 0 25 16,0 0-14-16,0 0-7 16,0 0 46-16,0 0-30 15,0 0 17-15,0 0-14 16,0 0-13-16,-4 0 5 0,0 0-17 16,2 0 0-1,0 0-12-15,2 0 27 0,0 0-15 16,0 0 0-16,0 0 18 15,0 0-15-15,0 0-3 16,0 0-21-16,0 0 15 16,0 0-32-16,8 0 17 15,2 0 20-15,1 0-8 16,-1 0 8-16,-2 0 1 16,-3 2-5-16,-5 1-5 15,0 5 20-15,0 0 29 16,0 1-3-16,-2-1-29 15,-7 0 40-15,-1-3-46 16,2 0-1-16,3-3 23 0,1-2-23 16,-2 0 37-16,-2 0-34 15,2 0 12-15,-3 0 4 16,-1-7-18-16,0 2 12 16,3-2-11-16,3 3 23 15,2 0-12-15,2 0-13 16,0-2-4-16,6 1-6 15,9 1-37-15,1 0 25 16,5 1 22-16,-6 3-22 16,-3 0 13-16,-4 4 9 15,-3 13-1-15,-3 5-5 16,-2 2 12-16,0 4 1 16,0 0-7-16,2-1 11 0,6-6-11 15,4-1 0-15,1-3-2 16,-4-3-14-16,-9 5 8 15,0 3 8-15,-15 4 34 16,-25 9-23-16,-12 4 26 16,-4 2-37-16,-17 9-33 15,13-14-150-15,15-6-630 0</inkml:trace>
  <inkml:trace contextRef="#ctx0" brushRef="#br0" timeOffset="49405.86">2637 9235 49 0,'0'0'1447'0,"0"0"-1152"16,0 0-148-16,0 0 85 16,0 0-84-16,0 0-74 15,0 0 91-15,-5-15-82 16,5 10-56-16,0 2 10 15,5-1-31-15,3 4 2 16,4 0 26-16,3 0-28 16,1 0 42-16,-1 18-35 15,1 5-2-15,-3 6 40 0,-6 5-50 16,-7 2 28 0,0 1 10-16,0-4-38 0,-9-3 59 15,-5-6-60-15,6-7 2 16,3-7-4-16,5-6 16 15,0-4-14-15,0 0 0 16,11-20-37-16,14-17 12 16,6-7-66-16,2-10-14 15,1-1-38-15,-7 9 24 16,-9 9 119-16,-10 16 24 16,-5 9 87-16,-3 12 19 15,-3 0-88-15,-12 21-20 16,-3 11 26-16,5 6-32 15,9 1 35-15,4 2-51 16,6-3-4-16,21-3-14 0,7-8-70 16,16-3-171-16,-7-10-333 15,-5-3-1153-15</inkml:trace>
  <inkml:trace contextRef="#ctx0" brushRef="#br0" timeOffset="51227.82">3196 9358 1958 0,'0'0'330'0,"0"0"-219"0,0 0 15 16,0 0 60-16,0 0-107 16,0 0-43-16,0 0 15 15,31-10-40-15,-11 27-11 16,3 4 0-16,2 6 19 16,-6 0-25-16,1-2 6 15,-2-1-24-15,-2-7 9 16,4-5-222-16,-5-5-234 15,-1-7-434-15</inkml:trace>
  <inkml:trace contextRef="#ctx0" brushRef="#br0" timeOffset="51475.99">3648 9057 1743 0,'0'0'623'16,"0"0"-573"-16,0 0-32 16,0 0 110-16,-68 141-67 15,43-87 27-15,2 1-45 16,6-4-42-16,3-5 28 16,1-7-29-16,5-11-7 0,2-9-48 15,4-6-155 1,2-13-42-16,0 0-261 0,0-14-424 0</inkml:trace>
  <inkml:trace contextRef="#ctx0" brushRef="#br0" timeOffset="51702.14">3619 8995 1337 0,'0'0'826'16,"0"0"-579"-16,0 0-163 15,0 0 33-15,0 0-41 16,154-2 28-16,-86 4-15 16,5 6-78-16,4-1 34 15,2-6-45-15,-3 1 0 0,-11 0-15 16,-9-2 12-16,-14 0-48 16,-20 4-153-16,-9 1-270 15,-13-4-432-15</inkml:trace>
  <inkml:trace contextRef="#ctx0" brushRef="#br0" timeOffset="52718.28">3297 8901 745 0,'0'0'514'16,"0"0"-318"-16,0 0-64 15,0 0 34-15,0 0-9 16,0 0 1-16,0 0 14 15,-5 0-77-15,5 0-36 0,0 0 20 16,0 0-20-16,0 0 38 16,0 0-57-16,0 0-32 15,0 0 48-15,0 0-56 16,7-4 0-16,-3 2-1 16,1 0 22-16,-3 0-33 15,-2 2 12-15,0 0 0 16,0 0-15-16,0 0 17 15,0 0-2-15,0 0 0 16,0 0 18-16,0 0-24 16,0 0 6-16,0 0 0 15,0 0-17-15,0 0 18 16,0 0-1-16,0 0 0 0,0 0 16 16,0 0-13-16,0 0-3 15,0 0 0-15,0 0-13 16,4-5 2-16,5 5 11 15,2-5-9-15,0 3 18 16,-1 2-24-16,-4 0 15 16,1 0 0-16,-7 7-16 15,0 8 34-15,0 7-14 16,-7 4 28-16,-11 3-26 16,1-4 35-16,-1-3-41 15,5-6 0-15,3-4-7 16,10-5 17-16,0-2-10 15,7-1 0-15,11 2 8 16,6 1-10-16,-1-2 2 16,-4 4 0-16,-2 3 2 0,-7 2 19 15,-5 6-15-15,-5 4-6 16,-5 8 0-16,-22 5-18 16,-6 0 18-16,-2 3-54 15,-1 6-154-15,9-10-376 16,11-12-580-16</inkml:trace>
  <inkml:trace contextRef="#ctx0" brushRef="#br0" timeOffset="53269.81">3794 9360 1452 0,'0'0'565'15,"0"0"-327"-15,0 0 63 16,0 0-203-16,0 0-49 15,0 0 19-15,0 0-58 16,58-76 20-16,-41 76-18 16,3 0 0-16,-4 4-2 15,-3 20-4-15,-6 8-6 0,-7 10 46 16,0 4-45-16,-5 1 58 16,-10-3-56-16,-3-6 15 15,7-12-24-15,2-8 6 16,4-8 0-16,5-8-1 15,0-2 1-15,0-4-6 16,19-20-30-16,3-13-171 16,2-7 22-16,1-4-77 15,-5 4 30-15,-7 10 136 16,-9 15 96-16,-4 14 202 16,0 5-60-16,-17 16-83 15,-6 19 85-15,8 2-38 16,4 6-26-16,11-1-27 0,0-2-52 15,20-6-2-15,38-3-14 16,-4-14-232-16,-6-7-498 0</inkml:trace>
  <inkml:trace contextRef="#ctx0" brushRef="#br0" timeOffset="54292.55">4701 9431 907 0,'0'0'826'0,"0"0"-516"0,0 0-97 16,0 0 32-16,0 0-102 16,0 0-40-16,0 0-39 15,54 0-64-15,-19 1 58 16,9 6-58-16,4-2 0 15,0-1-8-15,1-2 20 16,-3-2-13-16,-7 0 1 16,-10 0-139-16,0 0-41 15,-11 0-125-15,-7-2-222 16,-6-7-477-16</inkml:trace>
  <inkml:trace contextRef="#ctx0" brushRef="#br0" timeOffset="54479.67">5058 9258 1461 0,'0'0'566'0,"0"0"-448"15,0 0 55-15,-76 136-14 16,49-75-76-16,2 2 18 16,1 2-81-16,6-3-11 15,3-6-18-15,5-5-35 16,8-7-128-16,2-12-170 15,0-14-572-15</inkml:trace>
  <inkml:trace contextRef="#ctx0" brushRef="#br0" timeOffset="56263.67">5785 9356 2045 0,'0'0'465'16,"0"0"-377"-16,0 0 31 16,0 0-59-16,0 0 30 15,-23-121-35-15,30 80-49 16,19 3 7-16,3 1-12 16,3 10-1-16,-3 10 0 15,-5 13 2-15,-6 4-16 0,-9 23 8 16,-9 21 6-16,0 12 0 15,-27 8 2-15,-11 6-2 16,-9-6 0-16,0-8 21 16,1-11-14-16,10-13-7 15,10-14 1-15,7-10 8 16,11-8 3-16,3 0 0 16,5-7 6-16,0-8-8 15,27 1 7-15,7 2-17 16,5 8 0-16,13 4-21 15,-4 0 15-15,2 21-47 16,6 16-129-16,-14-4-298 16,-9-6-317-16</inkml:trace>
  <inkml:trace contextRef="#ctx0" brushRef="#br0" timeOffset="58454.36">6375 9218 1899 0,'0'0'381'0,"0"0"-219"16,0 0-79-16,0 0-43 15,0 0 54-15,0 0-72 16,0 0-9-16,18 22 16 16,-7 10-16-16,0 8 47 15,-2 2-44-15,4 1-14 16,-4-8 23-16,-2-7-23 0,2-5-2 15,-5-12 0-15,-4-4 21 16,5-5-15-16,-1-2-5 16,0-4 7-16,4-21 26 15,0-10-34-15,1-16-31 16,1-11-11-16,0-8-40 16,1-6 43-16,3 0-76 15,1 4 54-15,1 9 61 16,-1 13 1-16,-1 12 96 15,-3 10 34-15,0 8-58 16,5 6 30-16,4 6-100 16,9 2 8-16,11 6-14 15,12 0 16-15,6 0-13 0,4 2 0 16,-2 6 8-16,3 2-28 16,-1 2-92-16,-16-2-223 15,-17-2-313-15</inkml:trace>
  <inkml:trace contextRef="#ctx0" brushRef="#br0" timeOffset="58956.02">6814 9162 1633 0,'0'0'390'16,"0"0"-236"-16,0 0-89 16,0 0-5-16,0 0 26 15,0 0-22-15,116 7 44 16,-112 27-17-16,-4 10-40 15,0 5 40-15,-11 1-63 16,-11 1 22-16,0-8-15 16,0-4-23-16,3-12 15 0,6-8-27 15,9-9 0 1,4-6-9-16,0-4 11 0,0 0-2 16,17-24 0-16,12-10-139 15,7-12-12-15,-5-4-115 16,-2-1 55-16,-11 10 127 15,-9 16 84-15,-9 13 140 16,0 12 8-16,-25 5-117 16,-1 22 83-16,2 9-24 15,5 5-11-15,17 3 0 16,2 2-70-16,21-4-9 16,58 0-6-16,-5-12-219 15,9-14-357-15</inkml:trace>
  <inkml:trace contextRef="#ctx0" brushRef="#br0" timeOffset="59383.41">7552 9418 1295 0,'0'0'714'0,"0"0"-481"16,0 0-81-16,0 0 25 15,0 0-67-15,0 0 41 16,0 0-105-16,27-7-22 16,4 7 22-16,9 5-38 15,7 5 13-15,2-1-21 16,2-4 1-16,-7-1-10 15,-1-2 9-15,-5-2-54 16,-5 0-99-16,-6 0-207 0,-12 0-330 0</inkml:trace>
  <inkml:trace contextRef="#ctx0" brushRef="#br0" timeOffset="59614.71">7884 9177 1773 0,'0'0'327'15,"0"0"-146"-15,-62 111-31 16,35-55 7-16,0 4-38 16,5-2-74-16,1-2 16 0,13-8-61 15,3-4-5-15,5-5-5 16,0-8-133-16,21-10-111 15,6-8-139-15,2-8-598 0</inkml:trace>
  <inkml:trace contextRef="#ctx0" brushRef="#br0" timeOffset="59877.9">8508 9203 1622 0,'0'0'622'0,"0"0"-501"0,0 0-12 16,-167-12-39-1,111 33-21-15,11 11 89 0,8 12-59 16,14 10-28-16,19 3 36 16,4 2-75-16,16 0 6 15,19-7-3-15,15-6 6 16,10-10-41-16,2-5 20 15,9-12-75-15,12-9-107 16,-18-4-352-16,-14-6-708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2-07T10:02:48.960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18196 15314 188 0,'0'0'1201'16,"0"0"-806"-16,0 0-103 15,0 0-89-15,0 0 3 16,0 0-31-16,0 0-84 15,-7-16 9-15,-6 16-67 16,-5 0-31-16,-11 0 5 16,-13 0-6-16,-3 22-1 15,-13 9 0-15,-4 10 15 16,-3 5-16-16,7 0 1 16,5 0 0-16,17-3-2 15,10-8 16-15,12-6-15 0,14-7 1 16,0-4-45-16,18-8 44 15,24-10-35-15,14 0-9 16,13-22-18-16,0-10-139 16,-4-10 89-16,-2-4 3 15,-15-2 2-15,-15 1 36 16,-6 6 22-16,-13 10 50 16,-3 10 40-16,-11 6 78 15,0 13 83-15,0 2-94 16,-4 11-105-16,-15 21 38 15,2 14-21-15,1 1 18 16,5 3-7-16,7-1-19 16,4-7-11-16,0-5 0 0,9-4-139 15,20-15-42-15,-7-8-326 16,5-10-906-16</inkml:trace>
  <inkml:trace contextRef="#ctx0" brushRef="#br0" timeOffset="501.62">18410 15003 1450 0,'0'0'355'16,"0"0"-207"-16,0 0 60 15,0 0-69-15,0 0-4 16,0 0-12-16,0 0-66 16,-24-50-5-16,41 34-52 15,6 4 0-15,-3 2-6 16,0 8 18-16,-4 2-12 15,-8 5 0-15,-3 20 1 16,-5 7 37-16,-5 6-18 16,-17 0 14-16,-2 0 31 15,-3-8-64-15,11-8 27 0,10-8-28 16,1-6-3-16,5 1-18 16,9-6 15-16,11 2 6 15,5 1-8-15,-3-2-4 16,-11 0 2-16,-4 6 10 15,-7 4-54-15,-2 8 48 16,-23 8-9-16,-2 2-9 16,-2 8-95-16,10-2-115 15,3-9-268-15,7-8-1159 0</inkml:trace>
  <inkml:trace contextRef="#ctx0" brushRef="#br0" timeOffset="630.77">18497 15476 1590 0,'0'0'506'0,"0"0"-418"16,0 0-57-16,0 0 37 15,145-32-68-15,-89 26-3 16,-10 4-100-16,-5 0-381 0</inkml:trace>
  <inkml:trace contextRef="#ctx0" brushRef="#br0" timeOffset="1053.2">19034 15059 1763 0,'0'0'500'0,"0"0"-471"15,0 0-9-15,0 0 14 16,0 116 105-16,-6-51 17 15,-8 7-92-15,1-1 23 16,-1 0-35-16,1-10-46 16,7-10 32-16,-3-9-38 15,6-13 0-15,1-7 0 16,2-12-10-16,0-6 8 16,0-4-23-16,0-7-8 15,7-22 31-15,19-12-189 16,3-5 50-16,2 0 49 15,6 8 25-15,-8 13 67 0,-10 18 0 16,-3 7 0-16,-7 2 64 16,-9 24-14-16,0 6 48 15,-17 7 20-15,-12 1-48 16,-6-5 16-16,4-6-61 16,7-3-24-16,4-12-2 15,9-2-23-15,11-12-131 16,0 0-172-16,0-6-435 0</inkml:trace>
  <inkml:trace contextRef="#ctx0" brushRef="#br0" timeOffset="1738.85">19293 14915 1117 0,'0'0'350'16,"0"0"-214"-16,0 0 28 16,0 0-5-16,0 0 2 15,0 0-75-15,0 0-46 16,-5 0 36-16,5 0-18 15,0-4 7-15,0 0 7 16,0-4-47-16,0 0 33 16,0 0-55-16,10-3 13 15,-2 4-26-15,5 0 10 0,1 6 0 16,-3 1-2 0,3 0-1-16,-10 12 3 0,-2 6 7 15,-2 8-6-15,0-2 52 16,-2 1-52-16,-4-5 22 15,-6-7-22-15,8-3 17 16,-1-7-7-16,5 0-11 16,0-3 0-16,0 0 10 15,0 0 2-15,0 0-9 16,0 0-3-16,0 0 17 16,0 2-20-16,0 5 3 15,-4 10 0-15,-10 3-8 16,-1 6 16-16,-5 0-1 15,-3 2-7-15,-1-2 11 16,6 1-34-16,3-5 17 0,1 4-163 16,8-8-155-16,6-8-647 15</inkml:trace>
  <inkml:trace contextRef="#ctx0" brushRef="#br0" timeOffset="1991.31">19788 15422 492 0,'0'0'1407'16,"0"0"-1035"-16,0 0-234 0,0 0 36 15,0 0-12-15,0 0-133 16,0 0-6-16,120 12-23 16,-80-2-46-16,-11 10-121 15,-11-4-195-15,-11 1-511 0</inkml:trace>
  <inkml:trace contextRef="#ctx0" brushRef="#br0" timeOffset="2123.79">19784 15577 1452 0,'0'0'742'0,"0"0"-591"16,0 0-105-16,0 0-7 16,116-12-27-16,-54 12-24 0,-9 0-253 15,-8 0-987-15</inkml:trace>
  <inkml:trace contextRef="#ctx0" brushRef="#br0" timeOffset="3060.71">19331 14851 567 0,'0'0'727'16,"0"0"-498"-16,0 0-123 16,0 0-39-16,0 0 27 15,0 0-13-15,0 0-45 16,-83-30 15-16,81 21-45 15,2 2 41-15,0-3 1 16,4-2-39-16,15-3-8 16,0 1-1-16,-1 2 0 15,5 4-7-15,-8 0 17 0,-3 7 2 16,-8 1 39-16,0 0-42 16,-4 0 50-16,0 15-19 15,0 11 27-15,-8 6 45 16,-15 4-64-16,5-1 1 15,1 0-30-15,5-12-4 16,8 3 6-16,4-8-21 16,0-2 0-16,16 0-4 15,3 1 10-15,4 0-6 16,-5 5 0-16,-7 5 10 16,-11 4-16-16,0 6 6 15,-29 4 0-15,-11 8-9 16,-20 9-59-16,8-6-180 0,10-14-578 15</inkml:trace>
  <inkml:trace contextRef="#ctx0" brushRef="#br0" timeOffset="3814">21018 15144 1560 0,'0'0'529'0,"0"0"-382"15,0 0-8-15,0 0-72 16,0 0-13-16,0 0-4 16,0 0-41-16,-144 64 19 15,74 44 50-15,12-2-41 16,5-2 35-16,20-15-55 16,17-27-11-16,7 6 3 15,9-2-9-15,0-14-19 16,27-11-76-16,44-22-117 15,-11-10-69-15,0-9-557 0</inkml:trace>
  <inkml:trace contextRef="#ctx0" brushRef="#br0" timeOffset="4131.21">21196 15461 910 0,'0'0'829'16,"0"0"-693"-16,0 0-39 15,0 0 29-15,-135 122-9 16,112-92 5-16,15-6-85 16,1-7-4-16,7-2-32 15,0-7 19-15,11-8-40 16,6 0 16-16,8-2-33 16,2-19-24-16,-5 0-32 0,1-5 49 15,-4 6 22-15,-3 3 22 16,-9 13 56-16,-3 4-35 15,-4 7-20-15,0 21 58 16,0 4-40-16,0 4 9 16,0-5-28-16,0 0 9 15,9-9-24-15,9-12-96 16,0-6-238-16,-3-4-542 0</inkml:trace>
  <inkml:trace contextRef="#ctx0" brushRef="#br0" timeOffset="4264.3">21455 15526 1252 0,'0'0'560'16,"0"0"-478"-16,0 0-40 15,148-22-42-15,-84 12-38 16,-10 3-150-16,-8-4-831 0</inkml:trace>
  <inkml:trace contextRef="#ctx0" brushRef="#br0" timeOffset="4632.55">21990 15109 1515 0,'0'0'292'16,"0"0"-174"-16,-49 117 15 0,27-53-25 15,-5 4 68 1,2 3-65-16,8-8-28 0,3-7-52 15,8-11-19-15,1-11 12 16,5-12-24-16,0-12-22 16,0-10-16-16,0 0-49 15,21-18 53-15,2-16-167 16,12-7-97-16,-4-1 27 16,2 8 105-16,-2 12 166 15,-9 15 176-15,-6 7-31 16,-7 14 41-16,-9 22-28 15,0 5-49-15,-15 8-5 0,-6-3-86 16,6-6-9-16,3-10-5 16,6-9-4-16,-1-10-19 15,7-11-166-15,-2-16-81 16,2-10-420-16</inkml:trace>
  <inkml:trace contextRef="#ctx0" brushRef="#br0" timeOffset="4812.66">22413 15150 1650 0,'0'0'369'15,"0"0"-165"-15,63 134-87 16,-61-64 52-16,-2 6-73 0,-22 2-19 16,-7-2-19-1,-4-6-56-15,4-7-4 0,2-15-54 16,11-16-135-16,12-10-102 15,4-20-565-15</inkml:trace>
  <inkml:trace contextRef="#ctx0" brushRef="#br0" timeOffset="5069.03">22866 14927 1555 0,'0'0'233'16,"0"0"-65"-16,-133 155 54 0,77-78-12 15,12 6 1-15,7 0-87 16,20 1-32-16,7-3-62 16,10-6-21-16,8-11 5 15,19-7-14-15,6-12-29 16,9-13-62-16,27-20-147 15,-13-12-100-15,-7 0-467 0</inkml:trace>
  <inkml:trace contextRef="#ctx0" brushRef="#br0" timeOffset="5401.92">23082 15360 1401 0,'0'0'754'15,"0"0"-633"1,0 0-62-16,0 0 23 0,-117 98 90 15,85-57-48-15,8-2-69 16,6-7 3-16,7-6-52 16,9-5-4-16,2-11-2 15,0-8-11-15,4-2-8 16,23-6-12-16,4-21-110 16,9-3-73-16,0-3-78 15,-7 4 94-15,-4 9 130 16,-4 15 68-16,-9 5 66 15,-10 13 58-15,1 19 24 16,-5 5-6-16,-2 5-87 0,0-4 4 16,0-4-40-1,0-9-1-15,0-8-36 0,2-5-17 16,6-12-170-16,-4-6-127 16,-4-17-456-16</inkml:trace>
  <inkml:trace contextRef="#ctx0" brushRef="#br0" timeOffset="5669.29">23152 15008 82 0,'0'0'1393'16,"0"0"-1159"-16,0 0-88 15,0 0 81-15,0 0-50 16,0 0-64-16,0 0-106 0,56-23 5 15,-43 53 47-15,-11 9 16 16,-2 2 27-16,0 4-26 16,-9-5-32-16,-5-7 28 15,6-4-71-15,3-9-1 16,5-6 9-16,7-6 8 16,22-1-34-16,6-7-28 15,26 0-209-15,-12-3-276 16,-5-9-1252-16</inkml:trace>
  <inkml:trace contextRef="#ctx0" brushRef="#br0" timeOffset="5842.67">23453 15404 1073 0,'0'0'813'0,"0"0"-636"16,0 0-40-16,0 0 7 15,0 0 17-15,0 0-79 16,0 0-37-16,127 22-45 15,-98-22-22-15,0 0-86 16,0-10-108-16,-5-8-121 16,-6 0-291-16</inkml:trace>
  <inkml:trace contextRef="#ctx0" brushRef="#br0" timeOffset="5993.04">23657 15266 1081 0,'0'0'803'0,"0"0"-555"0,0 0-96 16,-104 140-26-1,75-76-24-15,0 3 7 0,13-3-82 16,9-6-27-16,7-8 0 16,5-8-97-16,31-20-60 15,4-11-202-15,-7-11-512 0</inkml:trace>
  <inkml:trace contextRef="#ctx0" brushRef="#br0" timeOffset="6355.78">23992 14897 1413 0,'0'0'626'0,"0"0"-608"16,0 0 16-16,-9 123 45 0,-4-52 78 16,-3 10 58-16,1 6-105 15,-3 0 18-15,-3-4-54 16,6-13-43-16,-1-8 18 15,5-15-41-15,5-14-5 16,-4-15-3-16,8-4 16 16,0-12-31-16,2-2 15 15,2-12-19-15,27-22-4 16,14-7-259-16,13-2 126 16,4 5 38-16,-7 11 67 15,-8 17 45-15,-16 10 6 16,-18 9 0-16,-11 20 20 15,-23 10-19-15,-21 5 18 0,-12 2-19 16,-8 10-12-16,8-14-137 16,16-14-475-16</inkml:trace>
  <inkml:trace contextRef="#ctx0" brushRef="#br0" timeOffset="7525.86">24153 15358 892 0,'0'0'720'0,"0"0"-460"15,0 0-37-15,0 0-8 16,0 0-117-16,0 0-83 16,-130-30 55-16,79 59-27 15,2 9 33-15,7 13 28 16,3 2-68-16,20-2 26 0,5-5-55 16,14 0-6-1,0-11 19-15,16-9-12 0,11-12-16 16,15-10 8-16,3-4-51 15,8-18-19-15,-4-19-141 16,5-10-37-16,-10-7 24 16,-1-7-14-16,-12 3 9 15,-9 7 139-15,-13 14 90 16,-9 16 341-16,0 21-34 16,-14 3-209-16,-15 29 16 15,0 8-16-15,8 9 46 16,0-2-41-16,15 0-63 15,6-7 26-15,2-6-65 16,25-9 4-16,2-14-5 16,11-10-2-16,2-1-7 0,1-21-93 15,-6-19-111-15,1-10 7 16,9-48-112-16,-11 10-22 16,-7 1-171-16</inkml:trace>
  <inkml:trace contextRef="#ctx0" brushRef="#br0" timeOffset="7816.05">24598 14907 1487 0,'0'0'642'0,"0"0"-501"16,0 0-119-16,0 0 129 16,-24 175 59-16,-5-94-45 15,-2 10-74-15,0-5 29 16,4-6-98-16,9-12-5 16,3-13-17-16,5-19 18 15,8-8-38-15,2-16 20 0,0-8-56 16,0-4 41-1,27-6-50-15,8-20 38 0,15-6-71 16,1-7-112-16,2 11 144 16,-8 6 38-16,-9 14 28 15,-18 8 46-15,-12 4-4 16,-6 22-1-16,-14 2 13 16,-21 9-5-16,-11-3 39 15,-4-6-72-15,10 0-16 16,11-10-1-16,20-6-157 15,9-9-150-15,0-3-478 0</inkml:trace>
  <inkml:trace contextRef="#ctx0" brushRef="#br0" timeOffset="8035.19">24988 15430 1900 0,'0'0'477'16,"0"0"-326"-16,0 0-78 16,0 0 6-16,0 0 14 15,0 0-93-15,0 0 41 16,103 0-41-16,-61 0-89 16,-4 0-44-16,3-10-91 15,-13-6-142-15,-8-2-336 0</inkml:trace>
  <inkml:trace contextRef="#ctx0" brushRef="#br0" timeOffset="8162.28">25171 15284 1401 0,'0'0'535'0,"0"0"-412"15,0 0-2-15,-104 142-77 16,75-80-16-16,6 2-28 16,10-5-1-16,13-4-157 15,0-14-195-15,17-19-1129 0</inkml:trace>
  <inkml:trace contextRef="#ctx0" brushRef="#br0" timeOffset="8579.54">25798 14751 1839 0,'0'0'249'0,"0"0"-220"15,0 0-10-15,-52 167 79 16,10-52 127-16,7-3-8 16,-6-5-95-16,10-17 4 15,8-23-84-15,2 4-11 16,-6 1 8-16,11-13-23 16,3-16 2-16,2-17-18 15,6-6-1-15,5-15-27 0,0-5 22 16,2-2 6-16,27-24-9 15,16-10-68-15,11-4 29 16,4 0-19-16,-2 16 33 16,-7 7 17-16,-20 17 10 15,-13 0 7-15,-16 25-1 16,-2 7 9-16,-22 4 12 16,-18 0-2-16,-5 1-18 15,3-8 7-15,0-6-7 16,11-5-62-16,4-16-117 15,11-2-164-15,9 0-374 0</inkml:trace>
  <inkml:trace contextRef="#ctx0" brushRef="#br0" timeOffset="8913.78">26012 14967 1859 0,'0'0'579'0,"0"0"-430"16,0 0-94-16,0 0 10 15,0 0-42-15,0 0 7 16,0 0-30-16,89 48 1 15,-76-8 1-15,-11 5 7 0,-2 0 13 16,-9 0 53-16,-11-7-63 16,7-4 26-16,7-8-38 15,6-9 0-15,0-6-9 16,10-7 9-16,17-4-44 16,9 0-77-16,11-44-220 15,-5-2-249-15,-2-2-576 0</inkml:trace>
  <inkml:trace contextRef="#ctx0" brushRef="#br0" timeOffset="9064.84">26531 14976 485 0,'0'0'1531'0,"0"0"-1291"15,0 0-111-15,40 179 80 0,-53-55-63 16,-61 31-14 0,-26 14-37-16,-14-7-80 15,-1-19-15-15,18-41-48 0,-14-2-153 16,31-31-153-16,4-22-609 15</inkml:trace>
  <inkml:trace contextRef="#ctx0" brushRef="#br0" timeOffset="11824.62">18334 4698 929 0,'0'0'102'0,"0"0"-51"16,0 0-2-16,0 0 463 16,0 0-287-16,0 0-91 15,0 19 35-15,0-19-31 16,0 0-12-16,0 0 43 0,0 0-74 15,0 0-2 1,0 0-6-16,0 0-53 0,0 0 42 16,5 0-49-16,-1 0-21 15,6 0 24-15,9 0-14 16,10-5-16-16,14 1 0 16,12-1 29-16,3-4-29 15,10 3 0-15,-11 0-38 16,-6 2 9-16,-11 4-82 15,-13 0-101-15,-11 13-149 16,-16-1-491-16</inkml:trace>
  <inkml:trace contextRef="#ctx0" brushRef="#br0" timeOffset="12006.74">18382 4836 1624 0,'0'0'547'0,"0"0"-499"16,0 0-11-16,153-2-7 15,-88 1-17-15,17-1-26 16,-17-1-173-16,-8-1-815 0</inkml:trace>
  <inkml:trace contextRef="#ctx0" brushRef="#br0" timeOffset="12610.55">19649 3848 1512 0,'0'0'398'16,"0"0"-291"-16,0 0-38 15,0 0-1-15,0 0-9 16,0 0 53-16,-129 134-16 16,100-25 2-16,12 31 48 0,3 12-68 15,14 1 2-15,0-9-2 16,0-12-42-16,14-3 24 16,-5-9-48-16,-7-19-5 15,-2-23 2-15,0-20-9 16,-2-7 0-16,-17 4-1 15,0 1-3-15,-10-2-13 16,-2-14-4-16,-4-11-66 16,-2-17-48-16,6-11-217 15,6-1-548-15</inkml:trace>
  <inkml:trace contextRef="#ctx0" brushRef="#br0" timeOffset="19668.97">20131 3904 506 0,'0'0'304'15,"0"0"-141"-15,0 0-64 16,0 0-5-16,0 0 32 16,0 0-48-16,0 0 19 15,0-41-40-15,0 38 16 16,0-1 21-16,0 2-11 16,0-1 64-16,0 2-24 15,0 1-31-15,0 0 49 16,-11 0-100-16,-7 0-19 15,-9 16 11-15,0 14-9 16,-4 12 47-16,5 8-25 16,1 8 1-16,5 1 41 15,11-7-64-15,7-6 1 0,2-6-25 16,11-8 24-16,20-6-22 16,9-4-2-16,28-3-91 15,-18-10-117-15,0-3-383 0</inkml:trace>
  <inkml:trace contextRef="#ctx0" brushRef="#br0" timeOffset="20103.93">20338 4197 1805 0,'0'0'513'16,"0"0"-460"-16,0 0-16 15,0 0 61-15,0 0 4 16,0 0-16-16,0 0-80 16,143-60 4-16,-92 36-10 15,-8-2-3-15,-3-2-6 16,-9 1-29-16,-13 3-61 15,-7 3 68-15,-11 1-16 16,0 6 20-16,-27 3 14 16,-15 11 10-16,-3 0 3 15,-1 16 10-15,-4 16 18 0,15 8 63 16,8 4-49 0,16 3-10-16,11-8-3 0,11 0-16 15,22-9 18-15,17-9-31 16,10-4 6-16,0-11-15 15,5-6-26-15,-7 0-104 16,0-10-46-16,-14-6-329 16,-15-2-323-16</inkml:trace>
  <inkml:trace contextRef="#ctx0" brushRef="#br0" timeOffset="20588.64">20737 3633 1317 0,'0'0'378'15,"0"0"-213"-15,0 0-93 16,0 0 62-16,0 0-40 15,0 0 23-15,0 0-41 16,108 52-35-16,-106-7 90 16,-2 5-64-16,0 4 3 15,-10-4-5-15,-7-2-20 16,1-8 10-16,-1-10-55 0,5-9 15 16,3-10-10-16,7-7 10 15,2-4-15-15,0 0 0 16,7-22-3-16,13-10-48 15,7-10-76-15,0-5-59 16,-6 0 95-16,0 9-33 16,-7 10 47-16,-10 12 77 15,-4 12 21-15,0 4 66 16,0 5-48-16,0 20 33 16,-4 7 78-16,-2 4-89 15,6 4-16-15,0 1-27 16,10-2 6-16,9-3-30 15,4-2 6-15,17-1-155 0,-9-11-100 16,-4-10-686-16</inkml:trace>
  <inkml:trace contextRef="#ctx0" brushRef="#br0" timeOffset="20744.8">21078 4163 1706 0,'0'0'530'0,"0"0"-409"16,0 0-54-16,0 0 3 16,141-21-63-16,-106 13-7 15,17 1-56-15,-10 2-419 0,-1 4-635 16</inkml:trace>
  <inkml:trace contextRef="#ctx0" brushRef="#br0" timeOffset="21023.22">21562 4215 1553 0,'0'0'509'16,"0"0"-450"-16,0 0 4 15,0 0-36-15,0 0-4 16,47-105-14-16,-36 69 9 16,-7-1-29-16,4 4 11 15,-4 3 0-15,-2 11 3 16,5 5-1-16,-5 8 137 15,0 6 1-15,-2 7-125 0,0 23 41 16,0 11-20-16,0 5-18 16,0 4 1-16,0-5-13 15,0-7-12-15,0-9-64 16,0-12-136-16,2-8-96 16,8-9-417-16</inkml:trace>
  <inkml:trace contextRef="#ctx0" brushRef="#br0" timeOffset="21210.62">21852 3757 1698 0,'0'0'697'0,"0"0"-490"16,0 0-163-16,0 0 49 16,0 0-34-16,58 147 4 0,-58-71-12 15,-4 6-30-15,-21 5-2 16,3-10-19-16,-5-4-67 15,4-15-5-15,12-12-169 16,7-17-133-16,4-15-703 0</inkml:trace>
  <inkml:trace contextRef="#ctx0" brushRef="#br0" timeOffset="21458.78">22293 3615 1883 0,'0'0'345'0,"0"0"-276"15,0 0-2-15,-138 137 111 16,105-46-77-16,6 0 8 16,15 0-44-16,12-2-64 15,0-23 39-15,19 3-40 16,10-13-5-16,4-12-2 15,-2-7-77-15,14-18-110 16,-9-7-281-16,-5-9-826 0</inkml:trace>
  <inkml:trace contextRef="#ctx0" brushRef="#br0" timeOffset="22077.23">22394 4273 1134 0,'0'0'816'15,"0"0"-473"-15,0 0-130 16,0 0-47-16,0 0-93 16,0 0-17-16,0 0-17 15,144-35-28-15,-90 12 5 16,2-3-16-16,-11-3 0 16,-3 1-1-16,-11-4 10 15,-11 3-24-15,-11 0 7 0,-7 5-50 16,-2 2 52-1,-11 6-40-15,-13 10 15 0,-10 6 30 16,-1 5-5-16,4 22 6 16,-4 12 12-16,16 7-11 15,3 0 62-15,16-1-63 16,0-1 9-16,4-7 0 16,21-4 10-16,10-6-15 15,6-8-4-15,8-6-30 16,0-9 8-16,22-4-215 15,-13-12-132-15,-6-7-430 0</inkml:trace>
  <inkml:trace contextRef="#ctx0" brushRef="#br0" timeOffset="22528.7">22897 3607 1431 0,'0'0'479'0,"0"0"-221"16,0 0-85-16,0 0-28 16,0 0-17-16,0 0-85 15,0 0 12-15,18-40-55 16,5 40 6-16,-6 0-24 16,-1 10 18-16,-7 14 0 15,-9 8 1-15,0 5 9 16,-15 6 34-16,-12 1 0 15,-2-3-26-15,6-5 18 16,13-7-25-16,4-8-11 16,6-7 0-16,16-6 18 15,20-5-47-15,7-3-11 0,3-5-124 16,19-29-58-16,-18 2-266 16,-7-1-150-16</inkml:trace>
  <inkml:trace contextRef="#ctx0" brushRef="#br0" timeOffset="22862.96">23194 3595 1121 0,'0'0'523'0,"0"0"-263"16,0 0-52-16,0 0 6 15,0 0-132-15,0 0-32 16,0 0 71-16,0 94-62 16,0-41 10-16,0 5-30 15,-2 0-33-15,-9-7 43 0,-1-5-49 16,8-17 0-1,4-9 0-15,0-10 21 0,0-10-37 16,0 0 16-16,11-15-46 16,7-17 8-16,-4-14-133 15,3-3-7-15,-3-6 46 16,-1 8-68-16,-7 7 169 16,1 16 31-16,-7 14 163 15,0 10-25-15,0 7-138 16,0 24 46-16,0 9 53 15,2 6-34-15,8 4 4 16,-4-2-69-16,10-2 6 16,-1-4-14-16,23 4-123 15,-9-11-162-15,-2-13-479 0</inkml:trace>
  <inkml:trace contextRef="#ctx0" brushRef="#br0" timeOffset="23080.51">23551 4296 1817 0,'0'0'482'0,"0"0"-313"15,0 0-38-15,0 0-24 16,0 0-77-16,145-9-17 15,-90 6-26-15,19-6-151 0,-14 4-195 16,-6-4-821-16</inkml:trace>
  <inkml:trace contextRef="#ctx0" brushRef="#br0" timeOffset="23364.91">23796 4050 1657 0,'0'0'579'0,"0"0"-415"15,0 0-105-15,0 0-48 16,0 0 132-16,-29 114-105 15,13-61-6-15,1 3-28 16,-8 1-4-16,4 11-57 16,-4-17-180-16,15-11-451 0</inkml:trace>
  <inkml:trace contextRef="#ctx0" brushRef="#br0" timeOffset="23950.35">24282 4247 1431 0,'0'0'375'0,"0"0"-137"16,0 0-9-16,0 0 23 16,0 0-83-16,0 0-98 15,0 0 15-15,73-26-86 16,-32 2 9-16,-1-2-21 16,-7-6-4-16,-2-1-13 15,-6 0-9-15,-10-2-61 16,-10 3 23-16,-5 2-34 15,0 7 36-15,-20 4 59 16,-9 11-12-16,-2 8 27 0,-5 6 40 16,3 24-38-16,6 10 93 15,4 8-47-15,15 1 11 16,8-2-4-16,0-4-53 16,13-7 38-16,18-6-40 15,14-8 15-15,8-8-24 16,3-9 9-16,-3-5-63 15,16-5-99-15,-13-15-150 16,-13-2-364-16</inkml:trace>
  <inkml:trace contextRef="#ctx0" brushRef="#br0" timeOffset="24434.9">24743 3609 864 0,'0'0'810'0,"0"0"-562"16,0 0-161-16,0 0 33 16,0 0-49-16,0 0 13 15,0 0 36-15,45 92-44 16,-45-44 19-16,0 3-19 15,0-3-61-15,0-8 49 16,-3-7-59-16,1-8-4 16,2-11-1-16,-2-7 15 0,2-7-15 15,0 0 13-15,0-3-12 16,0-19-2-16,2-11-14 16,12-13-96-16,3-5 38 15,1-2-47-15,3 10 93 16,-8 11 10-16,-7 11 17 15,-4 13 96-15,-2 8-25 16,0 0-14-16,0 12-21 16,0 19-21-16,-6 5 62 15,6 4-63-15,0 3 3 16,0-4-12-16,2-3 1 16,16-7-6-16,7-4 0 15,2-4-84-15,19-12-78 0,-6-3-115 16,1-4-274-16</inkml:trace>
  <inkml:trace contextRef="#ctx0" brushRef="#br0" timeOffset="24686.07">25276 4134 1577 0,'0'0'573'15,"0"0"-399"-15,0 0 22 0,0 0-60 16,0 0-33-16,125 0-51 16,-79-3-46-16,6-4 6 15,-5 0-12-15,-3-1-67 16,-2-6-132-16,-5 0-149 15,-20-1-273-15</inkml:trace>
  <inkml:trace contextRef="#ctx0" brushRef="#br0" timeOffset="24874.52">25606 3863 339 0,'0'0'1283'0,"0"0"-1027"15,0 0-159 1,0 0 138-16,0 0-104 0,-49 116 25 15,33-67-65-15,1 4-67 16,1-2 13-16,3-3-37 16,9-5-37-16,2-11-90 15,0-8-137-15,18-10-126 16,4-8-538-16</inkml:trace>
  <inkml:trace contextRef="#ctx0" brushRef="#br0" timeOffset="25121.22">25746 4173 977 0,'0'0'630'16,"0"0"-477"-16,58-107-103 16,-33 55 42-16,2 0 110 15,-10 4-39-15,1 8 4 0,-7 12-78 16,1 12 44 0,-12 11-4-16,0 5-128 0,0 13 8 15,0 21-9-15,0 12 0 16,0 8-14-16,-8 4 14 15,4-5-13-15,2-7 12 16,2-12-117-16,0-8-30 16,0-12-132-16,4-10-303 15,10-4-567-15</inkml:trace>
  <inkml:trace contextRef="#ctx0" brushRef="#br0" timeOffset="25311.4">26290 3573 573 0,'0'0'1321'0,"0"0"-1130"15,0 0-97-15,87 112 5 16,-64-30 77-16,-17 29-107 16,-6-5 4-16,0-6-73 15,-8-13-6-15,-19-20-14 16,-40 20-189-16,4-9-178 15,0-20-763-15</inkml:trace>
  <inkml:trace contextRef="#ctx0" brushRef="#br0" timeOffset="27028.16">20174 4743 669 0,'0'0'689'15,"0"0"-338"-15,0 0-88 16,0 0-12-16,0 0-57 16,0 0-50-16,0 0 10 15,2-1-120-15,7-3-14 16,4-2-20-16,7 3 26 15,11-2-33-15,9-2 7 16,5 2 0-16,11-2-8 16,2 0 8-16,0 0 0 15,9 0 0-15,-3 1 18 16,5-1-24-16,0 2 6 16,3 1 0-16,-1 4-15 0,-2 0 18 15,-5 0-3-15,4 0 0 16,-6 0 13-16,3 0-19 15,-3 0 6-15,5 0 0 16,-3 0-14-16,3 0 25 16,1-3-11-16,-6 0 0 15,-2-1 6-15,-2 0-12 16,-7 2 6-16,-2 2 0 16,-7 0-4-16,-1 0 20 15,-3 0-16-15,-3 0 0 16,3 0 2-16,-3 0-23 15,8 2 22-15,1-2-1 16,6 0 0-16,-1 0 20 0,4 0-26 16,1 0 6-1,-3 0 0-15,3 0-16 0,-3 0 17 16,-4 0-1-16,-3 0 0 16,1 0 19-16,-3 0-25 15,3 0 6-15,-3 0 0 16,0-2-15-16,3 1 16 15,-1-2-1-15,4 1 0 16,-4 0 22-16,1 0-31 16,1 0 9-16,-1 0 0 15,4 2-16-15,-2-2 16 16,-3 2 0-16,8-2 0 16,-5-1 18-16,6 0-14 15,-4 1-4-15,5 2 0 0,-4-2-10 16,2 2 16-16,4 0-6 15,-7 0 0-15,2 0 12 16,3 0-18-16,-7 0 6 16,6-2 0-16,-4 2-14 15,5-3 17-15,-6 0-3 16,6 1 0-16,2-2 2 16,2 0-5-16,-4 0 3 15,-4 0 0-15,0 2-7 16,-6 2 27-16,-1 0-20 15,-1 0 0-15,-5 0 1 16,6 0-18-16,1 0 17 16,6 0 0-16,1 0-1 0,2 0 17 15,1 0-17-15,2 0 1 16,-5 0 0-16,0-4-10 16,-8 2 10-16,-1 0 0 15,1 2-10-15,-10 0 30 16,5 0-23-16,-5 0 3 15,5 0 0-15,0 0-4 16,9 0 4-16,0 0 0 16,8 0-1-16,1 0 18 15,4 0-18-15,10 0 1 16,-1 0 0-16,4 0-22 16,1 0 20-16,1 0 2 15,6 0 0-15,4 0 17 16,-6 0-20-16,2 0 3 15,-4 0 0-15,-5 0-18 0,-5 0 20 16,-7 0-2-16,-8 0 0 16,-12 0 19-16,-9 0-24 15,-13 0 5-15,-3 0 0 16,-6 0-17-16,-4 0-52 16,-5 2-145-16,0 1-86 15,0 0-369-15</inkml:trace>
  <inkml:trace contextRef="#ctx0" brushRef="#br0" timeOffset="27930.98">22108 5542 1676 0,'0'0'625'0,"0"0"-452"15,0 0 4-15,0 0-69 16,0 0-35-16,0 0 12 15,0 0-79-15,127-29 7 16,-73 12-10-16,-1-3 21 0,3-3-22 16,-2-6-2-16,-3-3-26 15,-11 0 25-15,-6 0-62 16,-19 2-1-16,-9 3 3 16,-6 3-38-16,-13 5 77 15,-22 4-44-15,-10 10 31 16,-8 5 23-16,4 0 24 15,-1 20 31-15,15 11 27 16,10 8-43-16,12 3 61 16,13 4-53-16,0-2-9 15,25 0 25-15,10-5-50 16,17-11 21-16,3-9-22 0,5-8-5 16,8-11-10-16,-6 0-82 15,9-23-139-15,-13-3-77 16,-16-2-432-16</inkml:trace>
  <inkml:trace contextRef="#ctx0" brushRef="#br0" timeOffset="28382.28">22779 4942 1075 0,'0'0'675'0,"0"0"-373"16,0 0-122-16,0 0-100 15,0 0 0-15,0 0-22 16,0 0 9-16,97 63 34 16,-93-19-79-16,-4-1 35 15,0 3 6-15,0-11-53 16,-2-5 51-16,-6-12-61 15,6-6 1-15,2-10 3 16,0-2 7-16,0-2-8 16,8-20-3-16,7-12-186 15,3-10 28-15,-5-6-94 16,3 1-55-16,-12 3 46 16,3 11 261-16,-7 14 2 0,0 16 273 15,0 5-121-15,0 14-30 16,0 18-16-16,0 8 18 15,0 4 31-15,0 0-98 16,4-4 17-16,19-2-76 16,1-8 4-16,10-6-19 15,12-5-101-15,-3-10-125 16,-8-4-321-16</inkml:trace>
  <inkml:trace contextRef="#ctx0" brushRef="#br0" timeOffset="28598.42">23227 5354 656 0,'0'0'1499'0,"0"0"-1126"15,0 0-199-15,0 0-124 16,0 0 11-16,0 0-30 15,164-6-14-15,-112 4-34 16,4 0 4-16,15-2-251 16,-15 1-306-16,-11 0-821 0</inkml:trace>
  <inkml:trace contextRef="#ctx0" brushRef="#br0" timeOffset="28867.77">23854 5372 1964 0,'0'0'263'0,"0"0"-263"16,0 0-39-16,0 0 39 16,69-125 12-16,-53 77 94 15,-1-1-67-15,-1-2-26 16,-3 7 27-16,-3 4 18 16,2 13 146-16,-4 6-6 15,-1 15-120-15,-5 6-44 16,0 14-34-16,0 26-1 15,0 18-22-15,0 14 25 16,-7 11-4-16,3 5-20 0,-8 26-171 16,8-22-121-1,-3-19-640-15</inkml:trace>
  <inkml:trace contextRef="#ctx0" brushRef="#br0" timeOffset="29937.45">27187 4400 856 0,'0'0'920'0,"0"0"-671"15,0 0-187-15,0 0 22 16,0 0-47-16,-126-26 32 16,82 52 53-16,0 8-90 15,5 10 14-15,12 2-26 16,19-4-9-16,8-4 24 16,4-12-35-16,37-11-39 15,7-14 21-15,10-1-87 16,23-40-82-16,-17-2-190 15,-14-2-355-15</inkml:trace>
  <inkml:trace contextRef="#ctx0" brushRef="#br0" timeOffset="30173.68">27309 3667 1335 0,'0'0'409'15,"0"0"-140"-15,0 0-39 16,0 0-185-16,0 0-24 15,0 0 47-15,-33 183 17 16,17-43 1-16,1 9-23 16,-1-25-43-16,3-32 30 15,1-34-50-15,8-1 13 16,-5 2-20-16,5 4 7 16,-4-1-41-16,8-16-79 15,0-17-79-15,0-28-46 16,10-1-111-16,3-10-159 0</inkml:trace>
  <inkml:trace contextRef="#ctx0" brushRef="#br0" timeOffset="30523.1">27378 4321 123 0,'0'0'1326'16,"0"0"-1023"-16,0 0-169 16,0 0 40-16,0 0-59 15,0 0 27-15,56 128-62 16,-56-84-4-16,0 1 16 15,0-8-92-15,-4-8 22 16,4-8-22-16,-2-10 12 16,2-9-22-16,0-2 10 15,2-10-48-15,15-22-143 16,1-9-99-16,2-7 43 0,-6-1-72 16,-10 7-20-16,-4 9 339 15,0 18 240-15,0 15 76 16,-15 11-101-16,-1 26-16 15,3 6-41-15,10 7-56 16,3 3-34-16,5-5 25 16,26-4-93-16,13-6 0 15,12-10-11-15,11-10-79 16,24-14-39-16,-12-4-388 16,-21 0-893-16</inkml:trace>
  <inkml:trace contextRef="#ctx0" brushRef="#br0" timeOffset="32336.44">18602 6984 228 0,'0'0'1196'0,"0"0"-818"16,0 0-145-16,0 0-53 15,0 0 58-15,0 0-39 16,0 0-26-16,-29-24-46 16,29 20-107-16,17 1 26 0,10-2-46 15,12 1 0 1,1 0-18-16,-3 2-43 0,1 2-36 15,-9 0-145-15,-22 0-135 16,-2 0-269-16,-5 2-720 0</inkml:trace>
  <inkml:trace contextRef="#ctx0" brushRef="#br0" timeOffset="32463.6">18640 7062 1262 0,'0'0'673'15,"0"0"-556"-15,0 0-46 16,174-5-71-16,-101-10-1 15,18-13-139-15,-14 2-186 16,-19 2-1139-16</inkml:trace>
  <inkml:trace contextRef="#ctx0" brushRef="#br0" timeOffset="32948.92">19745 6154 1262 0,'0'0'497'16,"0"0"-299"-16,0 0-102 15,0 0-94-15,0 0 101 16,0 0 23-16,-117 150 22 15,107-29-1-15,10 32-58 16,0 12-2-16,0-8-41 16,12-37-36-16,-8-36 72 15,3-24-73-15,-3-9 9 16,-4 1 6-16,0-3-6 16,0 0-9-16,-4-14-9 0,-21-10-6 15,-8-13-17-15,-7-8-44 16,-5-4-114-16,-13-8-76 15,7-12-238-15,12 0-251 0</inkml:trace>
  <inkml:trace contextRef="#ctx0" brushRef="#br0" timeOffset="33589.75">20178 6546 1086 0,'0'0'486'0,"0"0"-284"16,0 0 36-16,0 0-62 0,-114-23-42 15,79 45 40-15,-8 23-94 16,1 35 2-16,4 2 17 16,11 12-50-16,9 1 30 15,14-12-57-15,4 3-21 16,0-11 4-16,8-15 5 15,21-12-16-15,8-13 6 16,27-14-106-16,-3-9-120 16,-11-10-344-16</inkml:trace>
  <inkml:trace contextRef="#ctx0" brushRef="#br0" timeOffset="33952.18">20430 7077 1543 0,'0'0'515'0,"0"0"-408"15,0 0-107-15,0 0 102 16,0 0-3-16,145-52-75 16,-97 23-24-16,2-5-4 15,-8 0-67-15,-11 1-21 16,-15-1-79-16,-14 7 36 15,-2 0 46-15,-18 9 66 16,-20 8 23-16,-6 10 61 0,-5 0 71 16,-5 23 35-1,12 11-51-15,9 12 33 0,8 4-36 16,21 2-52-16,4-2 33 16,4-2-85-16,25-8 13 15,13-9-16-15,7-11-6 16,12-11-1-16,17-9-145 15,-11-5-117-15,-17-18-280 0</inkml:trace>
  <inkml:trace contextRef="#ctx0" brushRef="#br0" timeOffset="34469.93">20835 6282 1265 0,'0'0'500'0,"0"0"-306"15,0 0-65-15,0 0-29 16,0 0-36-16,0 0 38 16,0 0-44-16,-13-24-37 15,13 22 33-15,0-2-53 16,13-2 19-16,10 2-20 15,-1 0 24-15,3 2-24 16,2 2 0-16,-12 2 0 16,-4 18 35-16,-11 6-27 15,0 11 39-15,-26 0 16 16,-11 5-41-16,4 0 53 16,2-5-75-16,4-5 0 15,14-9 3-15,9-4 6 0,4-7-9 16,4-2 0-1,25-7 13-15,13-3-34 0,5 0-84 16,26-29-165-16,-10-3-257 16,-14-4-644-16</inkml:trace>
  <inkml:trace contextRef="#ctx0" brushRef="#br0" timeOffset="34822.71">21177 6254 1418 0,'0'0'313'15,"0"0"-181"-15,0 0-2 16,0 0 40-16,0 0-3 16,0 0-64-16,58 141 48 0,-58-94-84 15,-16-1-41 1,0-3 30-16,3-9-50 0,0-12-6 16,11-8 0-16,2-11 9 15,0-3-24-15,4-12-3 16,18-17-206-16,-2-14 13 15,3-5-113-15,-6-3-7 16,-5 0-48-16,-8 9 379 16,-4 12 56-16,0 19 465 15,0 11-230-15,-9 1-139 16,4 27-109-16,3 10 48 16,2 7 14-16,2 3-71 15,23 0 24-15,6-2-58 16,23 5-134-16,-9-12-156 15,-3-11-632-15</inkml:trace>
  <inkml:trace contextRef="#ctx0" brushRef="#br0" timeOffset="35084.89">21591 6972 1377 0,'0'0'795'16,"0"0"-542"0,0 0-170-16,0 0-1 0,0 0-31 15,0 0 25-15,130-12-42 16,-88 5-14-16,-2 4-40 15,3-6-16-15,3-5-191 16,-13-4-90-16,-8 1-426 0</inkml:trace>
  <inkml:trace contextRef="#ctx0" brushRef="#br0" timeOffset="35240.04">21834 6771 1955 0,'0'0'526'16,"0"0"-489"-16,0 0 17 15,-71 115-38-15,53-67 5 0,0 6 36 16,9 4-56-16,-2 23-2 16,11-18-187-16,0-13-509 0</inkml:trace>
  <inkml:trace contextRef="#ctx0" brushRef="#br0" timeOffset="35791.41">22276 7002 1345 0,'0'0'943'0,"0"0"-650"16,0 0-268-16,0 0-1 15,0 0 18-15,0 0 1 0,0 0 54 16,162-46-97-16,-106 17-3 16,0-6 1-16,-10-1-75 15,-5-3-22-15,-22 6-45 16,-9 1 2-16,-10 5 84 16,-12 10-28-16,-21 6 58 15,-7 11 28-15,-5 0 28 16,-1 24 82-16,6 14-16 15,9 10-39-15,10 5 51 16,19 1-70-16,2-3-4 16,23-2 0-16,14-11-22 15,14-8 12-15,5-12-22 16,2-12-47-16,2-6-63 0,9-18-128 16,-11-11-266-1,-15-5-574-15</inkml:trace>
  <inkml:trace contextRef="#ctx0" brushRef="#br0" timeOffset="36193.05">22940 6346 1053 0,'0'0'481'15,"0"0"-343"-15,0 0 5 16,0 0 24-16,0 0 5 16,53 142-56-16,-53-93 41 0,-7-3-66 15,-3-5-45-15,-9-8-7 16,11-11-26-16,1-10-13 16,7-8 12-16,0-4-5 15,0-8-14-15,15-20-51 16,8-12-94-16,4-8-6 15,-7-6-69-15,0-1 53 16,-11 7 39-16,-2 11 135 16,-7 14 161-16,0 15 122 15,0 8-141-15,-7 8-75 16,-2 24-38-16,0 9 58 16,9 6 6-16,0 4-72 0,2-1 19 15,21-1-40 1,6-8-50-16,19-1-87 15,-1-12-149-15,0-9-219 0</inkml:trace>
  <inkml:trace contextRef="#ctx0" brushRef="#br0" timeOffset="36450.45">23466 6902 1433 0,'0'0'622'16,"0"0"-461"-16,0 0-27 16,0 0-32-16,143-16-58 15,-97 10 12-15,6-2-56 16,-5-1-6-16,-5 0-70 15,-2-5-139-15,-18-1-105 16,-7 2-373-16</inkml:trace>
  <inkml:trace contextRef="#ctx0" brushRef="#br0" timeOffset="36594.68">23767 6649 945 0,'0'0'1061'0,"0"0"-851"16,0 0-167-16,0 0 38 0,-85 153-59 15,58-90-1-15,2 4-21 16,19 12-19-16,2-18-156 16,4-16-417-16</inkml:trace>
  <inkml:trace contextRef="#ctx0" brushRef="#br0" timeOffset="36845.36">24068 6895 829 0,'0'0'949'0,"0"0"-830"16,67-136-119-16,-47 80-25 16,-1 6 25-16,-5 10 147 15,-3 12 150-15,-4 16-98 0,-7 12-125 16,0 10-74 0,0 26 2-16,-11 16 71 0,-4 10-30 15,-1 5-33-15,-3 1 16 16,13-4-20-16,-3-10-12 15,9-9-27-15,0-17-173 16,0-23 17-16,13-5-185 16,1-7-692-16</inkml:trace>
  <inkml:trace contextRef="#ctx0" brushRef="#br0" timeOffset="37022.8">24514 6445 646 0,'0'0'1535'15,"0"0"-1378"-15,0 0-19 16,0 0-46-16,82 140 30 16,-82-66 17-16,-9 28-78 15,-26 27 0-15,-19 21-61 16,7-13-39-16,5-15-17 16,15-46-241-16,20-36-342 0</inkml:trace>
  <inkml:trace contextRef="#ctx0" brushRef="#br0" timeOffset="37524.36">25055 6670 1129 0,'0'0'590'16,"0"0"-488"-16,0 0-56 15,0 0 21-15,-140 68 174 16,95-24-96-16,12 6-82 16,6-2 2-16,16-7-63 15,11-6-2-15,0-13 0 0,27-14-22 16,8-8 16-16,28-36-147 16,-12-10-345-16,-7-4-806 0</inkml:trace>
  <inkml:trace contextRef="#ctx0" brushRef="#br0" timeOffset="37731.5">25196 6004 1758 0,'0'0'530'0,"0"0"-490"16,0 0-25-16,-11 112 108 15,-5-25-1-15,1 32 11 16,-8 21-35-16,7-7-98 0,5-26 41 15,5-35-41 1,4-21-47-16,-3 4-30 0,2 9-126 16,-1-9-74-1,4-23-479-15</inkml:trace>
  <inkml:trace contextRef="#ctx0" brushRef="#br0" timeOffset="38099.89">25233 6636 1557 0,'0'0'505'0,"0"0"-455"16,0 0 75-16,0 0-11 15,0 0 2-15,79 135 40 16,-77-84-74-16,0 2-6 16,-2-1-22-16,0-12-42 0,0-7 12 15,0-11-24-15,0-12 1 16,0-10-3-16,0 0 2 15,11-18-1-15,14-20-104 16,-1-14-151-16,3-12 84 16,-2-5-62-16,-10 6-53 15,-3 10 258-15,-12 23 29 16,0 24 476-16,-21 6-345 16,-1 38-57-16,5 14 43 15,5 8-63-15,12 5 2 0,0-5 32 16,41-4-80-1,11-10-11-15,25-12 3 0,41-18-142 16,-18-12-110 0,-11-4-680-16</inkml:trace>
  <inkml:trace contextRef="#ctx0" brushRef="#br0" timeOffset="39326.3">18526 8860 1654 0,'0'0'607'0,"0"0"-408"0,0 0-137 16,0 0-4-16,0 0 5 16,118 0-63-16,-66 0 42 15,-4 0-42-15,-3 0-31 16,-5 0-59-16,-15 7-134 15,-25 9-131-15,-9-2-274 16,-20 0-688-16</inkml:trace>
  <inkml:trace contextRef="#ctx0" brushRef="#br0" timeOffset="39454.58">18473 8988 1478 0,'0'0'651'16,"0"0"-500"-16,0 0-6 15,0 0-51-15,0 0-26 0,165 0-25 16,-92 0-43-16,30 2-119 15,-21-2-177-15,-15 0-806 0</inkml:trace>
  <inkml:trace contextRef="#ctx0" brushRef="#br0" timeOffset="40340.54">19670 8853 1386 0,'0'0'390'0,"0"0"-135"16,0 0-13-16,0 0-66 15,0 0-33-15,0 0-96 16,60-146 10-16,-40 91-48 0,4-1 15 15,-8-2-44 1,-1 0 20-16,-3 2-40 0,-1 6 22 16,-7 9-49-16,0 14 67 15,-4 10-7-15,0 16 14 16,0 1-31-16,0 13 7 16,0 23 17-16,-2 13 38 15,-2 9-36-15,2 9 16 16,0 4-18-16,-3 1 9 15,3-2-27-15,-2 8-107 16,-3-20-185-16,0-12-385 0</inkml:trace>
  <inkml:trace contextRef="#ctx0" brushRef="#br0" timeOffset="40482.64">19489 8957 887 0,'0'0'1166'16,"0"0"-872"-16,0 0-168 15,133-10-71-15,-67 2-18 16,7 4-3-16,-4 1-23 16,9 3-22-16,-13 0-135 15,-21 7-433-15</inkml:trace>
  <inkml:trace contextRef="#ctx0" brushRef="#br0" timeOffset="40808.61">19574 9261 370 0,'0'0'982'0,"0"0"-458"16,0 0-291-16,0 0-95 15,0 0-75-15,0 0-39 16,118-61 22-16,-87 59-39 15,-9 2 20-15,-12 8-20 16,-10 21 4-16,-21 12 84 16,-25 9 10-16,-10 6-21 15,-4-2 10-15,6-9-78 16,23-11 26-16,18-12-39 0,13-10 14 16,19-9-6-1,33-3-11-15,19-1-50 0,45-33-62 16,-16 2-214-16,-6-5-344 0</inkml:trace>
  <inkml:trace contextRef="#ctx0" brushRef="#br0" timeOffset="41210.9">20276 8969 1073 0,'0'0'1075'0,"0"0"-782"0,0 0-248 15,0 0 19-15,0 0-18 16,0 0-39-16,141-42 8 16,-101 18-15-16,-7-5-58 15,-13 0-59-15,-11-2-60 16,-9-2 36-16,-9 3-19 15,-27 3 66-15,-10 10 94 16,-8 8 13-16,-2 9 109 16,5 9 81-16,13 23-82 15,9 8 23-15,16 6-34 16,13 1-36-16,4-6 25 16,36-3-80-16,7-6 14 15,13-5-33-15,5-12-6 0,4-4 5 16,-7-8-163-1,12-3-115-15,-18-12-210 0,-12-5-735 0</inkml:trace>
  <inkml:trace contextRef="#ctx0" brushRef="#br0" timeOffset="41684.3">20532 8149 1128 0,'0'0'408'16,"0"0"-218"-16,0 0 50 16,0 0-76-16,0 0-71 0,0 0-12 15,0 0-63 1,116-59 4-16,-98 66 0 0,-9 20-11 15,-9 12 76-15,-9 6-11 16,-24 10 21-16,-10 0 25 16,1-5-86-16,4-6 16 15,18-12-52-15,9-8 21 16,11-7-12-16,11-10-7 16,20-5-2-16,13-2 0 15,10 0-17-15,6-18-35 16,21-18-154-16,-21 3-141 15,-8 0-384-15</inkml:trace>
  <inkml:trace contextRef="#ctx0" brushRef="#br0" timeOffset="42374.82">21350 9053 568 0,'0'0'1171'0,"0"0"-606"16,0 0-318-16,0 0-25 15,0 0-130-15,0 0-55 0,0 0-7 16,143-58-24-16,-91 55-7 16,-6-1 1-16,-1-1-151 15,-1-5-152-15,-13 1-292 16,-10-4-462-16</inkml:trace>
  <inkml:trace contextRef="#ctx0" brushRef="#br0" timeOffset="42531.93">21591 8789 1733 0,'0'0'509'16,"0"0"-450"-16,0 0-20 15,0 0 130-15,0 0-90 16,-58 143-33-16,43-96-28 16,-1 24-18-16,3-13-173 0,2-14-376 15</inkml:trace>
  <inkml:trace contextRef="#ctx0" brushRef="#br0" timeOffset="43050.4">22255 9029 1855 0,'0'0'609'16,"0"0"-507"-16,0 0-18 16,0 0 8-16,0 0-60 15,166-48 18-15,-111 20-48 16,-4-4 22-16,1-3-45 16,-10 0 21-16,-13-2-38 0,-13 2-8 15,-14 0-75-15,-2 8 43 16,-18 5 24-16,-11 8 24 15,-13 14 7-15,1 0 17 16,1 19 6-16,7 21 44 16,4 7-5-16,16 5 69 15,11 0-43-15,2-4-55 16,19-6 46-16,19-8-55 16,5-10 4-16,5-7-5 15,8-13-39-15,23-4-67 16,-17-14-164-16,-13-8-392 0</inkml:trace>
  <inkml:trace contextRef="#ctx0" brushRef="#br0" timeOffset="43486.07">22891 8263 1273 0,'0'0'554'0,"0"0"-416"15,0 0-110-15,0 0 34 16,0 0 21-16,0 0 32 0,0 0 2 16,74 144-39-1,-74-95 49-15,-14-6-84 0,1-6-33 16,-1-11 10-16,10-12-1 15,4-12-19-15,0-2 23 16,0-9-23-16,18-22-184 16,-1-8-144-16,8-7-55 15,-9-3 23-15,-3 1 20 16,-9 10 296-16,-4 11 44 16,0 15 622-16,-4 12-236 15,-12 10-163-15,-6 23-35 16,6 10-37-16,12 8-92 15,4 5 26-15,0 0-85 16,27 0 4-16,6-5-11 16,32 3-192-16,-14-17-145 0,3-7-564 0</inkml:trace>
  <inkml:trace contextRef="#ctx0" brushRef="#br0" timeOffset="43718.41">23459 8951 1038 0,'0'0'1093'0,"0"0"-825"15,0 0-93-15,0 0-32 0,0 0-84 16,0 0 18-16,148-14-77 15,-104 4-12-15,1 1-52 16,-1-12-225-16,-6 3-100 16,-16-1-467-16</inkml:trace>
  <inkml:trace contextRef="#ctx0" brushRef="#br0" timeOffset="43869.68">23720 8657 1903 0,'0'0'333'15,"0"0"-240"-15,0 0-11 16,-78 132-6-16,58-81 11 16,-3 4-78-16,8-1-9 15,1 10-67-15,8-16-298 16,-1-12-896-16</inkml:trace>
  <inkml:trace contextRef="#ctx0" brushRef="#br0" timeOffset="44823.68">24328 8763 1303 0,'0'0'492'0,"0"0"-337"16,0 0-51-16,0 0-29 15,0 0 64-15,0 0-65 16,0 0-37-16,43-16 10 15,-34 36-38-15,-7 10 68 16,0 8 16-16,-2 4-34 16,0 2 41-16,-13 0-63 0,-3-2-13 15,1-8 2 1,1-6-10-16,5-12-16 0,5-5 0 16,4-10 6-16,0-1 2 15,2-3-8-15,19-22-42 16,0-12-145-16,8-14-24 15,-2-9-48-15,0-4-26 16,-13 4-36-16,-3 10 321 16,-11 20 139-16,0 16 251 15,-9 14-178-15,-9 9-174 16,-7 23 51-16,8 11 17 16,5 5-44-16,10 0 39 15,2-1-87-15,14-1-13 16,19-9-1-16,16-4-199 15,40-14-70-15,-9-9-368 0,-4-10-283 16</inkml:trace>
  <inkml:trace contextRef="#ctx0" brushRef="#br0" timeOffset="45100.86">25218 8865 1543 0,'0'0'874'0,"0"0"-581"15,0 0-130-15,0 0-110 0,0 0-52 16,167-51 54-16,-97 36-55 15,1-2-2-15,0 5-8 16,-1-5-86-16,-8-7-110 16,-14 6-168-16,-19 0-367 0</inkml:trace>
  <inkml:trace contextRef="#ctx0" brushRef="#br0" timeOffset="45271.98">25606 8492 945 0,'0'0'845'16,"0"0"-565"-16,-67 104-87 16,29-43-32-16,5 6 19 15,-3 6-119-15,5 2-10 16,6 0-51-16,9 16-20 16,10-21-192-16,6-16-455 0</inkml:trace>
  <inkml:trace contextRef="#ctx0" brushRef="#br0" timeOffset="45692.33">26986 8270 1401 0,'0'0'278'0,"0"0"-183"15,-143-28 3-15,74 28 151 16,-2 35-75-16,-14 39 10 0,-2 37-8 16,14 25-93-16,17-8 32 15,33-29-67-15,23-35-48 16,5-23 75-16,24 0-75 16,18-1 24-16,20 0 2 15,6-9-7-15,12-16-37 16,2-6 18-16,33-9-146 15,-24-9-174-15,-11-10-601 0</inkml:trace>
  <inkml:trace contextRef="#ctx0" brushRef="#br0" timeOffset="45793.4">27586 8913 1309 0,'0'0'613'16,"0"0"-613"-16</inkml:trace>
  <inkml:trace contextRef="#ctx0" brushRef="#br0" timeOffset="61665.33">20889 8238 682 0,'0'0'228'0,"0"0"-218"16,0 0 11-16,0 0 291 16,0 0-51-16,0 0-139 15,0 11-90-15,0-11 37 16,0 0-11-16,0 0 8 15,0 0 40-15,0 0-10 0,0 0 35 16,-2 0 5 0,-3-2-51-16,1 0 20 0,2-1-54 15,0 1-26-15,0 0 48 16,-4-1-58-16,4 1 22 16,2 0 20-16,-2 0-42 15,2 1 39-15,0 1-20 16,0-2-28-16,0 2 49 15,0 0-41-15,0 0-5 16,0 0-9-16,0 0 15 16,4 0-24-16,8 0 9 15,1 0 0-15,1 0-20 16,-3 3 21-16,-7 15-1 16,-4 7 0-16,0 6 16 0,-2 8-10 15,-21 0-6-15,4 0 6 16,-8-6 8-16,7-1-13 15,2-11-1-15,9-7 0 16,0-8 21-16,9-1-19 16,0-5-2-16,0 0 0 15,9-15-11-15,13-13-14 16,7-14-32-16,9-6 5 16,0-6-59-16,-4 1 72 15,-3 9-2-15,-7 12 41 16,-10 12 22-16,-12 10 60 15,-2 8 18-15,0 2-31 16,-4 2-59-16,-12 18 11 0,3 10-21 16,4 5 0-16,9 5 2 15,0-3 17-15,13 2-19 16,16-5 0-16,0-4-70 16,4 0 15-16,-6-6-265 15,-6-8-479-15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2-07T10:04:29.880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2329 4142 1081 0,'0'0'552'0,"0"0"-473"16,0 0-47-16,0 0-27 15,0 0 8-15,0 0 66 16,2 0 165-16,-2 0-170 15,0 0-34-15,3 0-14 16,-3 0 97-16,0 0 12 16,0 0-72-16,0 0 20 15,0 0-43-15,0 0 6 16,0 0 21-16,0 0-43 16,0 0 26-16,0 0-6 15,0 0-35-15,0 0 54 0,0 0-39 16,0 0 5-16,6 0 23 15,5 4-30-15,3 4 38 16,6-3-60-16,6-4 8 16,10 2-8-16,9-2 0 15,2-1 0-15,1 0 0 16,2 0-45-16,-2 0-11 16,-1 0-83-16,3 0-164 15,-13 4-57-15,-10-1-488 0</inkml:trace>
  <inkml:trace contextRef="#ctx0" brushRef="#br0" timeOffset="248.57">2402 4349 1861 0,'0'0'626'0,"0"0"-442"16,0 0-65-16,0 0-8 15,0 0-45-15,0 0-60 16,0 0 34-16,161-21-40 16,-103 18-29-16,0 3-12 15,12 0-195-15,-13 0-311 16,-12 5-1002-16</inkml:trace>
  <inkml:trace contextRef="#ctx0" brushRef="#br0" timeOffset="2073.51">3466 3650 1119 0,'0'0'243'16,"0"0"-89"-16,0 0-29 0,0 0 11 16,0 0 50-1,0 0-82-15,0 0-16 0,-25 0-33 16,25 0-49-16,0 0 41 16,-2 0-46-16,0 5-1 15,-3 7 23-15,1 6-9 16,-2 9 27-16,-4 4 14 15,1 14-25-15,-1 10 68 16,0 11-55-16,3 13-15 16,3 9 35-16,2 3-53 15,0 1 33-15,2-2-22 16,0-4-13-16,0-5 28 16,-2-11-36-16,-5-8 0 15,-2-10 32-15,-2-10-31 0,2-9 36 16,-3-12-37-16,2-5 12 15,-3-5-8-15,-1-6-4 16,1-2-12-16,-1-1-15 16,1-2-159-16,-3 0-95 15,3 0-315-15,3 0-534 0</inkml:trace>
  <inkml:trace contextRef="#ctx0" brushRef="#br0" timeOffset="5770.76">3929 3948 901 0,'0'0'332'0,"0"0"-293"16,0 0-30-16,0 0 287 15,0 0 78-15,0 0-195 16,3-6-67-16,-3 5-35 15,0 1 86-15,0-3-33 16,0 3-69-16,0 0 30 0,0 0-53 16,0 0 6-16,0 0 18 15,0 0-62-15,0 0 31 16,0 0-31-16,0 0 0 16,0 0-9-16,2 0 9 15,3-3 0-15,1 0-1 16,7-8 13-16,5-1-13 15,11-11 1-15,5-3-16 16,3-6 4-16,2-3-25 16,1-2 5-16,-3-2-13 15,1-1-63-15,-7 4 40 16,-2 0-3-16,-6 4-6 16,-7 5 71-16,-3 2-22 0,-7 9 28 15,-1 2-14 1,-3 8 31-16,-2 2 8 0,0 2 21 15,0 2-24-15,0 0 0 16,0 0-22-16,0 0-16 16,0 14 15-16,0 10 1 15,-7 10 40-15,1 10 5 16,-3 6-17-16,-5 3 38 16,1-2-65-16,-3 5 16 15,-1-5-17-15,1 2 22 16,3-4-44-16,1 9-51 15,4-10-183-15,5-13-275 0</inkml:trace>
  <inkml:trace contextRef="#ctx0" brushRef="#br0" timeOffset="6252.13">4721 3918 1677 0,'0'0'515'0,"0"0"-279"15,0 0-83-15,0 0-3 16,0 0-36-16,0 0-68 16,0 0 5-16,24 0-50 0,5 0-1 15,10 0 18-15,3 0 0 16,4-6-8-16,1 0-10 16,-3 0-51-16,4 4-21 15,3 2-242-15,-13 0-270 16,-7 0-552-16</inkml:trace>
  <inkml:trace contextRef="#ctx0" brushRef="#br0" timeOffset="7409.29">5766 3567 537 0,'0'0'761'15,"0"0"-618"-15,0 0-68 16,0 0 66-16,0 0 46 15,0 0 12-15,0 0-35 16,13-72-77-16,-13 68 21 16,0 1-19-16,-2 3-49 15,-11-3-3-15,-5 3-37 16,-7 0 0-16,-3 12-10 16,-8 11 26-16,-4 6-16 0,-2 9 8 15,-1 4 1-15,1 6 41 16,4 0-27-16,7 1-4 15,4-3 12-15,9-3-22 16,7-4 15-16,11-6-24 16,0-1 8-16,0-7-4 15,9-4-3-15,14-4-1 16,6-6 0-16,6-10-10 16,3-1 9-16,-1 0-52 15,2-17-51-15,-8-4 38 16,-7 1-47-16,-8 3 38 15,-7 5 47-15,-7 3 11 0,-2 5 17 16,0 4 23 0,-13 0-22-16,-8 0 41 0,2 8-23 15,-1 6 19-15,1 4 1 16,11 0-32 0,3-2 34-16,5-2-41 0,0-3 0 15,3-2 29-15,15-2-28 16,8-7-1-16,3 0 0 15,2-7-39-15,5-18 33 16,-4-1-42-16,-3-9-13 16,-10 1 39-16,-5 0-34 15,-14 1 29-15,0 7 26 16,-10 1 1-16,-9 9 14 0,-6 4 12 16,-2 8-4-1,7 4 50-15,5 0-60 0,4 0 36 16,4 0 2-16,2 5-44 15,5 6 19-15,0-2-24 16,23 2 10-16,4-3 11 16,8-4-13-16,7-4-9 15,3 0 0-15,2-8-23 16,-2-7 22-16,-8-6-15 16,-1 1 5-16,-14-1-2 15,-9 5 19-15,-7 2-6 16,-6 4 29-16,0 5-6 15,0 0 35-15,0 5-52 16,-10 0-5-16,1 3-2 16,1 17-41-16,0 10 42 0,2 4-1 15,-1 2 10 1,7 2 8-16,-2 0-16 0,0-4 0 16,-2-4 10-16,-4-2-1 15,-5-2-10-15,3-2 0 16,-9 1-13-16,2-6-21 15,-8-1-160-15,5-5-274 16,7-8-247-16</inkml:trace>
  <inkml:trace contextRef="#ctx0" brushRef="#br0" timeOffset="8278.44">6364 3567 469 0,'0'0'1145'15,"0"0"-906"-15,0 0-62 16,0 0-30-16,0 0-35 15,0 0 37-15,0 0-71 16,-143 40-29-16,112-6 23 16,4 6-47-16,5 3 35 15,4 0-8-15,4 2-43 16,8-1 28-16,6 0-37 16,0-3 0-16,0-6 4 15,6-1 15-15,15-7-38 0,1-4-8 16,2-7-140-1,17-11-47-15,-6-5-317 0,-6 0-425 0</inkml:trace>
  <inkml:trace contextRef="#ctx0" brushRef="#br0" timeOffset="8646.73">6424 3756 1358 0,'0'0'384'16,"0"0"-163"-16,0 0-117 15,0 0-20-15,0 0 31 16,0 0-72-16,0 0-24 16,51-89-19-16,-33 89 11 0,-5 0-17 15,-5 9 6-15,-8 14 0 16,0 9 24-16,-19 8 8 15,-10 5 39-15,-6 2 17 16,4-8-64-16,2-7 31 16,8-8-31-16,10-8-23 15,9-6 15-15,2-2-5 16,0-4-11-16,22 0 20 16,5-2-5-16,9-2-30 15,0 0-14-15,1 0-93 16,11-12-40-16,-11-2-305 15,-8-2-306-15</inkml:trace>
  <inkml:trace contextRef="#ctx0" brushRef="#br0" timeOffset="9034.94">6716 3724 1035 0,'0'0'706'16,"0"0"-545"-16,0 0-70 15,0 0-15-15,0 0 24 16,0 0 22-16,0 0-56 16,60 68 11-16,-60-30 9 15,0 0-51-15,0-2 18 0,-9-2-33 16,7-8-5-16,-2-8-6 16,2-7-9-1,-4-4 0-15,6-5-7 0,0-2-2 16,0-2-3-1,6-19-39-15,2-14-127 0,3-5 14 16,-1-4-85-16,-4 6 55 16,1 12 157-16,-7 10 37 15,0 14 91-15,0 2-37 16,0 11 16-16,0 17 106 16,-5 5-83-16,5 1-34 15,0-2-8-15,0-2-50 16,21-4 22-16,0-5-23 0,2-6-76 15,12-15-81 1,-6 0-196-16,0 0-520 0</inkml:trace>
  <inkml:trace contextRef="#ctx0" brushRef="#br0" timeOffset="9209.18">7239 3595 1860 0,'0'0'267'15,"0"0"-115"-15,0 0-64 16,0 0 4-16,41 135 15 16,-41-76-74-16,-4 12 13 15,-21 3-46-15,-24 22-162 16,7-21-183-16,-1-16-715 0</inkml:trace>
  <inkml:trace contextRef="#ctx0" brushRef="#br0" timeOffset="11138.7">4134 4289 929 0,'0'0'337'16,"0"0"-175"-16,0 0-73 16,0 0 56-16,0 0 7 15,0 0 5-15,0 0-31 16,0 0-82-16,0 0 27 16,0 0 0-16,0 0-36 15,0 0 29-15,0 0-63 16,7 0 14-16,7 0 13 0,1 0-19 15,5 0 4 1,3 0-13-16,4-2 1 0,0-1 2 16,6 3-2-16,0-5-1 15,3 3 0-15,-1 0 21 16,1 0-21-16,-3 2 0 16,-2 0 0-16,4 0-12 15,-4 0 12-15,0 0 0 16,0 0 0-16,0 0 14 15,-2 0-20-15,0 0 6 16,5 0 0-16,-5 0-3 16,0 0 3-16,2 2 0 15,0 0-11-15,0-2 22 0,0 0-12 16,3 0 1 0,-3 0 0-16,0 0-11 0,-2 2 11 15,0-2 0-15,0 0 0 16,0 0 12-16,0 2-12 15,0-2 0-15,-1 3 0 16,1-3-11-16,0 3 11 16,3-1 0-16,-1 0 0 15,3-2 17-15,-1 2-17 16,1 1 0-16,-1-3 0 16,5 0-13-16,-3 0 13 15,1 0 0-15,2 0 0 0,-2 0 15 16,-3 0-24-1,3 0 9-15,-3 3 0 16,0 1-8-16,-4-2 9 0,7 2-1 16,-7 0 0-16,2-1 18 15,-2-2-20-15,2 1 2 16,-2 0 0-16,6 0-10 16,-2-2 10-16,0 2 0 15,1-2-1-15,-3 0 17 16,2 0-25-16,-2 3 9 15,-2-3 0-15,7 2-9 16,-5-1 10-16,0-1-1 16,3 0 0-16,1 2 7 15,2-2-7-15,-4 2 0 16,2 0 0-16,-3 3 5 0,-1 0 1 16,-2 2 14-16,0 0-18 15,2 0 17-15,0 2-17 16,5-3-2-16,1 0 0 15,11-4 13-15,0 0-7 16,6-2 6-16,-3 0-12 16,1 0 1-16,-6 0-1 15,-1-2 0-15,-5-3 0 16,-4 0-8-16,-12 3 7 16,1-2 0-16,-12 4-83 15,-7 0-76-15,-6 0-117 16,-15 0-382-16,-7 0-465 0</inkml:trace>
  <inkml:trace contextRef="#ctx0" brushRef="#br0" timeOffset="12276.22">5536 4596 821 0,'0'0'398'16,"0"0"-176"-16,0 0-6 15,0 0-58-15,0 0 0 16,0 0 31-16,0 0-85 16,0 0-23-16,0 0-13 15,0 0-32-15,0 0 37 16,0 0-51-16,0 0-21 16,0 0 21-16,0 0-14 0,0 0-16 15,0 0 8-15,0 0-19 16,0 0 4-16,0 0 2 15,0 0-18-15,0 0 30 16,0 0-31-16,0 2 15 16,-6 0-1-16,2-2-36 15,1 0 41-15,1 0-46 16,0 0-42-16,2 0-25 16,0-4-47-16,0-2 38 15,0 2-32-15,0 2-73 16,2 2 108-16,7 0 37 15,-5 0 61-15,-4 2 34 16,0 8 13-16,0 2 74 0,0-2 32 16,-8-3-10-1,-3 0 36-15,-3-3-40 0,3-4 6 16,-1 0-2-16,6 0-60 16,-1-6 55-16,7-11-18 15,0-6-86-15,11-3 0 16,10 0-4-16,3 2 4 15,1 6 5-15,-6 5 6 16,2 11 20-16,-8 2-11 16,-8 4-19-16,-5 20 64 15,-10 13-17-15,-23 9 26 16,-15 4-3-16,-13 6-50 0,-11-2 28 16,-1-8-46-1,7-8 3-15,3-9-12 0,10-15-33 16,12-11-41-16,15-3-13 15,12-3-61-15,14-20-57 16,6 1-53-16,23 2 139 16,8 8 125-16,1 10 52 15,-5 2 73-15,0 10 11 16,-2 16-14-16,-2 5 38 16,-2-2-42-16,7-2-56 15,3-3 12-15,3-6-66 16,7-7 13-16,36-11-21 15,-12 0-171-15,-2-5-215 0</inkml:trace>
  <inkml:trace contextRef="#ctx0" brushRef="#br0" timeOffset="12879.29">7853 4103 1475 0,'0'0'484'0,"0"0"-399"15,0 0-9-15,-118 29-2 16,66 3 19-16,6 7 8 16,1 3-39-16,7 0-61 15,16-4 18-15,11-4-18 16,11-10-2-16,0-7-5 16,19-8-62-16,16-9 22 15,2 0-73-15,21-35-131 16,-9-2-63-16,-8-1-329 0</inkml:trace>
  <inkml:trace contextRef="#ctx0" brushRef="#br0" timeOffset="13345.95">7922 3372 1013 0,'0'0'738'16,"0"0"-644"-16,0 0-75 15,0 0 23-15,-9 119 31 16,-2-51 92-16,-2 28-32 16,-3 29-45-16,-2-5 25 15,9-14-71-15,0-16-1 0,5-23-6 16,-3 1-26 0,3 2 19-16,2-12-28 0,0-12-17 15,2-10 16-15,0-11-95 16,0-11-2-16,0-13-30 15,6-1 18-15,7-15 51 16,3-19-229-16,-1-10-83 16,8-11 29-16,-1-1 14 15,5 2 211-15,-1 8 117 16,1 14 209-16,-7 14 28 16,3 13 50-16,-10 5-63 15,-1 20-8-15,-8 15-62 16,-4 5 21-16,0 6-47 15,0-2-43-15,-16 0 29 16,3-7-71-16,-1-8-28 0,5-7 12 16,5-12-18-16,4-8-8 15,0-2-1-15,2-14-68 16,27-44-150-16,-2 2-175 16,0-4-129-16</inkml:trace>
  <inkml:trace contextRef="#ctx0" brushRef="#br0" timeOffset="13473.2">8140 4068 1077 0,'0'0'602'16,"0"0"-264"-16,0 0-113 16,0 131-104-16,0-87 1 15,16-3-91-15,18-4-31 16,12-7 0-16,35-7-42 0,-13-9-221 16,-1-13-670-16</inkml:trace>
  <inkml:trace contextRef="#ctx0" brushRef="#br0" timeOffset="20437.96">2392 6321 803 0,'0'0'325'0,"0"0"71"16,0 0-227-16,0 0 63 16,0 0-13-16,0 0-43 15,-12-12 34-15,8 7-100 16,1 1-31-16,1 2 5 15,2 0-44-15,0 1 47 16,0-2-48-16,0 3-14 16,0-1 54-16,0 1-61 15,0 0 27-15,0 0-28 16,0-3 5-16,0 3-20 16,0 0-2-16,9-1 0 15,13-2-23-15,14-1 31 16,11 2-8-16,2-1 0 15,2-2-81-15,-4 5 29 0,-9 0-82 16,-15 5-173-16,-13 11-174 16,-10-3-362-16</inkml:trace>
  <inkml:trace contextRef="#ctx0" brushRef="#br0" timeOffset="20567.04">2411 6474 1298 0,'0'0'1001'0,"0"0"-852"15,0 0-74-15,0 0-65 16,0 0 21-16,0 0 17 16,159 11-48-16,-92-1 0 15,-16-2-137-15,-9-3-433 0</inkml:trace>
  <inkml:trace contextRef="#ctx0" brushRef="#br0" timeOffset="23498.32">3308 6182 880 0,'0'0'1028'0,"0"0"-777"16,0 0-84-16,0 0-16 0,0 0-33 15,0 0 46 1,0 0-70-16,13-37-48 0,11 5-27 16,5-6-1-16,2-1-36 15,3-5 18-15,-1-1-77 16,-4 1 71-16,-6 2-52 16,-3 2 22-16,-7 6 34 15,-6 4 2-15,-2 8 0 16,-5 8 2-16,0 4 11 15,0 8 72-15,0 2-77 16,0 0-7-16,0 15-1 16,-8 24 6-16,-5 14-6 15,-3 12 0-15,3 7 7 16,-1 4-20-16,2 1 13 16,-1-7-44-16,-6 10-120 0,4-17-152 15,1-17-286-15</inkml:trace>
  <inkml:trace contextRef="#ctx0" brushRef="#br0" timeOffset="23668.49">3158 6428 1698 0,'0'0'601'0,"0"0"-529"15,0 0-9-15,0 0-10 0,114 19-14 16,-72-12 44-1,5 6-70-15,2-1-13 16,11 4-5-16,-13-3-241 0,-9-1-291 16</inkml:trace>
  <inkml:trace contextRef="#ctx0" brushRef="#br0" timeOffset="25004.94">3196 6788 1425 0,'0'0'374'16,"0"0"-129"-16,0 0-86 15,0 0-20-15,0 0-70 16,0 0-57-16,0 0-12 15,-7-39-1-15,7 33-25 16,5 3 25-16,-3 1-7 16,0-1-2-16,0 3 10 15,-2 0-11-15,0 0-6 16,0 0 3-16,0 0 14 16,0 3-7-16,0 2-14 15,0-1 15-15,-4-2-20 0,-3-2 2 16,5 0 11-16,0 0 5 15,0-2 7-15,2-7-23 16,0-5-32-16,0 1 56 16,0 1-22-16,2 4 22 15,2 2-18-15,-4 5 18 16,0 1 0-16,0 0 0 16,0 0 3-16,0 7-3 15,0 5 25-15,-8 2-9 16,-4 0 33-16,3-5-48 15,3-4 10-15,4-5 31 16,2 0-33-16,0-2-9 16,0-16-35-16,8-4-61 15,11 1 58-15,-2-2-17 0,1 9 55 16,-3 5-1-16,-5 9 7 16,-6 0 5-16,-4 21 19 15,-2 16 27-15,-29 12 38 16,-17 13-64-16,-12 5 10 15,-4-3-19-15,-1-6-16 16,14-15 33-16,15-16-29 16,14-11-4-16,19-8 25 15,3-8-30-15,25 0 28 16,22 0 4-16,16-2-27 16,12-6 18-16,4-1-24 15,18-12-125-15,-18 4-119 0,-17-3-676 16</inkml:trace>
  <inkml:trace contextRef="#ctx0" brushRef="#br0" timeOffset="25673.47">3896 5709 766 0,'0'0'579'16,"0"0"-481"-16,0 0-98 16,0 0 99-16,0 0 78 15,-13 130 36-15,2-44-16 16,-7 39-87-16,-7 28-5 16,-2 7-12-16,6-26-35 15,2-36 21-15,11-36-36 16,0-6-1-16,2 5 35 15,-1 2-71-15,1 6 11 16,-1-11-16-16,2-11 20 16,1-10-15-16,-1-8-6 15,5-10 0-15,-2-9-6 16,2-3 12-16,0-7-6 16,0 0 9-16,2 0 7 15,19 0-1-15,4 0-15 0,8-5 0 16,5 0-18-16,4-3 12 15,-2-3-10-15,7 4-68 16,4-11-127-16,-11 4-138 16,-9-6-587-16</inkml:trace>
  <inkml:trace contextRef="#ctx0" brushRef="#br0" timeOffset="26048.72">3876 5697 1086 0,'0'0'1117'0,"0"0"-846"0,0 0-173 15,0 0-38-15,0 0-32 16,0 0 33-16,144-66-47 15,-96 66 1-15,-1 0-30 16,4 1-60-16,-11 16-210 16,-14-7-379-16</inkml:trace>
  <inkml:trace contextRef="#ctx0" brushRef="#br0" timeOffset="28683.6">4367 6389 1068 0,'0'0'539'15,"0"0"-349"-15,0 0 66 16,0 0-56-16,0 0 38 16,0 0-103-16,29-111-83 15,-14 94 38-15,3 0-59 16,7 2-31-16,-1 3 19 15,4 5-10-15,5 7-9 16,-5 0 0-16,1 4 14 16,-7 20-19-16,-4 10 5 15,-11 13 0-15,-7 4 33 16,0 7-33-16,-18-1 34 16,-6-3-4-16,-1-8-29 0,3-7 37 15,3-13-38-15,9-6 0 16,3-11-1-16,7-9 19 15,0 0-18-15,2-12 0 16,23-26-15-16,6-16-47 16,9-16-63-16,2-8-61 15,-8 1 27-15,-5 15 78 16,-9 18 81-16,-16 22 41 16,-4 20-9-16,0 2 10 15,-11 30-32-15,-2 11 14 16,6 6 68-16,7 6-68 15,0-2 18-15,22 0-42 16,14-10-12-16,26 0-23 0,-6-12-195 16,-6-14-370-16</inkml:trace>
  <inkml:trace contextRef="#ctx0" brushRef="#br0" timeOffset="35707.53">5305 6520 626 0,'0'0'498'15,"0"0"-321"-15,0 0 7 16,0 0 2-16,0 0-16 16,0 0 83-16,-12-15-55 15,12 9-44-15,0 2 17 16,-2-1-67-16,2 3 17 16,0 0-7-16,0 2-80 15,0 0 33-15,0 0-67 0,0 0 8 16,21 0-16-16,10 0 17 15,13 0-9-15,5 0 0 16,1 0 18-16,-2 0-54 16,-3 0 26-16,6 0-108 15,-12 0-172-15,-13 0-391 0</inkml:trace>
  <inkml:trace contextRef="#ctx0" brushRef="#br0" timeOffset="36711.18">6207 6354 1175 0,'0'0'658'0,"0"0"-485"15,0 0 7-15,0 0-34 16,0 0 32-16,0 0-89 15,0 0-59-15,74-105 15 16,-42 62-45-16,-3-4 7 16,0-1-29-16,-7 1 20 15,-2 0-5-15,-9 5-5 0,0 4 21 16,-7 10-9-16,-1 8 1 16,-3 8 10-16,0 6 65 15,0 6-76-15,0 0 1 16,0 6-1-16,0 22 0 15,-9 14-6-15,-2 17 6 16,-1 10 0-16,-3 8-21 16,6 0 21-16,0-2-7 15,-2-7-120-15,2 5-106 16,2-19-92-16,1-19-418 0</inkml:trace>
  <inkml:trace contextRef="#ctx0" brushRef="#br0" timeOffset="36904.55">6047 6525 1888 0,'0'0'368'0,"0"0"-222"16,0 0-95-16,0 0 43 16,120 0 55-16,-66 0-86 15,4 0-26-15,2 0-37 16,-4 0-2-16,-1 6-68 15,-5 0-181-15,-15 0-326 16,-10-3-556-16</inkml:trace>
  <inkml:trace contextRef="#ctx0" brushRef="#br0" timeOffset="37397.41">6123 6822 1652 0,'0'0'393'0,"0"0"-203"16,0 0-18-16,0 0-28 16,0 0-34-16,0 0 20 15,0 0-105-15,40-117-25 16,-9 99 2-16,3 6 7 16,-5 8-9-16,-9 4 0 15,-11 0-11-15,-9 24-9 16,-5 12 20-16,-24 11 0 15,-13 4 34-15,-5 3-22 16,3-5 17-16,5-9-6 16,18-10-14-16,11-10 12 15,10-4-21-15,2-6 0 0,27-4 12 16,14-3 6-16,15-3 3 16,7 0-21-16,2 0-67 15,1-12 25-15,17-2-149 16,-18 1-74-16,-13 6-416 0</inkml:trace>
  <inkml:trace contextRef="#ctx0" brushRef="#br0" timeOffset="39186.45">6981 6238 553 0,'0'0'869'0,"0"0"-650"0,0 0-115 15,0 0-21-15,0 0-13 16,0 0-55-16,0 0 58 16,15-24-43-16,-9 22-29 15,-2 0 13-15,-2 0-14 16,-2 0 0-16,2 2-1 15,-2 0 13-15,0 0-5 16,0 0-7-16,0 0 1 16,0 0 5-16,0 0 3 15,0 0-9-15,0 0 0 16,0 0 16-16,0 0-18 16,0 0 2-16,0 0 0 15,0 0 25-15,0 0-23 0,0 0 13 16,0 0 12-16,0-6-26 15,0 0 33-15,7-2-34 16,-5-2 0-16,0 0 2 16,-2 1 8-16,0 2-10 15,0-1 47-15,0 2-17 16,0 2 45-16,0 0-45 16,-6 1 2-16,-13 3 1 15,4 0-24-15,-9 0-9 16,-3 15 0-16,2 7 1 15,3 4 17-15,6 3-18 16,6 4 14-16,5 5 44 0,5 0-45 16,0 3 45-1,5-1-9-15,10-2-48 0,1 0 45 16,-3-4-46-16,-6-2 0 16,-7 0 14-16,0-2 4 15,-20 0-15-15,-11-1-3 16,-7-5 15-16,-5-7-16 15,5-4 1-15,5-12 0 16,10-1-6-16,15-8-29 16,8-22-59-16,11-8-94 15,29-7 0-15,15 0 115 16,8 6 8-16,2 12 55 16,-5 10 1-16,-9 13 18 15,-10 4 4-15,-12 11 27 16,-12 13 15-16,-13 6 50 0,-4-1-59 15,0 4 8-15,-4-3 10 16,-9-6-55-16,-1-7 34 16,3-8-43-16,9-6 9 15,2-3 13-15,0-7-22 16,9-21-194-16,20-6-59 16,6-6-51-16,8 1-180 15,-1 10 199-15,-8 10 227 16,-10 19 58-16,-9 0 172 15,-7 22 40-15,-8 13-16 16,-8 0-65-16,-11 4 24 16,-6-9-31-16,9-6-2 15,3-10 10-15,11-10-104 0,2-4-10 16,7-12-18 0,24-18-230-16,12-6-29 0,7-4 1 15,6 1 70-15,2 10 169 16,-4 9-9-16,-6 13 15 15,-5 7 7-15,-18 12 12 16,-12 20 32-16,-13 26-38 16,-9-9-80-16,-11-5-518 0</inkml:trace>
  <inkml:trace contextRef="#ctx0" brushRef="#br0" timeOffset="39487.71">8003 6168 1485 0,'0'0'343'0,"0"0"-235"16,0 0-73-16,-106 160 48 16,71-85 109-16,8 1-54 0,10-2 4 15,9-8-79 1,8-6-56-16,10-10-14 0,19-12-77 16,26-17-62-16,-6-13-92 15,-5-8-420-15</inkml:trace>
  <inkml:trace contextRef="#ctx0" brushRef="#br0" timeOffset="39855.1">8140 6342 1295 0,'0'0'486'16,"0"0"-233"-16,0 0-92 16,0 0-28-16,0 0-105 15,0 0-19-15,0 0 9 16,116-33-12-16,-93 34-6 16,-8 17 9-16,-13 10 5 15,-2 8 28-15,-19 4 38 16,-18 2-28-16,0-1 45 15,1-5-67-15,9-9 10 16,12-8-31-16,13-5 13 16,2-4-14-16,9-4-8 15,20-6-30-15,8 0 29 0,5-3-152 16,3-20-94-16,9-19-124 16,-14 3-292-1,-13 2-151-15</inkml:trace>
  <inkml:trace contextRef="#ctx0" brushRef="#br0" timeOffset="40190.58">8435 6333 1001 0,'0'0'514'0,"0"0"-268"16,0 0-127-16,0 0-61 15,0 0 95-15,0 0-32 16,48 104 35-16,-48-55-9 16,-8 2-89-16,-10-5 17 15,2-8-59-15,8-9-16 16,1-8 9-16,2-10-2 0,5-9-7 15,0-2 0 1,2-7-45-16,16-21-29 0,-2-12-128 16,4-8-105-16,-4-6 0 15,-5 1-176-15,-3 10 366 16,2 14 117-16,-8 17 181 16,-2 12-26-16,0 16 23 15,0 19 28-15,0 5-3 16,0 2-107-16,4-2-22 15,7-5-61-15,5-9 6 16,4-3-38-16,4-14-81 16,-1-9-137-16,-5 0-282 0</inkml:trace>
  <inkml:trace contextRef="#ctx0" brushRef="#br0" timeOffset="40373.04">8938 6084 1691 0,'0'0'534'0,"0"0"-455"16,0 0-14-16,27 152-40 15,-27-79 76-15,-24 4 6 16,-17 4-44-16,-3 1-14 16,-12-2-49-16,5-4-73 15,-7-3-159-15,14-19-325 16,10-21-675-16</inkml:trace>
  <inkml:trace contextRef="#ctx0" brushRef="#br0" timeOffset="40993.43">9077 5921 1972 0,'0'0'518'16,"0"0"-440"-16,0 0-61 16,0 0-2-16,151-62-15 15,-97 45 0-15,-8 3 40 16,-1-3-38-16,-5 5 4 16,-11 2-6-16,-13 2 1 15,-5 4 9-15,-11 4-10 16,0 0 11-16,0 0-11 15,0 22-8-15,-14 14 8 16,-3 18 0-16,-1 16 1 16,-6 28 38-16,-5 27-27 0,0 19 21 15,0 2 23-15,4-26-48 16,9-30 28-16,5-32-36 16,5-9 16-16,-4 8-17 15,-3 1 1-15,5 0 0 16,-2-12 7-16,-1-12 7 15,-2-7-1-15,-1-12-13 16,-1-4 0-16,-5-7 0 16,-3-4 0-16,-6 0 0 15,8 0-1-15,-2-9-16 16,3 1-15-16,9 3-108 16,7-3-88-16,4-1-24 15,0 1-476-15</inkml:trace>
  <inkml:trace contextRef="#ctx0" brushRef="#br0" timeOffset="41506.75">9859 6474 595 0,'0'0'150'0,"0"0"904"16,0 0-698-16,0 0-161 15,0 0-110-15,0 0-47 16,142 2 44-16,-99-2-55 16,7 0-2-16,-6 5-25 15,-2 0-58-15,3-3-82 16,-14-2-192-16,-14 0-375 0</inkml:trace>
  <inkml:trace contextRef="#ctx0" brushRef="#br0" timeOffset="41708.9">10194 6224 977 0,'0'0'545'0,"0"0"84"16,0 0-538-16,0 0-47 15,-69 130-36-15,46-70 29 16,7 5 0-16,3-1-36 16,13-3 25-16,0-6-26 15,0-9-106-15,34-11-131 16,-1-16-273-16,0-14-429 0</inkml:trace>
  <inkml:trace contextRef="#ctx0" brushRef="#br0" timeOffset="41935.31">10715 6074 538 0,'0'0'1026'16,"0"0"-787"-16,-127 62-99 16,76-4 7-16,4 12 40 15,18 7-22-15,18-2-26 16,11-5-21-16,9-5-87 15,31-12 20-15,6-8-51 16,20-12-42-16,3-13-3 16,22-20-129-16,-20 0-294 0,-13-11-1286 15</inkml:trace>
  <inkml:trace contextRef="#ctx0" brushRef="#br0" timeOffset="42760.51">2144 8558 607 0,'0'0'24'16,"0"0"1173"-16,0 0-710 16,0 0-235-16,0 0-109 15,0 0-32-15,0 0-25 0,-11 4-84 16,20-2 31 0,13 6-33-16,5 2 0 0,2 2-9 15,-3 7-67-15,-9 6-93 16,-11 0-180-16,-6-3-435 0</inkml:trace>
  <inkml:trace contextRef="#ctx0" brushRef="#br0" timeOffset="42899.61">2012 8874 707 0,'0'0'1171'16,"0"0"-650"-16,0 0-410 15,0 0-111-15,141 3 0 16,-89-3 0-16,16 2-89 15,-14 0-34-15,-10-2-394 0</inkml:trace>
  <inkml:trace contextRef="#ctx0" brushRef="#br0" timeOffset="44300.7">3334 8474 451 0,'0'0'39'0,"0"0"-39"0,0 0-206 16,0 0-78-16</inkml:trace>
  <inkml:trace contextRef="#ctx0" brushRef="#br0" timeOffset="46479.17">3501 8217 421 0,'0'0'56'0,"0"0"-56"16,0 0-48-16,0 0 48 15,0 0 93-15,0 0-78 16,0 0-5-16,-8-16-9 16,3 16 1-16,-1 0-2 15,-2 2-2-15,2 2 2 16,-1-3-17-16,1 5 17 16,-1-5 0-16,2-1 1 15,1 2 46-15,2-2 25 0,-1 0 70 16,3 0 20-16,-2 0-21 15,-2 0 26-15,0 0-11 16,-1 0-34-16,-2 0 30 16,0-6-14-16,1 2 37 15,0 0-8-15,-1-2-66 16,2 3 68-16,0-2-45 16,3 1-13-16,2-2 15 15,0 2-76-15,0-3-3 16,9-5-42-16,13-1 19 15,7 3-21-15,3 4-3 16,-1 6 0-16,-2 0-21 16,-2 9 10-16,-9 20 11 0,-7 7 0 15,-9 10 14 1,-2 5 1-16,-9 5-8 0,-18-3-6 16,-4-2 48-16,2-7-48 15,2-8 21-15,9-10-22 16,5-8 15-16,7-8-23 15,6-6 8-15,0-4 0 16,0 0-12-16,13-20-13 16,11-16-4-16,14-14-95 15,1-13-96-15,-2-3 40 16,-3 1-59-16,-10 9 80 16,-2 13 133-16,-10 19 26 0,-10 12 68 15,-2 12 76 1,0 0-82-16,0 14 8 0,-9 14-27 15,4 9 32-15,5 0 23 16,0 1-59-16,12-2 19 16,12-4-58-16,5-3 18 15,7-5-36-15,-3-4-79 16,1 2-134-16,-10-3-273 16,-13-8-699-16</inkml:trace>
  <inkml:trace contextRef="#ctx0" brushRef="#br0" timeOffset="46747.07">3245 8799 546 0,'0'0'631'15,"0"0"277"-15,0 0-658 16,0 0-32-16,0 0-81 16,0 0-74-16,0 0 11 15,136-24-50-15,-78 16 2 16,2 2-26-16,0 1 25 16,-4 5-52-16,-4-3 27 15,-4 3-148-15,-9 0-163 16,-12 0-509-16</inkml:trace>
  <inkml:trace contextRef="#ctx0" brushRef="#br0" timeOffset="47315.45">3424 9064 559 0,'0'0'78'15,"0"0"1167"-15,0 0-959 16,0 0-110-16,0 0-33 16,0 0 5-16,0 0 22 15,-14-54-110-15,21 34-3 0,10 1-57 16,6 5 0-1,-3 6-21-15,-2 6 21 0,-4 2 0 16,-12 6-7-16,-2 20 5 16,-10 12 1-16,-23 10 1 15,-9 5 0-15,-8-2-1 16,6-5 10-16,11-12-9 16,8-9 0-16,17-13 7 15,8-5-8-15,0-4 1 16,23-3 0-16,16 0-8 15,9 0 9-15,13 0-2 16,3-12-28-16,4-2-123 16,16-7-65-16,-14 4-302 15,-16 3-428-15</inkml:trace>
  <inkml:trace contextRef="#ctx0" brushRef="#br0" timeOffset="47900.47">4177 8787 624 0,'0'0'8'0,"0"0"809"15,0 0-555-15,0 0-189 16,0 0 114-16,0 0 7 16,0 0-58-16,0 4 3 15,0-4-78-15,0 0 18 16,0 0-36-16,0 0-30 16,0 0 51-16,0 0-64 0,0 0 10 15,0 0 4-15,0 0 2 16,0 0-13-16,0 0-3 15,0 0 0-15,0 0 3 16,0 0 5-16,0 0-8 16,15 0 44-16,6 0-43 15,4 0 41-15,0 0-42 16,10 2 9-16,0-2-9 16,5 1 0-16,2 4 0 15,-1-3-1-15,-6 4-27 16,1 2-160-16,-9-2-322 15,-9-2-466-15</inkml:trace>
  <inkml:trace contextRef="#ctx0" brushRef="#br0" timeOffset="50894.02">5750 8235 479 0,'0'0'58'16,"0"0"-58"-16,0 0 1 16,0 0 114-16,0 0 242 15,0 0-163-15,0 0-109 0,0 32 4 16,0-32 66 0,0 0-92-16,0-7-30 0,6-1 17 15,-4-1-50-15,0-1 38 16,-2 3 14-16,2-2-26 15,-2 0 61-15,0 2-46 16,0 1 14-16,0 0 20 16,-4 2-37-16,-12 4 20 15,-9 0-45-15,-4 0-4 16,0 9 47-16,0 11-19 16,7 6 0-16,8 6 28 15,8 3-35-15,6 4 59 16,0 3-9-16,9-4-70 15,2-2 47-15,-2-4-51 16,-7-2 7-16,-2 3 35 0,-13-4-41 16,-20 3 34-16,-10-3-41 15,-3-8 13-15,3-7-11 16,7-10-2-16,9-4-15 16,14-8 15-16,13-21-97 15,0-12-56-15,32-5 1 16,12-2 46-16,9 6 106 15,3 14-11-15,-4 11 11 16,-8 17 40-16,-11 0-39 16,-4 21 69-16,-10 9 4 15,-11 6-3-15,-6 2 33 16,-2 0-56-16,0-6 1 16,-2-7-15-16,-4-8-23 0,-2-6 16 15,6-8-27 1,2-3 0-16,0 0 19 0,2-2-10 15,14-20-18-15,16-10-63 16,3-1-21-16,-2 1 72 16,6 7-8-16,-13 13 19 15,-10 12-5-15,-7 2-3 16,-9 21 18-16,0 6 5 16,-5 1 7-16,-8-2 28 15,-1-8-29-15,6-6-10 16,6-9 4-16,2-5 19 15,6 0-24-15,23-21 0 16,15-5-125-16,8-6 110 16,4 2-30-16,-5 6 38 15,0 8-13-15,-12 12 26 0,-10 4-6 16,-12 6 0-16,-11 18 14 16,-6 4-11-16,0 2-3 15,0-1-4-15,-2-10-4 16,2-12-104-16,0-7-240 15,2 0-396-15</inkml:trace>
  <inkml:trace contextRef="#ctx0" brushRef="#br0" timeOffset="51079.14">6489 8161 818 0,'0'0'144'0,"0"0"615"0,0 0-589 16,-60 106-16-1,37-50-10-15,3 4-15 0,11 1 47 16,9-3-93-16,0-3-42 16,18-6-34-16,11-6-7 15,13-10-110-15,0-10-147 16,-7-16-392-16</inkml:trace>
  <inkml:trace contextRef="#ctx0" brushRef="#br0" timeOffset="51402.61">6778 8337 508 0,'0'0'78'16,"0"0"322"-16,0 0 99 15,0 0-314-15,0 0-30 16,0 0-109-16,0 0-18 15,52 14 53-15,-39 7-55 16,-10 7 18-16,-3 8 41 16,-12 4-24-16,-17 4 51 15,-9-2-29-15,5-3-18 16,4-9 32-16,11-9-79 16,9-5 4-16,9-3-14 15,0-5 12-15,18-2-9 16,16-6-11-16,3 0-112 15,26-10-39-15,-12-12-235 0,-9-3-389 0</inkml:trace>
  <inkml:trace contextRef="#ctx0" brushRef="#br0" timeOffset="51764.12">7115 8406 1192 0,'0'0'404'16,"0"0"-285"-16,0 0-33 15,0 0-4-15,0 0 107 16,20 126 19-16,-31-82-92 16,-7 4 2-16,-2-4-89 15,2-5-23-15,4-10 11 0,6-9-6 16,1-11-11-16,7-9 0 16,0 0-72-16,11-9 35 15,7-23-175-15,7-7-74 16,-1-10-7-16,-4 2-190 15,-4 1-9-15,-3 11 492 16,-11 17 232-16,-2 14 352 16,0 4-391-16,-4 13 46 15,-7 16 4-15,4 5-138 16,5 0-13-16,2 1-74 16,0-5-3-16,9-6-30 15,13-6 3-15,14-18-151 16,-8 0-169-16,-1-14-801 0</inkml:trace>
  <inkml:trace contextRef="#ctx0" brushRef="#br0" timeOffset="51934.64">7654 8197 570 0,'0'0'1601'15,"0"0"-1427"-15,0 0-92 16,0 0-50-16,63 159 50 15,-63-95-6-15,-15 8-34 16,-24 5 7-16,-12 3-49 16,-36 14-145-16,9-18-197 15,0-21-613-15</inkml:trace>
  <inkml:trace contextRef="#ctx0" brushRef="#br0" timeOffset="52768.12">5307 8959 1315 0,'0'0'407'16,"0"0"-257"-16,0 0-78 16,0 0-59-16,0 0 26 15,0 0 107-15,0 0-90 16,90-4-19-16,-46 4 2 15,9 0-38-15,8 0 48 16,5 0-7-16,6-2 1 16,1 2 27-16,-2 0-69 0,6 0 6 15,-4 0 13-15,1 0-5 16,-3 2 2-16,4 2-17 16,-1 1 1-16,9-2 2 15,-3-1-2-15,5 0-1 16,2-2 0-16,2 0 19 15,2 0-20-15,7 0 1 16,-4 0 0-16,-3 0-9 16,-10 0 12-16,-10-2-3 15,-11 2 6-15,-11 0 4 16,-11 0 7-16,-9 0-17 16,-11 0-24-16,-3 4-7 15,-1 2-116-15,-14 3-71 0,5-5-123 16,-5-1-611-16</inkml:trace>
  <inkml:trace contextRef="#ctx0" brushRef="#br0" timeOffset="53486.94">6271 9432 411 0,'0'0'1126'0,"0"0"-788"16,0 0-108-16,0 0-61 16,0 0-91-16,0 0 24 15,0 0-60-15,-23 3-12 0,-15 29 14 16,-13 7-38-16,-7-1 45 16,0 3-44-16,8-9-5 15,8-10 35-15,18-5-36 16,6-12 22-16,16-1-15 15,2-4 7-15,15 0 10 16,25 0-17-16,18 0-7 16,14-4 10-16,3-6-11 15,6 0 0-15,-6 0 0 16,-7 1-63-16,-11-3-50 16,-5 1-129-16,-19 1-153 15,-13 2-222-15</inkml:trace>
  <inkml:trace contextRef="#ctx0" brushRef="#br0" timeOffset="53646.11">6520 9382 947 0,'0'0'548'0,"0"0"186"16,0 0-600-16,0 0-111 16,-20 126-7-16,2-61 83 15,-2 5-44-15,0 6-8 16,2 3-47-16,7 16-54 15,4-16-158-15,7-20-688 0</inkml:trace>
  <inkml:trace contextRef="#ctx0" brushRef="#br0" timeOffset="54195.01">8034 9017 598 0,'0'0'81'0,"0"0"1175"15,0 0-919-15,0 0-188 16,0 0-134-16,0 0 13 15,118 7 26-15,-65-7-53 16,3 0 41-16,0 0-42 16,-5 0-55-16,-2-2-83 15,-14-10-193-15,-10-1-315 0</inkml:trace>
  <inkml:trace contextRef="#ctx0" brushRef="#br0" timeOffset="54399.14">8390 8758 738 0,'0'0'629'0,"0"0"-277"15,0 0-112-15,0 0-20 16,-42 123-122-16,21-69 57 16,6 6-66-16,1 2-50 15,1 3-11-15,5-5-28 16,0-4-21-16,8-4-126 15,0-14-179-15,6-15-325 0</inkml:trace>
  <inkml:trace contextRef="#ctx0" brushRef="#br0" timeOffset="54660.63">9072 8708 1088 0,'0'0'758'0,"0"0"-591"16,0 0-161-16,-162 39 36 15,104 5 86-15,6 12 42 16,17 4 45-16,17 2-109 16,13 3-27-16,5-3-9 15,34-6-70-15,11-5 45 16,10-12-45-16,10-9-1 15,8-9-11-15,25-14-97 16,-17-7-262-16,-17 0-520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2-07T10:08:19.901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2907 5622 947 0,'0'0'110'0,"0"0"-110"15,0 0 10-15,0 0 498 16,0 0-317-16,0 0-123 16,4-2 32-16,-4 0-15 15,-7-1 0-15,0 1 2 16,0-1-34-16,-1 1 27 16,-1 2-18-16,-5 0 0 15,-1 0 8-15,-7 0-44 16,-3 0 26-16,-8 10-13 0,-5 13-38 15,-5 4 33 1,-3 9-19-16,-6 13 1 0,4 7 30 16,3 9-40-16,9 5 25 15,11-3 10-15,17 0-41 16,8-7 45-16,6-7-45 16,30-12 0-16,13-9-1 15,14-14-3-15,10-13-53 16,32-5-121-16,-20-21-213 15,-16-3-427-15</inkml:trace>
  <inkml:trace contextRef="#ctx0" brushRef="#br0" timeOffset="568.65">2621 6041 1262 0,'0'0'854'15,"0"0"-689"-15,0 0-3 16,0 0-72-16,0 0-21 15,0 0-53-15,120-56-14 16,-55 50 15-16,0 5-17 16,-5 1 0-16,-11 7 0 15,-14 17 6-15,-14 8-6 16,-15 6 0-16,-6 3 0 16,-4-2 36-16,-21 0-35 15,0-8 17-15,2-11 12 16,7-8-21-16,9-12 18 0,7 0-23 15,7-27-4 1,28-13-83-16,14-6-60 0,7-3-28 16,5 7-15-16,-6 14 79 15,-10 13 95-15,-14 12 12 16,-11 3 56-16,-13 14 102 16,-7 16-10-16,0 7 2 15,-16 1-16-15,-6 0-69 16,4-6-10-16,3-6-52 15,5-10 10-15,8-9-26 16,2-7 11-16,12 0-68 16,13-20 1-16,12-11-127 15,-2-3-29-15,-8 0 37 16,-2 5 73-16,-16 14 115 16,-7 8 89-16,-2 7 48 0,-7 7-13 15,-13 18-28 1,-3 9 13-16,4 1-21 0,7-1-60 15,8-6 18-15,4-9-46 16,9-5 0-16,20-14 0 16,11 0-88-16,7-14-88 15,19-31-168-15,-12 5-345 16,-11 0-1-16</inkml:trace>
  <inkml:trace contextRef="#ctx0" brushRef="#br0" timeOffset="684.73">3665 6060 1038 0,'0'0'392'0,"0"0"-73"15,0 0-101-15,0 0-89 0,0 122-54 16,0-82 2 0,0-4-74-16,0-3 12 0,0-8-15 15,8-7-84-15,-4-7-198 16,1-10-490-16</inkml:trace>
  <inkml:trace contextRef="#ctx0" brushRef="#br0" timeOffset="970.06">3451 5664 1815 0,'0'0'480'15,"0"0"-420"-15,0 0 39 16,0 0-57-16,0 0-10 16,-3-116-32-16,43 88-22 15,10 10 6-15,0 16-23 16,-5 4-14-16,-7 34 21 16,-18 18-64-16,-20 39-12 15,-11-11-113-15,-14-12-537 0</inkml:trace>
  <inkml:trace contextRef="#ctx0" brushRef="#br0" timeOffset="1188.31">4026 6250 1413 0,'0'0'891'16,"0"0"-782"-16,0 0-100 15,0 0-9-15,0 0-177 16,0 0-109-16,0 0-512 0</inkml:trace>
  <inkml:trace contextRef="#ctx0" brushRef="#br0" timeOffset="1706.65">2547 6497 1568 0,'0'0'536'15,"0"0"-346"-15,0 0-12 16,0 0 2-16,0 0-80 0,0 0-34 15,136-26 10-15,-64 26-45 16,13 0 19-16,8 0 2 16,5 0-52-16,0 0 29 15,-4 10-29-15,-5-1-81 16,21 1-82-16,-27-3-413 16,-11-1-916-16</inkml:trace>
  <inkml:trace contextRef="#ctx0" brushRef="#br0" timeOffset="3546.31">2621 7539 199 0,'0'0'1589'16,"0"0"-1384"-16,0 0-134 0,0 0 54 16,0 0 62-1,0 0-101-15,0 0-52 0,60-112 14 16,-25 64-48-1,2-3-45-15,0-2-4 0,-5 0 6 16,-5 4 43-16,-8 8 7 16,-5 9 4-16,-6 10 85 15,-3 10 4-15,-5 8-33 16,0 4-7-16,0 2-59 16,0 26 7-16,0 12 4 15,-2 13-11-15,-5 2 18 16,1 0-19-16,-1-10 0 15,5-4-7-15,2-13-71 16,0-10-94-16,0-16-119 16,0-2-404-16,0-4-793 0</inkml:trace>
  <inkml:trace contextRef="#ctx0" brushRef="#br0" timeOffset="3946.69">2654 7078 1743 0,'0'0'577'15,"0"0"-453"-15,0 0-47 16,0 0-34-16,0 0-19 16,132-6 28-16,-69 6-44 15,5 6 1-15,9 0 0 16,-6 0-9-16,-9-1-35 16,-8-1-23-16,-17-3-40 0,-14-1 69 15,-12 3 11-15,-11 2 18 16,0 4 3-1,-21 6 7-15,-10 10 66 0,-7 7 24 16,1 6-32-16,1-2 8 16,7 0-54-16,11-7-22 15,9-10 12-15,7-5-3 16,2-10-9-16,7-4 0 16,15 0-41-16,7-20-7 15,0-9-153-15,0-2-22 16,-7-4 92-16,-2 6 68 15,-7 7 63-15,-3 10 10 16,-6 10 55-16,-4 2 50 16,0 19-29-16,0 15-40 15,0 10-27-15,0 14-19 0,0-7-201 16,0-13-640-16</inkml:trace>
  <inkml:trace contextRef="#ctx0" brushRef="#br0" timeOffset="4616.04">3910 7117 738 0,'0'0'1219'0,"0"0"-978"15,0 0-185 1,0 0-19-16,0 0-3 0,0 0 34 16,0 0 42-16,-77 14-74 15,77 0-10-15,0-2 12 16,0-1-38-16,3-2 22 16,10-4-7-16,3-2-5 15,0-3 11-15,-1 0-21 16,-6-7 0-16,0-7 12 15,-5 0 6-15,-4-2-11 16,0 2 29-16,-4 2-30 16,-14 7 51-16,-2 5-47 15,-4 0-8-15,-1 14-4 0,0 14 11 16,6 5-9 0,5 4 24-16,7-2-22 0,7 0 36 15,0-7-33-15,15-2 1 16,17-8 1-16,6-8-7 15,4-8-6-15,6-2-6 16,-9-2-61-16,1-16 40 16,-9 0-37-16,-12 0 26 15,-11 4 38-15,-6 4-15 16,-2 6 21-16,0 4 61 16,0 0-48-16,-6 6 16 15,2 10-11-15,4 5 1 16,0-2 32-16,8-1-44 15,17-4 1-15,4-7-8 0,4-4-41 16,-2-3 40-16,-4 0-24 16,-6-12 25-16,-13-2-16 15,-8 2 32-15,0 0 6 16,-8 1 16-16,-17 4-32 16,-4 2-3-16,0 4-3 15,4-1-62-15,5-9-121 16,9-4-301-16,9-5-657 0</inkml:trace>
  <inkml:trace contextRef="#ctx0" brushRef="#br0" timeOffset="4747.13">4321 6677 2335 0,'0'0'352'0,"0"0"-294"15,0 0-37-15,0 0-21 16,-144 165-6-16,88-89-152 15,5-8-656-15</inkml:trace>
  <inkml:trace contextRef="#ctx0" brushRef="#br0" timeOffset="8599.17">5120 6874 1644 0,'0'0'362'16,"0"0"-224"-16,0 0-77 16,0 0 26-16,0 0 51 15,0 0-48-15,0 0-18 16,0-2-68-16,0 30 10 15,0 13 76-15,0 12-43 16,0 7-12-16,-9 3 11 16,0-5-45-16,-2-6 25 0,2-6-26 15,0-8 1 1,0-9-5-16,3-6 4 0,4-9-17 16,2-8-93-16,0-6-185 15,0-14-5-15,0-10-393 0</inkml:trace>
  <inkml:trace contextRef="#ctx0" brushRef="#br0" timeOffset="8778.42">5015 6803 1091 0,'0'0'907'16,"0"0"-684"-16,0 0-165 15,0 0 16-15,168-54-16 0,-106 52-21 16,5 2 28-1,-3 0-60-15,-6 5-5 0,-8 13-49 16,-19 14-163-16,-16-5-89 16,-15-2-266-16</inkml:trace>
  <inkml:trace contextRef="#ctx0" brushRef="#br0" timeOffset="8936.52">4926 7090 628 0,'0'0'1282'15,"0"0"-987"-15,0 0-141 16,0 0-78-16,0 0 13 16,165 0-40-16,-96 0-40 15,0 2-18-15,7 6-120 0,-16 2-383 16,-18-2-708-16</inkml:trace>
  <inkml:trace contextRef="#ctx0" brushRef="#br0" timeOffset="9252.81">5806 6880 1640 0,'0'0'507'0,"0"0"-472"16,-113 27 20-16,57 10 26 15,5 11 14-15,9 8 50 16,5 2-72-16,22 0-9 16,13-1-15-16,2-8-48 15,15-11 8-15,22-7-9 16,7-10-107-16,32-18-98 15,-14-3-309-15,-9 0-379 0</inkml:trace>
  <inkml:trace contextRef="#ctx0" brushRef="#br0" timeOffset="9616.58">5814 7045 358 0,'0'0'1172'16,"0"0"-912"-16,0 0-158 15,0 0-4-15,0 0 65 16,0 0-18-16,0 0-7 16,104 142-46-16,-104-100-48 15,0-4 40-15,-13-6-62 16,1-10-6-16,-1-6-5 16,11-11-1-16,2-5-20 15,0 0 1-15,0-11-103 16,20-18-145-16,4-12-13 15,1-3-8-15,-5 2-77 16,-9 9 301-16,-9 15 54 0,-2 16 285 16,0 2-57-16,-10 28 63 15,-2 9-83-15,3 0-85 16,7 0-27-16,2-7-73 16,11-8-3-16,18-7-20 15,6-10-58-15,21-5-78 16,-11-14-252-16,-7-6-385 0</inkml:trace>
  <inkml:trace contextRef="#ctx0" brushRef="#br0" timeOffset="9824.04">6273 6820 1493 0,'0'0'286'15,"0"0"-99"-15,0 0-49 16,0 0-39-16,66 116 25 15,-59-68-31-15,-7 8 20 16,0 7-28-16,-7 0-55 16,-22 2 20-16,-4-3-50 15,-8-8-7-15,-1-6-11 16,0-6-188-16,11-14-272 16,9-14-1209-16</inkml:trace>
  <inkml:trace contextRef="#ctx0" brushRef="#br0" timeOffset="10280.56">5876 6198 2372 0,'0'0'341'0,"0"0"-264"15,0 0-69-15,0 0-7 16,-128 135-1-16,44-14 0 0,10-12-262 16,7-10-668-16</inkml:trace>
  <inkml:trace contextRef="#ctx0" brushRef="#br0" timeOffset="11001.3">6925 7159 1352 0,'0'0'757'16,"0"0"-527"-16,0 0 5 16,0 0-27-16,0 0-109 15,0 0-27-15,0 0-27 16,77-35-38-16,-35 35 11 16,5 0-18-16,-1 0 1 15,-3 3-22-15,-7 6-31 16,-13 4-105-16,-23 6-189 15,0 2-367-15,-8-6-553 0</inkml:trace>
  <inkml:trace contextRef="#ctx0" brushRef="#br0" timeOffset="11138.57">6923 7302 1493 0,'0'0'700'0,"0"0"-472"16,0 0-130-16,0 0 6 15,0 0-34-15,137 5-45 16,-82-1-25-16,17 0-80 15,-20-3-254-15,-9 4-791 0</inkml:trace>
  <inkml:trace contextRef="#ctx0" brushRef="#br0" timeOffset="12326.54">8410 6888 1066 0,'0'0'965'16,"0"0"-704"-16,0 0-183 16,0 0-46-16,-116 26-24 15,47 8 65-15,-11 8 9 16,-2 5-66-16,3-2 27 0,19-9-43 16,16-8 12-16,15-11 48 15,15-7-45-15,14-6 12 16,0-3 23-16,31 2-50 15,21-2 48-15,17-1-46 16,9 3 10-16,4-1-15 16,-6 1 3-16,-9 2 0 15,-9-1-18-15,-13 0-129 16,-5 0-83-16,-13 0-288 16,-12-4-278-16</inkml:trace>
  <inkml:trace contextRef="#ctx0" brushRef="#br0" timeOffset="12525.74">8446 6953 1114 0,'0'0'913'0,"0"0"-694"16,0 0-98-16,-38 104 30 16,15-46 16-16,8 8-51 15,-5 0-22-15,7-2-49 16,1-6-33-16,6-6-24 15,6-8 6-15,0-10-110 16,16-13-124-16,10-12-275 16,-2-9-442-16</inkml:trace>
  <inkml:trace contextRef="#ctx0" brushRef="#br0" timeOffset="12894.29">8755 7077 424 0,'0'0'1119'0,"0"0"-878"16,0 0 35-16,0 0-88 15,16 122 10-15,-16-81-20 16,-8 1-97-16,-6-5-1 16,3-9-80-16,2-10 1 15,4-6 8-15,5-10 8 16,0-2-32-16,2-5 15 15,14-22-166-15,9-9-30 16,-8-8 8-16,4-6-56 0,-7 4 49 16,-8 9 134-1,-6 18 61-15,0 17 285 0,0 4-126 16,-12 32 12-16,-1 9-28 16,11 5-33-16,2 1-24 15,0-5-50-15,23-8 0 16,12-10-36-16,7-8-1 15,8-10-47-15,16-8-164 16,-14-14-170-16,-10-7-542 0</inkml:trace>
  <inkml:trace contextRef="#ctx0" brushRef="#br0" timeOffset="13396.64">9064 6645 1520 0,'0'0'533'0,"0"0"-367"15,0 0-68-15,0 0-13 16,0 0 63-16,0 0-60 16,0 0-30-16,-25-67-30 15,29 55-16-15,17 5 0 0,0 5-12 16,4 2-1-16,-7 2-17 16,-3 24 11-16,-3 6 7 15,-12 10 31-15,0 2-25 16,-16-2 43-16,-9-1-29 15,4-10-14-15,0-6 19 16,5-11-25-16,14-7 0 16,2-5-1-16,8-2-16 15,20 0-13-15,10 0-25 16,-2 0-33-16,-5 5 79 16,-11 7-28-16,-15 10 30 15,-5 8-4-15,-19 6 22 16,-18 8 14-16,-8 1-25 0,-4-4-18 15,4 4-79-15,16-13-295 16,14-12-986-16</inkml:trace>
  <inkml:trace contextRef="#ctx0" brushRef="#br0" timeOffset="13644.13">9467 7273 1664 0,'0'0'671'15,"0"0"-499"-15,0 0-113 16,0 0-45-16,149 0 44 15,-102 0-58-15,11 0-1 16,-11 0-169-16,-9 0-551 0</inkml:trace>
  <inkml:trace contextRef="#ctx0" brushRef="#br0" timeOffset="14166.63">10131 6914 1659 0,'0'0'495'16,"0"0"-441"-16,0 0-23 16,0 0 2-16,0 0 14 15,0 0 107-15,-22 106-60 16,11-60-55-16,-1 1 20 0,4-7-53 16,1-6 12-16,5-10-9 15,2-8 6-15,0-8 4 16,0-8-19-16,13 0 11 15,14-4-25-15,4-12-39 16,2-2-43-16,1 2 34 16,-1 3 4-16,-4 11 56 15,-9 2-7-15,1 7 9 16,-10 19 27-16,-5 4 21 16,-6 2 14-16,0 3-1 15,-4 0-40-15,-17-3 48 16,2-4-59-16,-6-4 1 0,3-4-4 15,-1-6-7-15,4-6-16 16,-2-7-45-16,4-1-124 16,1-19-64-16,5-5-415 0</inkml:trace>
  <inkml:trace contextRef="#ctx0" brushRef="#br0" timeOffset="14304.89">10227 6907 1994 0,'0'0'471'0,"0"0"-390"16,0 0 21-16,147-42-82 16,-93 35 15-16,3 1-35 15,17 0-41-15,-9 2-257 16,-14-1-1864-16</inkml:trace>
  <inkml:trace contextRef="#ctx0" brushRef="#br0" timeOffset="16858.43">2971 8584 1502 0,'0'0'833'16,"0"0"-645"-16,0 0-36 15,0 0-67-15,0 0 9 16,0 0 30-16,0 0-51 15,-14-6 46-15,14 6-62 16,0 0-41-16,0 0 51 16,5 0-66-16,17 0 12 15,11 0-13-15,10 0 26 0,9 2-36 16,3 2 10 0,3-2-78-16,-2-2 3 0,-3 3-91 15,-1-3-55-15,-16 1-280 16,-17-1-395-16</inkml:trace>
  <inkml:trace contextRef="#ctx0" brushRef="#br0" timeOffset="17060.86">3015 8654 1311 0,'0'0'793'0,"0"0"-589"15,0 0-136-15,0 0-10 16,0 0 31-16,139-4-51 0,-91 4-12 16,4 0-26-16,-1 0-8 15,5 0-117-15,-7-1-257 16,-13-8-460-16</inkml:trace>
  <inkml:trace contextRef="#ctx0" brushRef="#br0" timeOffset="17209.96">3657 8426 466 0,'0'0'1444'0,"0"0"-1129"16,0 0-174-16,0 0-55 15,0 0 30-15,14 105-30 16,-39-52-54-16,-8 10-18 16,-27 26-14-16,6-14-238 15,10-12-501-15</inkml:trace>
  <inkml:trace contextRef="#ctx0" brushRef="#br0" timeOffset="17669.27">5245 8557 1965 0,'0'0'646'0,"0"0"-490"16,0 0-156-16,0 0 15 0,0 0-9 16,0 104 9-1,-4-48 55-15,-2 4-24 0,6-4-37 16,0-3 23-16,0-7-32 15,0-13 0-15,0-5-14 16,0-8-57-16,0-9-89 16,-4-11-160-16,-2 0-299 15,-5-14-533-15</inkml:trace>
  <inkml:trace contextRef="#ctx0" brushRef="#br0" timeOffset="17840.66">5193 8433 1280 0,'0'0'731'0,"0"0"-524"16,114-33-62-16,-56 28-82 0,7 5 36 15,-1 0-41-15,-3 0-47 16,-8 21-4-16,-13 3-7 16,-22 16-157-16,-11-9-178 15,-7-2-334-15</inkml:trace>
  <inkml:trace contextRef="#ctx0" brushRef="#br0" timeOffset="17990.92">5046 8708 1866 0,'0'0'330'16,"0"0"-182"-16,0 0-36 0,166 21-104 15,-100-15-8 1,21-6-52-16,-11 0-244 0,-16 0-639 0</inkml:trace>
  <inkml:trace contextRef="#ctx0" brushRef="#br0" timeOffset="18216.18">5991 8412 1906 0,'0'0'254'0,"0"0"-189"16,-142 80 56-16,86-29 22 0,9 4 37 16,16 6-71-1,18-1-75-15,13-4 8 0,4-6-42 16,27-8-36-16,19-10-67 16,25-16-180-16,-10-8-230 15,-12-8-718-15</inkml:trace>
  <inkml:trace contextRef="#ctx0" brushRef="#br0" timeOffset="18598.44">6051 8584 1326 0,'0'0'584'16,"0"0"-511"-16,0 0 0 15,0 0 14-15,0 0 49 16,125 77 67-16,-120-35-81 0,-5 4-36 15,0 4-2-15,-22-2-58 16,-5-6 18-16,0-8-44 16,7-13 18-16,7-8-18 15,8-9 0-15,5-4-24 16,5-12 4-16,17-18-288 16,7-12 32-16,7-7-38 15,-7-4-263-15,-2 7 201 16,-12 12 376-16,-9 14 352 15,-6 16 203-15,0 4-297 16,-8 19-29-16,-7 12-43 16,3 4-73-16,5 2-2 15,7-2-76-15,0-6-15 0,25-7-5 16,4-6-15 0,4-10-11-16,9-6-68 0,6-2-141 15,-13-18-22-15,-10-4-389 0</inkml:trace>
  <inkml:trace contextRef="#ctx0" brushRef="#br0" timeOffset="18764.55">6647 8433 1390 0,'0'0'739'0,"0"0"-592"16,0 0-64-16,0 0 29 15,60 113 67-15,-60-58-73 0,-4 7-33 16,-27 6-22-1,-17 3-51-15,-25 16-72 0,7-17-242 16,10-18-613-16</inkml:trace>
  <inkml:trace contextRef="#ctx0" brushRef="#br0" timeOffset="19304.91">7137 8671 1639 0,'0'0'751'15,"0"0"-465"-15,0 0-179 16,0 0-19-16,0 0-4 15,0 0-77-15,0 0 34 16,116-26-41-16,-80 26-16 16,-3 0 10-16,-6 0-117 15,-23 14-191-15,-4-5-315 0,0 1-764 16</inkml:trace>
  <inkml:trace contextRef="#ctx0" brushRef="#br0" timeOffset="19451">7093 8777 1468 0,'0'0'776'0,"0"0"-540"16,0 0-126-16,0 0 25 16,138-2-109-16,-78-3-20 15,0-2-6-15,7 7-30 16,-16 0-210-16,-9 0-453 0</inkml:trace>
  <inkml:trace contextRef="#ctx0" brushRef="#br0" timeOffset="20320.39">8227 8139 788 0,'0'0'970'0,"0"0"-678"16,0 0-147-16,0 0-27 15,0 0-51-15,0 0 78 16,-114 133-30-16,114-61-24 16,0 14 21-16,0 4-73 15,19 0-8-15,-4-5 11 16,-1-10-41-16,-8-12 34 15,-6-13-31-15,0-10 7 16,-13-6 1-16,-16-8-6 16,-12-6-6-16,2-6 0 0,-9-6-27 15,6-6 4-15,7-2-126 16,10 0-206-16,10-3-360 0</inkml:trace>
  <inkml:trace contextRef="#ctx0" brushRef="#br0" timeOffset="20784.68">8698 8383 1497 0,'0'0'552'15,"0"0"-381"-15,0 0-95 0,0 0 5 16,0 0-63-16,0 0 137 16,0 131-15-16,0-65-88 15,-3 3 1-15,-1-1-35 16,2-8-6-16,-3-9-3 15,5-10-9-15,-2-11-9 16,-2-10-47-16,-5-14-168 16,2-6-90-16,-2 0-251 0</inkml:trace>
  <inkml:trace contextRef="#ctx0" brushRef="#br0" timeOffset="20963.93">8767 8330 1610 0,'0'0'305'0,"0"0"-124"16,129 0-38-16,-69 0-55 15,-4 7 47-15,-6 5-86 16,-11 4-49-16,-12 2-27 16,-27 11-218-16,0-8-249 15,-14-1-623-15</inkml:trace>
  <inkml:trace contextRef="#ctx0" brushRef="#br0" timeOffset="21123.27">8666 8617 416 0,'0'0'1358'0,"0"0"-1019"16,0 0-113-16,157 7-140 16,-90-7-46-16,-1 0-30 15,1 0-10-15,-5-2-40 16,-17-3-318-16,-11 1-958 0</inkml:trace>
  <inkml:trace contextRef="#ctx0" brushRef="#br0" timeOffset="21705.88">9357 7949 340 0,'0'0'1774'0,"0"0"-1287"0,0 0-483 16,0 0 35-16,0 0-21 15,0 0-5-15,-29 158 6 16,12-94-19-16,-16 22-28 16,4-15-217-16,4-16-452 0</inkml:trace>
  <inkml:trace contextRef="#ctx0" brushRef="#br0" timeOffset="21992.33">9569 8311 1275 0,'0'0'677'16,"0"0"-566"-16,0 0-92 15,0 0 65-15,-145 121 46 16,114-61-36-16,9 5 13 16,15 0-43-16,7-2-63 15,0-8-2-15,27-10-57 16,20-15-114-16,-3-14-198 15,-5-10-832-15</inkml:trace>
  <inkml:trace contextRef="#ctx0" brushRef="#br0" timeOffset="22346.75">9571 8548 1450 0,'0'0'377'0,"0"0"-194"16,0 0-4-16,0 0-106 15,116 24 45-15,-102 2 38 16,-9 8-75-16,-5 7 20 16,0-3-61-16,-8-2-26 15,-5-6 18-15,2-10-20 16,7-8-12-16,1-7 0 16,3-5-9-16,0-3-3 0,5-21-141 15,10-7-125 1,-1-8 16-16,-1-2-49 0,-6 5-6 15,-3 9 317-15,-4 12 79 16,0 13 302-16,0 2-123 16,-9 22-34-16,5 10-49 15,4 7-96-15,0-4-10 16,4 2-30-16,23-9-31 16,2-6-16-16,23-17-95 15,-12-5-181-15,-9 0-379 0</inkml:trace>
  <inkml:trace contextRef="#ctx0" brushRef="#br0" timeOffset="22518.86">10115 8336 439 0,'0'0'1872'0,"0"0"-1489"16,0 0-292-16,0 0-75 15,0 0 61-15,0 0-36 16,87 149 21-16,-107-84-32 15,-18 9-30-15,-26 28-44 16,8-17-323-16,12-19-611 0</inkml:trace>
  <inkml:trace contextRef="#ctx0" brushRef="#br0" timeOffset="22976.16">10688 8464 1370 0,'0'0'299'16,"0"0"-166"-16,0 0-10 16,-137 47 29-16,87-6 22 15,10 8-57-15,11 0-19 16,13-1-72-16,16-10-25 16,0-9-2-16,27-15-61 15,31-16-46-15,-6-22-140 0,-8-10-511 16</inkml:trace>
  <inkml:trace contextRef="#ctx0" brushRef="#br0" timeOffset="23178.3">10730 7932 942 0,'0'0'751'0,"0"0"-610"16,0 121 9-16,-2-33-21 15,-13 28-1-15,1-8 4 16,3-8-77-16,5-15-39 0,4-20-16 16,-3-2-31-1,5 6-131-15,0-23-186 0,0-18-334 0</inkml:trace>
  <inkml:trace contextRef="#ctx0" brushRef="#br0" timeOffset="23516.86">10880 8444 1362 0,'0'0'290'0,"0"0"-157"15,0 0 47-15,0 0-57 16,18 136 59-16,-20-84-42 16,-12-2-31-16,-1-3-23 15,4-11-86-15,1-10 15 16,6-12-15-16,4-12 12 0,0-2-20 15,4-18 8-15,12-15-255 16,9-12 10-16,-8-9-50 16,4-2 25-16,-8 1-27 15,-6 8 227-15,0 16 70 16,-7 16 608-16,0 15-303 16,0 12-162-16,-7 29-54 15,7 10 0-15,0 2 7 16,0 5-73-16,31-5-23 15,16-7-11-15,35-8-176 16,-2-15-24-16,-10-12-357 0</inkml:trace>
  <inkml:trace contextRef="#ctx0" brushRef="#br0" timeOffset="23810.28">11509 8628 390 0,'0'0'1308'0,"0"0"-796"16,0 0-340-1,0 0-4-15,0 0 10 16,0 0-123-16,136 0-23 0,-94 0-32 16,-9 0-2-16,-6 0-71 15,-25 12-239-15,-2-3-355 16,-6 1-615-16</inkml:trace>
  <inkml:trace contextRef="#ctx0" brushRef="#br0" timeOffset="23933.5">11529 8793 90 0,'0'0'1625'0,"0"0"-1137"16,0 0-319-16,116 4-80 16,-65-4-89-16,11 0 0 15,-15-10-59-15,-7 0-405 0</inkml:trace>
  <inkml:trace contextRef="#ctx0" brushRef="#br0" timeOffset="25037.79">12605 8103 783 0,'0'0'769'0,"0"0"-476"15,0 0-87-15,0 0-45 16,0 0-46-16,0 0-103 15,-113-25 8-15,84 66 33 16,0 35 3-16,13 36 65 0,16 34-53 16,0 4-17-1,16-29 19-15,8-34-49 0,-8-38 4 16,-1-12-7-16,-1 3-4 16,-5-1 2-16,-7 0-16 15,-2-8 0-15,-11-8 9 16,-20-5-8-16,-9-4-2 15,-3-7 1-15,3-7-67 16,7 0-32-16,15-2-170 16,11-10-324-16,7-2-683 0</inkml:trace>
  <inkml:trace contextRef="#ctx0" brushRef="#br0" timeOffset="25394.16">13176 8145 1562 0,'0'0'331'0,"0"0"-225"15,0 0-20-15,-158 93 61 16,104-25 15-16,10 12-32 16,8 4-39-16,16 1 10 15,14-8-80-15,6-6-6 16,8-13-15-16,28-12-6 15,11-16-24-15,33-18-159 16,-8-10-311-16,-10-2-528 0</inkml:trace>
  <inkml:trace contextRef="#ctx0" brushRef="#br0" timeOffset="25689.36">13604 8332 1650 0,'0'0'365'16,"0"0"-257"-16,0 0 26 15,-162 98-51-15,93-50 20 16,1-2-8-16,8-6-45 16,14-10 34-16,12-7-78 15,18-12-6-15,16-3 23 16,0-2-14-16,29-1 14 15,23-2-2-15,10 1-14 16,9 1-11-16,3-1 4 16,-5-3-56-16,-9 3-57 15,-4-4-118-15,-14 0-163 16,-15 0-485-16</inkml:trace>
  <inkml:trace contextRef="#ctx0" brushRef="#br0" timeOffset="25874.48">13649 8388 833 0,'0'0'1163'15,"0"0"-839"-15,0 0-150 16,-72 114-66-16,45-56 37 16,0 4-81-16,10 1-31 15,3-1-17-15,8-7-16 16,6-8-72-16,0-10-187 0,18-14-320 15,-1-11-668-15</inkml:trace>
  <inkml:trace contextRef="#ctx0" brushRef="#br0" timeOffset="26341.79">13894 8440 884 0,'0'0'569'16,"0"0"-346"-16,0 0 25 0,0 0-45 15,0 0-34-15,0 0-28 16,0 0-16-16,73 110 19 15,-75-56-63-15,-16 3-26 16,-4-3 24-16,4-11-78 16,5-8 19-16,6-13-20 15,5-9 19-15,2-10-22 16,0-3 3-16,18 0-37 16,9-24 37-16,4-10-121 15,-2-13-80-15,-2-3 27 16,-8-2-74-16,-5 8 22 15,-10 12 202-15,-4 18 24 16,0 14 235-16,-6 6-136 0,-10 26 15 16,5 9-12-16,11 5-60 15,0-2 44-15,13-4-38 16,20-6-33-16,17-10-15 16,21-14-133-16,-11-7-171 15,-13-3-519-15</inkml:trace>
  <inkml:trace contextRef="#ctx0" brushRef="#br0" timeOffset="27094.99">14316 8075 32 0,'0'0'1095'0,"0"0"-736"15,0 0-146-15,0 0 47 16,0 0-13-16,0 0-36 16,0 0-3-16,-21-6-114 15,19-2 3-15,0 2-44 0,2-4-34 16,0 2 40-16,0 0-59 15,2-1 0-15,7 6-11 16,-1 1 23-16,4 2-19 16,-8 0 7-16,3 12-5 15,-7 10-13-15,0 7 18 16,-13 3 0-16,-12-3 2 16,3-3 10-16,-1-4-8 15,17-8-4-15,1-4 3 16,5-2-13-16,7 2 10 15,13 3 0-15,9 1-12 16,-2 2 25-16,-4 3-13 0,-10 4 0 16,-11 5 1-16,-2 4 4 15,-23 4-5-15,-17 2 0 16,-4 0-10-16,6-4-5 16,2 1-73-16,14-14-209 15,13-7-548-15</inkml:trace>
  <inkml:trace contextRef="#ctx0" brushRef="#br0" timeOffset="27270.1">14402 8663 1614 0,'0'0'531'0,"0"0"-400"0,0 0-48 16,0 0-47-16,149-23-10 15,-106 15-26-15,15-4-194 16,-14 2-149-16,-4 1-1036 0</inkml:trace>
  <inkml:trace contextRef="#ctx0" brushRef="#br0" timeOffset="27512.27">14924 8444 1570 0,'0'0'506'16,"0"0"-413"-16,0 0 2 0,0 0 50 16,0 0-43-1,0 0 13-15,-58 128 4 0,58-87-86 16,9-2-3-16,-3-1-30 16,6-4 18-16,-10-5-15 15,-2-7-3-15,0-6-17 16,-12-6 2-16,-7-9-114 15,-22-2-59-15,8-19-90 16,2-5-367-16</inkml:trace>
  <inkml:trace contextRef="#ctx0" brushRef="#br0" timeOffset="27630.37">14895 8395 1164 0,'0'0'750'15,"0"0"-524"-15,0 0-171 16,154-30-45-16,-119 29-10 0,1 1-37 15,-16 0-73-15,-5 0-380 16</inkml:trace>
  <inkml:trace contextRef="#ctx0" brushRef="#br0" timeOffset="27847.77">15381 8183 1557 0,'0'0'494'0,"0"0"-346"16,0 0 60-16,40 154-35 16,-40-81-75-16,0 9 8 0,-7 6-72 15,-15 5-13-15,-7-3-21 16,-9-6-3-16,-7 13-56 16,5-26-172-16,9-15-322 0</inkml:trace>
  <inkml:trace contextRef="#ctx0" brushRef="#br0" timeOffset="28307.32">15896 8589 1582 0,'0'0'720'0,"0"0"-457"16,0 0-75-16,0 0-150 15,0 0-27-15,0 0-1 16,-125 39 2-16,89 6 15 15,5 4-27-15,9-1 2 16,10-7-19-16,12-12 14 16,5-12-34-16,24-11-6 15,24-14-102-15,1-19-102 16,-12-8-478-16</inkml:trace>
  <inkml:trace contextRef="#ctx0" brushRef="#br0" timeOffset="28562.49">16000 7858 1542 0,'0'0'552'15,"0"0"-283"-15,0 0-174 16,0 0-80-16,0 0 23 16,5 103 56-16,-5-17 9 15,0 30 4-15,-15 22-77 16,-4-7 22-16,4-27-52 15,1-30 21-15,10-21-39 16,-5 3 18-16,5 0-32 16,2-3-33-16,-1-14-170 15,3-17-59-15,0-22-220 0,9-3 15 16,9-23-421-16</inkml:trace>
  <inkml:trace contextRef="#ctx0" brushRef="#br0" timeOffset="28900.74">16121 8506 1428 0,'0'0'679'0,"0"0"-494"16,0 0-141-16,0 0 16 16,0 0-1-16,20 125 88 15,-20-78-19-15,0 4-68 16,-12-7 6-16,8-8-66 16,-2-10 1-16,1-10 0 15,5-10-1-15,0-6-1 16,11-2-15-16,18-25-96 15,9-12-110-15,-2-14-151 16,4-2-123-16,-11-4 104 0,-6 11-76 16,-17 14 468-16,-6 22 829 15,-14 12-507-15,-17 22-42 16,-7 20-108-16,7 11-31 16,4 0 20-16,19 2-75 15,8-9-17-15,4-6-30 16,29-10-32-16,21-10-4 15,13-10-3-15,35-10-116 16,-13 0-93-16,-17 0-395 0</inkml:trace>
  <inkml:trace contextRef="#ctx0" brushRef="#br0" timeOffset="30056.18">7089 10055 1827 0,'0'0'583'15,"0"0"-425"-15,0 0-106 16,0 0 11-16,0 0 26 15,0 0-52-15,0 0 17 16,144 14-54-16,-99-14 23 16,-3 3-46-16,-11-1-10 15,-13 6-190-15,-11 0-104 16,-7 0-421-16</inkml:trace>
  <inkml:trace contextRef="#ctx0" brushRef="#br0" timeOffset="30206.53">7068 10219 819 0,'0'0'1106'0,"0"0"-755"16,0 0-178-16,0 0 52 16,0 0-100-16,140 0-86 15,-88 2-27-15,-3 1-12 16,-5 6-101-16,-8-2-277 16,-14 2-808-16</inkml:trace>
  <inkml:trace contextRef="#ctx0" brushRef="#br0" timeOffset="34253">8007 9997 1061 0,'0'0'661'0,"0"0"-512"16,0 0 54-16,0 0-3 15,0 0-13-15,0 0 0 16,0 0-96-16,0-12-21 16,0 9 4-16,2 3-67 15,2-2 29-15,3-2-25 16,5 0-10-16,1-3 20 16,3 4-21-16,-3 1 0 0,-3 2 0 15,4 0 13-15,-1 12-13 16,-1 15 0-16,-3 14 0 15,-7 8-1-15,-2 2 2 16,0 5-1-16,-9-1 5 16,-7-7 14-16,-1-10-13 15,1-8-6-15,3-11 1 16,5-8 4-16,6-7-4 16,2-4-1-16,0 0 10 15,2-24-10-15,21-14-1 16,6-16-71-16,4-10-6 15,3-5-9-15,-7 7-84 0,-7 15 104 16,-9 15 67-16,-3 18 46 16,-10 14 32-16,0 0-78 15,-10 27 9-15,2 9 34 16,3 5-36-16,5 2 29 16,13-2 10-16,28-9-46 15,5-9 0-15,10-9-2 16,25-14-150-16,-17 0-114 15,-10-7-394-15</inkml:trace>
  <inkml:trace contextRef="#ctx0" brushRef="#br0" timeOffset="34654.25">8624 9566 1659 0,'0'0'493'0,"0"0"-459"15,0 0-32-15,0 0 92 16,0 0-27-16,-156 107 28 16,114-77-18-16,6-7-34 0,12-4 34 15,12-8-63-15,12-6-14 16,0-3 36-16,29 0-34 16,16 2 19-16,6-1-21 15,7-1 6-15,0-1-24 16,-4 3-7-16,-10 1-76 15,-11-3 6-15,-6-2-156 16,-13 0-128-16,-5 0-420 0</inkml:trace>
  <inkml:trace contextRef="#ctx0" brushRef="#br0" timeOffset="34808.41">8707 9581 1580 0,'0'0'365'0,"0"0"-189"16,-27 104-25-16,9-42-77 16,-2 10 13-16,0 4-75 15,-5 28-12-15,10-21-138 16,3-15-659-16</inkml:trace>
  <inkml:trace contextRef="#ctx0" brushRef="#br0" timeOffset="35056.57">8800 10222 1971 0,'0'0'657'0,"0"0"-532"15,0 0-31-15,0 0-36 16,0 0-56-16,156-15 26 16,-102 8-28-16,-8 3-52 15,4 4-105-15,-15 0-228 16,-10 0-441-16</inkml:trace>
  <inkml:trace contextRef="#ctx0" brushRef="#br0" timeOffset="35674.1">9558 9810 1781 0,'0'0'576'16,"0"0"-422"-16,0 0-64 16,0 0-16-16,0 0-65 15,0 0-8-15,0 0 61 16,-16 102-22-16,3-50 23 16,-1 0-47-16,4-11-15 15,1-6 24-15,0-12-25 0,9-11 0 16,0-7 5-16,0-5 14 15,9 0-9-15,16-4-10 16,6-11-29-16,4-6 29 16,3 3-66-16,-5 4 63 15,1 10-7-15,-12 4 2 16,-1 4 7-16,-13 20 1 16,-8 9 0-16,0 2 5 15,0 3 4-15,-13-4-5 16,-5-2 1-16,0-7 17 15,-2-7-41-15,4-8 19 16,-1-8-100-16,-3-2-75 16,-14-14-155-16,5-10-249 15,5-6-534-15</inkml:trace>
  <inkml:trace contextRef="#ctx0" brushRef="#br0" timeOffset="35807.18">9585 9849 1600 0,'0'0'610'0,"0"0"-362"15,116-34-53-15,-59 20-104 16,1 2-18-16,-2 2-73 16,-11 5 0-16,-9 5-1 15,-16 0-207-15,-11 3-373 16,-9 7-718-16</inkml:trace>
  <inkml:trace contextRef="#ctx0" brushRef="#br0" timeOffset="36276.75">10088 9978 1570 0,'0'0'696'16,"0"0"-545"-16,0 0-102 16,0 0 5-16,0 0-33 15,0 0 80-15,0 0-4 0,39 104-32 16,-39-55 37 0,-10-2-72-16,-5-4-11 0,1-10 2 15,8-8-10-15,2-10-5 16,-1-8-6-16,5-7 6 15,0 0-27-15,13-12 13 16,14-21-90-16,2-11-111 16,0-8-46-16,-2-4-55 15,-7 7-19-15,-2 8 259 16,-10 15 70-16,-8 20 364 16,0 6-161-16,-8 15-71 15,-12 19-47-15,4 4 35 16,5 8-16-16,9-2-60 0,2 2 21 15,15-7-65-15,37-1-62 16,-6-9-135-16,-1-15-428 0</inkml:trace>
  <inkml:trace contextRef="#ctx0" brushRef="#br0" timeOffset="37480.15">10867 10221 1273 0,'0'0'964'0,"0"0"-621"15,0 0-133-15,0 0-85 16,0 0 31-16,0 0-60 0,0 0-53 16,56 0 1-1,-10 0-43-15,10 0-1 0,2 0 0 16,-2 0-3-16,-7 0-30 16,-5 0-78-16,-6 0-57 15,-5 0-133-15,-4 0-348 16,-15-2-510-16</inkml:trace>
  <inkml:trace contextRef="#ctx0" brushRef="#br0" timeOffset="37706.31">11176 9960 1952 0,'0'0'531'15,"0"0"-468"-15,0 0-26 16,0 0 3-16,-73 153 57 16,53-93-48-16,-3 0-21 15,8 1-10-15,1-6-18 16,12-9-56-16,2-6-125 16,4-14-166-16,19-11-535 0</inkml:trace>
  <inkml:trace contextRef="#ctx0" brushRef="#br0" timeOffset="38300.85">12206 9922 947 0,'0'0'398'16,"0"0"-147"-16,0 0-3 16,0 0-34-16,0 0-9 15,0 0-16-15,-129-29-98 16,100 29-31-16,-2 0-20 15,-9 0-34-15,2 7 28 16,-9 9-28-16,2 7 4 16,3 2 29-16,-3 5-24 0,12 2 45 15,4-1-2 1,9 4-34-16,11 1 39 0,7 2-30 16,2 1-20-16,4 0 40 15,21 2-52-15,6-5 22 16,10-4-4-16,5-6 2 15,3-4-10-15,7-5-11 16,9-8-28-16,-1-4 1 16,36-5-159-16,-17 0-403 15,-10-9-801-15</inkml:trace>
  <inkml:trace contextRef="#ctx0" brushRef="#br0" timeOffset="38403.92">12612 10311 1373 0,'0'0'1012'0,"0"0"-783"0,0 0-204 16,0 0-25-16,0 0-208 16,0 0-380-16</inkml:trace>
  <inkml:trace contextRef="#ctx0" brushRef="#br0" timeOffset="45693.71">2751 10940 1024 0,'0'0'609'0,"0"0"-388"0,0 0-104 15,0 0 28 1,0 0 44-16,0 0-88 0,4-22 12 16,-4 22-28-16,0 0-33 15,0 0 39-15,0 0-48 16,0 0-19-16,0 10-6 16,-4 20 0-16,-8 16 0 15,-1 11 25-15,-5 9-31 16,0 0 33-16,0-4-45 15,0-6 0-15,3-6 0 16,4-10 0-16,4-7 0 16,2-9 0-16,5-6-72 15,0-9-39-15,0-4-157 16,0-5-69-16,0-16-8 16,0-10-656-16</inkml:trace>
  <inkml:trace contextRef="#ctx0" brushRef="#br0" timeOffset="45919.87">2875 10880 1285 0,'0'0'388'0,"0"0"-229"15,0 0-2-15,116 12 14 16,-86 24 19-16,-11 12-51 16,-5 13-1-16,-14 7-26 15,0 2-67-15,-27 1 30 16,-14-6-54-16,-7-4-20 15,-4-11 11-15,6-10-6 0,5-10-12 16,12-12-12-16,12-8-106 16,15-10-95-16,2-3-83 15,2-17-223-15</inkml:trace>
  <inkml:trace contextRef="#ctx0" brushRef="#br0" timeOffset="46130.01">3033 11396 100 0,'0'0'1632'16,"0"0"-1312"-16,0 0-71 15,0 0-93-15,0 0-49 16,0 0-33-16,0 0-16 16,54 96 48-16,-16-96-59 15,2-16-41-15,0-10-6 16,-6-6-6-16,-17-3 5 0,-15 2-13 16,-2 1-48-1,-19 6 60-15,-18 7-50 0,-5 13-18 16,-4 6 16-16,-8 30-87 15,11 10-108-15,12-1-476 0</inkml:trace>
  <inkml:trace contextRef="#ctx0" brushRef="#br0" timeOffset="46784.65">4084 11231 1128 0,'0'0'799'0,"0"0"-470"16,0 0-193-1,0 0-44-15,0 0-25 0,0 0-58 16,0 0 61-16,-150 94-24 16,112-54-35-16,9-1 26 15,11-6-31-15,10-5-6 16,8-8 0-16,0-8-30 15,8-9 0-15,19-3-59 16,2-6-67-16,18-40-77 16,-12-1-267-16,-4 0-217 0</inkml:trace>
  <inkml:trace contextRef="#ctx0" brushRef="#br0" timeOffset="46997.83">4119 10888 1714 0,'0'0'485'0,"0"0"-375"15,0 0-88-15,0 0-22 16,0 0 129-16,0 0-16 16,-9 160-25-16,2-91-15 15,-4 5-61-15,0-2 22 16,0-3-34-16,-2-8 6 16,1-4-26-16,1-13 17 15,1-6-99-15,-9-12-76 16,9-9-205-16,-2-12-383 0</inkml:trace>
  <inkml:trace contextRef="#ctx0" brushRef="#br0" timeOffset="47466.14">3825 11273 1430 0,'0'0'630'15,"0"0"-484"-15,0 0-133 16,0 0 28-16,127-13-7 15,-65 10-3-15,8 1 6 16,-6 2-37-16,1 0 0 16,-17 5 3-16,-13 12 14 15,-18 10-10-15,-13 4 52 16,-4 6 16-16,0-2 50 16,-8 0-76-16,1-6-24 15,7-10-7-15,0-3-1 0,9-8-2 16,18-5-15-16,4-3-24 15,2 0 1-15,-4-17-81 16,-11-1 4-16,-13-4 42 16,-5-1-66-16,-21 4 29 15,-19 1 32-15,-9-1 40 16,-5 2 9-16,6-1 14 16,7-3 0-16,12-3 10 15,16-5-7-15,13-8 21 16,0-1-23-16,23 0 1 15,10 1 54-15,0 11-6 16,5 6 27-16,-3 13-13 16,-3 7-47-16,-3 4 25 15,-5 20 6-15,-3 8-36 16,-6 4 20-16,-1-1-32 0,-6-4-22 16,-3-7-72-16,-1-7-218 15,-4-12-563-15</inkml:trace>
  <inkml:trace contextRef="#ctx0" brushRef="#br0" timeOffset="47594.23">4506 10999 1373 0,'0'0'878'0,"0"0"-782"16,119-2-96-16,-43 13-29 15,-12 10-225-15,-10-2-564 0</inkml:trace>
  <inkml:trace contextRef="#ctx0" brushRef="#br0" timeOffset="47850.4">5220 11153 1215 0,'0'0'479'16,"0"0"-292"-16,-40 114 120 16,24-60-66-16,8 3-91 15,3-3-25-15,1-1-98 0,4-8-25 16,0-7-2 0,0-5-70-16,-7-16-100 0,-2-7-166 15,-4-10-479-15</inkml:trace>
  <inkml:trace contextRef="#ctx0" brushRef="#br0" timeOffset="48420.78">4890 11401 1914 0,'0'0'374'0,"0"0"-273"16,141-41-52-16,-66 20-43 16,8 1-5-16,0-3-1 15,-4-4-28-15,-4-2-36 16,-15-2-11-16,-16-3-63 15,-17-2 5-15,-19 0-23 16,-8 6 156-16,-10 4 6 0,-22 11 211 16,-5 15 40-16,-4 0-137 15,1 25-4-15,0 17-1 16,11 10-50-16,5 6 10 16,11 2-11-16,5 1-48 15,8-10 35-15,0-2-51 16,10-11 2-16,9-9-1 15,8-9-1-15,2-11 0 16,7-9-18-16,-1 0-82 16,8-24-75-16,-3-7-138 15,3-8-209-15,-8 3-2 16,-8 5 313-16,-12 12 211 16,-6 10 483-16,-9 9-292 0,0 10 64 15,-4 19-50 1,-7 2-64-16,2 4 7 0,7-3-69 15,2-2-28-15,0-8-35 16,4-5-4-16,14-8-24 16,0-6 9-16,4-3-105 15,-2-7-26-15,0-12-180 16,1-8-89-16,-6 1-161 16,1 1 39-16,-5 8 525 15,-3 5 433-15,-6 9 193 16,4 3-338-16,-4 7-112 15,-2 15-9-15,0 6-59 0,0 0-71 16,0 2 12-16,0-4-49 16,0-6-46-16,0-8-167 15,0-8-524-15</inkml:trace>
  <inkml:trace contextRef="#ctx0" brushRef="#br0" timeOffset="48561.87">5779 11119 1694 0,'0'0'478'0,"0"0"-380"15,0 0-98-15,157 10-16 16,-108 9-165-16,-12 4-521 0</inkml:trace>
  <inkml:trace contextRef="#ctx0" brushRef="#br0" timeOffset="49439.75">6852 11180 1510 0,'0'0'613'0,"0"0"-426"16,0 0-79-16,-143-15-85 15,87 39 97-15,-2 18-19 16,8 14-19-16,5 11 18 16,11 1-83-16,18-2 14 15,14-6-15-15,2-12-2 16,18-9 8-16,18-14-22 16,7-12 2-16,1-10-14 0,5-3 7 15,0-16-23-15,0-14-2 16,-5-8-45-16,-3-2 4 15,-10 2-13-15,-9 6 32 16,-6 8 52-16,-10 10 34 16,-6 9 26-16,0 5-39 15,0 7 0-15,0 18 4 16,0 6 20-16,0 3-33 16,-2-1 22-16,2-1-26 15,0-9-8-15,2-7 0 16,12-4 19-16,-3-8-10 15,0-4-9-15,-4 0 0 16,4-2-7-16,2-17 7 0,3-6 0 16,7-7-1-1,8-3-39-15,4 0 13 0,14 5-46 16,0 3-27-16,-4 12 83 16,-3 5-21-16,-13 7 38 15,-4 3-9-15,-14 0 23 16,-11 11 8-16,0 6 56 15,-9 4-25-15,-13 4 37 16,-3-5-72-16,0-1-2 16,6-7-11-16,5-5 16 15,7 0-11-15,5-7-10 16,2 0-16-16,0 0 8 16,21-19-153-16,2 2-94 15,6-3 64-15,0 6 17 16,-4 7 127-16,-7 7 47 0,-7 0 37 15,-9 12 84-15,-2 11-52 16,0 0-18-16,0 2-25 16,0-3-26-16,0-6-1 15,-4-8-144-15,-5-7-157 16,1-1-381-16</inkml:trace>
  <inkml:trace contextRef="#ctx0" brushRef="#br0" timeOffset="49628.18">7318 10989 1713 0,'0'0'588'0,"0"0"-545"15,0 0 22-15,0 0-16 16,16 104-48-16,-59-44-1 15,3-10-20-15,0-10-341 0</inkml:trace>
  <inkml:trace contextRef="#ctx0" brushRef="#br0" timeOffset="50393.47">5399 9756 1923 0,'0'0'293'0,"0"0"-264"16,0 0 76-16,-27 134 21 15,9-66 11-15,-2 8 11 0,0 3-98 16,7-3-8-16,1-9-27 16,8-7-3-16,2-13-4 15,2-11-8-15,0-12-15 16,0-10 4-16,0-10-120 15,6-4-45-15,-2-14 27 16,6-14-211-16,-8-8-406 0</inkml:trace>
  <inkml:trace contextRef="#ctx0" brushRef="#br0" timeOffset="50574.59">5330 9818 1048 0,'0'0'747'16,"0"0"-475"-16,0 0-124 15,162-37-32-15,-99 37-52 16,1 0-42-16,-4 5 32 0,-4 12-54 16,-14 8 1-16,-15 3-12 15,-13-1-84-15,-14 4-70 16,-39 5-79-16,-7-8-321 16,-8-7-776-16</inkml:trace>
  <inkml:trace contextRef="#ctx0" brushRef="#br0" timeOffset="50709.68">5254 10056 1487 0,'0'0'607'16,"0"0"-421"-16,0 0-28 15,120 0-67-15,-60 0-38 0,5 0-47 16,1 0-6 0,15 8-65-16,-19 0-229 0,-6-4-496 0</inkml:trace>
  <inkml:trace contextRef="#ctx0" brushRef="#br0" timeOffset="50935.83">5976 9892 988 0,'0'0'801'15,"0"0"-470"-15,-125 88-141 16,82-34-18-16,14 6-32 15,14 2-71-15,13-3 29 0,2-4-65 16,17-6-33-16,20-8 8 16,3-12-8-16,4-9-78 15,14-11-119-15,-13-9-182 16,-10 0-335-16</inkml:trace>
  <inkml:trace contextRef="#ctx0" brushRef="#br0" timeOffset="51279.55">6076 10110 1385 0,'0'0'371'15,"0"0"-137"-15,0 0-93 16,0 0-14-16,0 0-29 0,0 0-26 16,0 0 47-1,72 130-61-15,-72-95-4 0,-12-3-7 16,-3-8-46-16,3-6 32 15,4-7-33-15,1-11-5 16,7 0-4-16,0 0-67 16,5-21-157-16,10-9-234 15,3-4 106-15,-2-2-196 16,-3 4 137-16,-4 14 420 16,-7 11 653-16,-2 7-344 15,0 12 56-15,0 20-102 16,0 3-133-16,4 3-43 15,10-6-47-15,6-6-39 16,6-6-1-16,19-18-25 16,-7-2-209-16,-5 0-418 0</inkml:trace>
  <inkml:trace contextRef="#ctx0" brushRef="#br0" timeOffset="51454.02">6574 9939 1766 0,'0'0'651'16,"0"0"-492"-16,0 0 16 16,113 58-75-16,-93-17-63 15,-18 11 27-15,-2 12-64 16,-13 6 11-16,-36 22-23 16,5-15-281-16,1-17-456 0</inkml:trace>
  <inkml:trace contextRef="#ctx0" brushRef="#br0" timeOffset="52616.84">8011 11201 1470 0,'0'0'675'16,"0"0"-493"-16,0 0-173 15,0 0 26-15,0 0 109 16,-35 146-29-16,19-81 15 16,5-3-87-16,2 0-25 15,4-9-5-15,1-7-2 16,4-13-11-16,0-8 0 16,0-10-39-16,0-6-36 15,0-9-83-15,-5 0 47 16,-8-37-71-16,-3-3-428 15,3-2 110-15</inkml:trace>
  <inkml:trace contextRef="#ctx0" brushRef="#br0" timeOffset="52774.01">7926 11197 388 0,'0'0'1161'0,"0"0"-779"16,127-50-103-16,-59 36-82 16,3 3-23-16,2 11-80 15,-3 0-33-15,-8 0-24 16,-13 5-36-16,-14 11-2 15,-19 2-76-15,-16 3-156 16,-40 14 14-16,-18-9-125 16,-14-2-564-16</inkml:trace>
  <inkml:trace contextRef="#ctx0" brushRef="#br0" timeOffset="52910.1">7797 11372 1096 0,'0'0'719'15,"0"0"-417"-15,0 0-91 0,0 0-87 16,0 0 120-16,129 16-93 15,-52-14-131-15,4 1-8 16,9 0-12-16,19-3-172 16,-22 0-158-16,-16 0-572 0</inkml:trace>
  <inkml:trace contextRef="#ctx0" brushRef="#br0" timeOffset="53120.28">8763 11175 702 0,'0'0'953'0,"0"0"-609"16,-135 48-115-16,75 1-45 15,4 9-4-15,14 5-94 16,18 2 11-16,17-3-69 16,7-6-28-16,23-6 9 15,14-12-9-15,13-8-63 16,25-21-128-16,-10-9-333 15,-12 0-636-15</inkml:trace>
  <inkml:trace contextRef="#ctx0" brushRef="#br0" timeOffset="53659.74">9371 11115 1654 0,'0'0'652'0,"0"0"-503"15,0 0-15-15,0 0 30 16,100 120-86-16,-98-70-47 15,-2 8 12-15,-15 6-43 16,-23 1-6-16,-31 15-116 16,4-18-339-16,7-16-622 0</inkml:trace>
  <inkml:trace contextRef="#ctx0" brushRef="#br0" timeOffset="56649.03">9993 11339 681 0,'0'0'628'16,"0"0"-392"-16,0 0-30 16,0 0 70-16,0 0-30 15,0 0-64-15,0 0-36 16,0-24-33-16,0 16 10 15,0 5-101-15,0-1 20 16,0 1-6-16,-11 3-24 16,-18 0-12-16,-11 21 0 15,-7 12 0-15,-5 16-6 16,10 7 18-16,11 5-12 16,11-3 4-16,15-9 13 0,5-6-2 15,21-10-15-15,19-11 0 16,13-14-18-16,14-8 12 15,6-5-26-15,1-27-41 16,7-11-134-16,-8-6 3 16,-4-12-108-16,-7-5 29 15,-4-7 78-15,-15 0 35 16,-7 0 170-16,-17 7 6 16,-9 12 188-16,-10 15 132 15,0 16-35-15,-10 17-138 16,-16 6-68-16,-3 18-59 15,-7 19 62-15,-4 16 33 0,2 10-60 16,9 4 20 0,11 1-51-16,7-4-20 0,9-7 5 15,2-8-13-15,2-14-2 16,19-9 0-16,2-12 0 16,12-11-15-16,0-3 7 15,3-8-60-15,-3-19 30 16,5-4-99-16,-11-1 1 15,-4 6 72-15,-11 9 42 16,-8 11 22-16,-6 6 31 16,0 2-17-16,-2 22 33 15,-10 5 10-15,6 2 1 16,4-1-6-16,2-2-51 16,0-8 42-16,18-6-32 15,7-6-10-15,3-8 12 0,3 0-13 16,1-13-33-16,-1-12-30 15,-3-3-68-15,1-2 33 16,-4 0-58-16,-7 6 23 16,-3 8 113-16,-3 10 20 15,-10 6 39-15,-2 0-25 16,2 22 48-16,-2 4 21 16,5 4-23-16,-1-2-28 15,0-1 11-15,10-8-32 16,-3-5-8-16,3-6-3 15,1-8-63-15,1 0-17 16,1-20-164-16,4-7-250 16,-6 1-137-16</inkml:trace>
  <inkml:trace contextRef="#ctx0" brushRef="#br0" timeOffset="57166.7">11054 11436 1160 0,'0'0'669'0,"0"0"-457"15,0 0-128-15,0 0 51 16,0 0-22-16,0 104-38 15,0-75 10-15,0 0-79 16,0-6 6-16,0-8-24 16,0-4-47-16,0-10-54 15,0-1 34-15,0 0 13 16,2-10-17-16,2-10-68 16,10-2 119-16,-1-2 32 15,5 0 66-15,9 5 3 16,2 1-14-16,5 7-54 0,-3 8 15 15,2 0-16 1,-4 3 0-16,-6 0-13 0,-6 0 14 16,-8 6-1-16,-9 8 41 15,0 4 32-15,-7 2 32 16,-12 3-24-16,-4 0-17 16,3 0 18-16,7-4-80 15,1-7 8-15,10-4-4 16,2-4 3-16,0-4-18 15,7 0-27-15,15-10-44 16,3-8-58-16,-3-4-159 16,5-2 43-16,-5 0-12 15,0 4 83-15,-4 6 183 0,0 5 240 16,-4 9 37-16,-6 0-51 16,3 6-95-16,-1 11-33 15,-4 5-24-15,-4 0-74 16,0 2 31-16,-2-3-31 15,0-4-70-15,0-2-47 16,-4-10-149-16,-7-1-258 16,-3-4-642-16</inkml:trace>
  <inkml:trace contextRef="#ctx0" brushRef="#br0" timeOffset="57571.97">11118 11219 1699 0,'0'0'493'16,"0"0"-429"-16,0 0 2 15,0 0-26-15,0 0 23 16,0 0 30-16,72 109-51 16,-74-77 4-16,-16-2-46 15,-5-6-15-15,6-8-25 16,1-14-101-16,5-2-183 16,5 0-465-16</inkml:trace>
  <inkml:trace contextRef="#ctx0" brushRef="#br0" timeOffset="57718.15">11317 11093 1731 0,'0'0'570'0,"0"0"-437"15,0 0 8-15,143-56-118 16,-101 44-10-16,-2 5-13 16,7 7-88-16,-11 0-189 15,-7 0-705-15</inkml:trace>
  <inkml:trace contextRef="#ctx0" brushRef="#br0" timeOffset="58907.57">12343 11226 1356 0,'0'0'720'0,"0"0"-480"15,0 0-159-15,0 0-71 16,-130 43 102-16,88 9 5 16,4 17-9-16,11 5 19 15,13 5-89-15,14-7-17 16,0-5-7-16,21-9 1 15,12-7 2-15,7-11-17 16,7-11-57-16,18-12-61 16,-14-9-383-16,-7-8-548 0</inkml:trace>
  <inkml:trace contextRef="#ctx0" brushRef="#br0" timeOffset="59323.93">12563 11660 1478 0,'0'0'740'15,"0"0"-590"-15,0 0-119 16,0 0 27-16,0 0-16 16,156-140-8-16,-112 96-21 0,1-2 3 15,-5-1-22 1,-9 6 6-16,-6 3 0 0,-9 11 15 16,-9 11 57-16,-5 8 47 15,-2 8-47-15,0 0-71 16,0 12 1-16,-2 20 7 15,-7 8-6-15,-3 11 52 16,-1 0-54-16,7 2-1 16,-4-5 0-16,4-2 2 15,-1-8-10-15,5-2-90 16,0-10-249-16,2-14-587 0</inkml:trace>
  <inkml:trace contextRef="#ctx0" brushRef="#br0" timeOffset="59486.03">13127 11405 2176 0,'0'0'588'0,"0"0"-559"16,0 0-29-16,0 0-7 15,0 0-126-15,0 0 4 16,0 0-427-16,0 92-995 0</inkml:trace>
  <inkml:trace contextRef="#ctx0" brushRef="#br0" timeOffset="59625.13">13174 11743 1547 0,'0'0'668'0,"0"0"-470"16,0 0-123-16,-60 138-40 16,37-101 14-16,6-2-35 15,1-7 26-15,5-4-40 16,11-7-135-16,0-10-184 15,0-7-578-15</inkml:trace>
  <inkml:trace contextRef="#ctx0" brushRef="#br0" timeOffset="59976.6">13579 11396 1431 0,'0'0'337'0,"0"0"-156"16,0 0 35-16,0 0-20 15,0 0 26-15,0 0-111 16,0 0-48-16,-13-35-63 16,49 34-10-16,-5 1 9 15,0 0 1-15,-8 18 0 16,-15 9 11-16,-8 10-10 15,-2 6 37-15,-27 6 25 16,-11 1-39-16,5-4 38 16,4-8-35-16,10-6-21 15,17-10 11-15,4-4-17 16,9-5 0-16,22-8-11 0,9-2-46 16,20-8-108-16,-11-14-317 15,-7-8-548-15</inkml:trace>
  <inkml:trace contextRef="#ctx0" brushRef="#br0" timeOffset="60147.75">13978 11272 1179 0,'0'0'1145'0,"0"0"-975"16,0 0-74-16,0 0 11 15,58 133 14-15,-58-70-16 16,-13 9-63-16,-20 9-21 15,-14 1-21-15,-6 2-18 0,-30 8-108 16,19-21-358-16,3-22-874 16</inkml:trace>
  <inkml:trace contextRef="#ctx0" brushRef="#br0" timeOffset="61304.11">14337 11798 436 0,'0'0'1061'0,"0"0"-767"16,0 0-151-16,0 0-17 16,0 0 59-16,0 0-82 15,0 0-21-15,-4-7-10 16,-13 28-42-16,-18 13 74 15,-7 7-56-15,-9 7-38 16,-12-2-1-16,5-4-9 16,10-6-56-16,7-10-74 0,24-18-153 15,8-8-113-15,9 0-523 16</inkml:trace>
  <inkml:trace contextRef="#ctx0" brushRef="#br0" timeOffset="62083.84">14794 11485 396 0,'0'0'1261'16,"0"0"-979"-16,-31 136-60 16,2-73-105-16,0 1 13 15,5-14-2-15,8-9-73 0,3-17-6 16,11-8-49-1,0-10 7-15,2-6 2 0,0 0-9 16,0-8-10-16,15-16-33 16,5-13-115-16,9-8 56 15,7-5-55-15,-3 1 1 16,5 5 73-16,-11 17 83 16,-11 15 70-16,-10 12 19 15,-4 15-31-15,-2 21 67 16,0 4-64-16,9 1-9 15,3-8 45-15,7-8-50 16,12-11 13-16,10-10-11 16,1-4-40-16,8-14-18 15,-11-18-24-15,-1-9-70 0,-9-2 8 16,-13-6-81-16,-7 0 21 16,-9 9 47-16,0 8 108 15,-9 15 4-15,-9 17 109 16,-5 0-82-16,6 30 80 15,1 10-3-15,5 4-3 16,11 2 3-16,0-4-41 16,2-6 2-16,23-6-54 15,2-11-9-15,2-11 18 16,2-8-24-16,7 0-15 16,-5-22-66-16,5-10-85 0,-3-5 40 15,6 0-22 1,-3 4 12-16,-7 8 123 0,-4 11 13 15,-12 14 135-15,-11 0-22 16,-4 26-32-16,0 8 44 16,0 3-61-16,-11-4-51 15,5-8 54-15,-3-7-67 16,9-10 1-16,0-8 32 16,0 0-33-16,22-9 11 15,7-13-11-15,2-5-104 16,8 2 44-16,-6 6-4 15,0 5 49-15,1 9 9 16,-7 5 3-16,-8 0-4 16,-3 15 7-16,-7 7-30 15,-9 4-13-15,0 1-125 0,-20-4-29 16,-9-4-180-16,-2-7-858 16</inkml:trace>
  <inkml:trace contextRef="#ctx0" brushRef="#br0" timeOffset="62226.05">15095 11275 1455 0,'0'0'565'0,"0"0"-420"16,143-40-80-16,-76 38-65 15,20 4-35-15,-18 18-92 16,-7 4-512-16</inkml:trace>
  <inkml:trace contextRef="#ctx0" brushRef="#br0" timeOffset="62527.32">16680 11180 1525 0,'0'0'110'16,"0"0"-72"-16,0 0-38 15,0 0 234-15,0 0 49 16,-57 159-81-16,30-84-21 16,0 8-72-16,-2 0-74 0,4-3 23 15,10-5-58-15,8-9 0 16,7-10 2-16,0-9-2 15,0-14-20-15,14-11-92 16,5-14-139-16,4-8-144 16,-9 0-607-16</inkml:trace>
  <inkml:trace contextRef="#ctx0" brushRef="#br0" timeOffset="62919.52">16362 11628 172 0,'0'0'1652'15,"0"0"-1184"-15,0 0-434 0,0 0-22 16,158-38-3 0,-94 30-9-16,1 2-21 0,-2-1-22 15,-10 4-68-15,-12 1 48 16,-18 2 60-16,-13 0 3 16,-10 12 66-16,-16 13 113 15,-22 12 16-15,-4 5-35 16,1 0-97-16,8-6-8 15,6-7-29-15,14-9-16 16,11-8 4-16,2-8-14 16,11-4-33-16,20 0 32 15,9-18-162-15,5-8-82 16,-1-6-32-16,1-3-19 0,-5 7 135 16,-7 6 161-1,-8 12 110-15,-7 10 233 0,-7 0-145 16,-7 19-77-16,-4 10-42 15,0 6-77-15,0 1 38 16,0-2-40-16,0-2-128 16,12-9-205-16,8-11-459 0</inkml:trace>
  <inkml:trace contextRef="#ctx0" brushRef="#br0" timeOffset="63538.82">17503 11468 788 0,'0'0'379'0,"0"0"-127"15,0 0 40-15,0 0-56 16,0 0 43-16,0 0-116 16,0 0-73-16,-76 0 7 15,76 0-60-15,0 0 20 16,0 0 4-16,9 0-45 15,-4 0 35-15,-3-8-41 16,-2 2 10-16,0-2 19 16,0 1-38-16,-5 5 5 15,-10 2-6-15,-8 0 16 16,-4 21-26-16,-4 11 10 16,2 12 0-16,0 8 39 0,12 2-30 15,5 2 22-15,10-4-5 16,2-6-17-16,2-7 18 15,23-7-27-15,6-12 0 16,2-10-9-16,10-10 9 16,6 0-23-16,-2-18 5 15,-3-12-57-15,-3-3 19 16,-10 2-23-16,-4 4 53 16,-12 8 26-16,-13 8 52 15,-2 10 14-15,0 1-66 16,0 8 26-16,0 12-26 15,-2 6 1-15,2 2 0 16,0-2 45-16,2-4-44 0,12-5 14 16,3-6 18-16,4-7-33 15,-6-4 40-15,1 0-34 16,-5-4 2-16,-7-14 54 16,-1 0-45-16,-3-3 19 15,0 4-16-15,-5 1-4 16,-12 6-34-16,-6 3-5 15,-2 7-65-15,6 0 36 16,-6 0-125-16,11 0-186 16,8 0-340-16</inkml:trace>
  <inkml:trace contextRef="#ctx0" brushRef="#br0" timeOffset="63689.97">18002 11159 2123 0,'0'0'326'16,"0"0"-278"-16,0 0 13 15,-93 159-61-15,41-72-7 16,10-14-175-16,13-11-780 0</inkml:trace>
  <inkml:trace contextRef="#ctx0" brushRef="#br0" timeOffset="63796.04">18018 11805 2063 0,'0'0'0'15,"0"0"-1458"-15</inkml:trace>
  <inkml:trace contextRef="#ctx0" brushRef="#br0" timeOffset="84010.47">8850 11482 603 0,'0'0'261'0,"0"0"-261"15,0 0-29-15,0 0 28 16,0 0 0-16,0 0 1 15,0 0-12-15,0 0 12 16,0 0 0-16,0 0 39 16,0 0 117-16,0 0 11 15,0 0-27-15,0 0-34 0,0 0 29 16,0 0-20-16,0-6-27 16,0 1 15-16,0-4-13 15,0 1-1-15,0-2-4 16,0 2-46-16,0-2 30 15,0 3-19-15,0 2 2 16,0-2 37-16,0 4-47 16,0-1 20-16,0-3-25 15,0 4-31-15,0-4 48 16,0 2-45-16,2-4-8 16,2 4 17-16,7-4-8 15,0 1-10-15,1 3 0 0,-2 2 8 16,4 3-1-16,-1 0-7 15,3 7 0-15,-9 16 16 16,-5 12-6-16,-2 11 10 16,-4 6 30-16,-17 1-35 15,-1-4 72-15,2-6-86 16,4-11-1-16,3-6 9 16,4-10 9-16,2-7-23 15,5-9 5-15,2 0-36 16,0-9 35-16,14-23-103 15,10-13-168-15,5-10 142 16,2-5-44-16,0-1 38 16,-8 12 97-16,-13 13 39 0,-2 17 212 15,-8 13-5-15,0 6-87 16,0 6-58-16,-2 20-45 16,-4 7 36-16,6 6-6 15,10 1-47-15,23-2 48 16,14-2-48-16,33-6-76 15,-13-8-148-15,-7-10-518 0</inkml:trace>
  <inkml:trace contextRef="#ctx0" brushRef="#br0" timeOffset="88815.81">4346 12538 871 0,'0'0'681'16,"0"0"-549"-16,0 0-47 15,0 0 183-15,0 0-40 16,0 0-25-16,0-30-9 16,0 28-75-16,0 2 11 15,0-2-37-15,0 2-40 16,0 0 30-16,0 0-76 0,0 0 2 15,0 0 5-15,0 0 2 16,0 0-17-16,0 0 1 16,0 0-36-16,0 0 10 15,0 0-105-15,0 2-213 16,-6 7-299-16,-1-6-724 0</inkml:trace>
  <inkml:trace contextRef="#ctx0" brushRef="#br0" timeOffset="89228.62">4346 12538 1515 0,'7'45'538'0,"-25"-45"-438"16,2 0-10-16,-1-10 21 15,7-4 51-15,10-7-82 16,0-2-41-16,17-5-39 15,16 1-60-15,7 3 45 16,5 9 6-16,-3 6 5 16,-9 9-14-16,-8 9 18 15,-19 25 0-15,-6 15 32 16,-29 11-15-16,-26 10 32 16,-17 1-19-16,-7-4-30 15,-2-11 41-15,5-12-35 0,16-16 0 16,13-15 5-1,14-8-1-15,17-5-10 0,16-13 27 16,0-14-25-16,29-5-4 16,14 0-17-16,10 5 19 15,0 10-8-15,1 12 2 16,-2 5 5-16,-8 5-6 16,-4 18-87-16,11 7-89 15,-9-3-308-15,-3-12-756 0</inkml:trace>
  <inkml:trace contextRef="#ctx0" brushRef="#br0" timeOffset="89447.76">4861 12655 2241 0,'0'0'553'16,"0"0"-473"-16,0 0 15 15,0 0-8-15,0 0-68 16,0 0 33-16,125-8-52 16,-80 10-6-16,-3 12-5 15,-9 3-62-15,-10 3-32 16,-23 13-214-16,0-7-318 16,-27-4-580-16</inkml:trace>
  <inkml:trace contextRef="#ctx0" brushRef="#br0" timeOffset="89579.85">4855 12867 2112 0,'0'0'530'0,"0"0"-456"16,0 0-10-16,0 0-58 15,120 0 9-15,-64 0-15 16,-12 9-232-16,-11 1-382 0</inkml:trace>
  <inkml:trace contextRef="#ctx0" brushRef="#br0" timeOffset="91570.58">5630 12867 1898 0,'0'0'540'0,"0"0"-437"15,0 0-86-15,0 0 83 16,0 0 60-16,0 0-90 15,0 0 0-15,47-20-37 16,-22-2-22-16,6-6-4 16,-2-4-7-16,0-2-15 0,-2 0 5 15,-8 2-17-15,2 4 22 16,-8 6-1-16,-4 10 12 16,-9 5-13-16,5 7 7 15,-5 0-3-15,0 3-12 16,0 23-14-16,0 12 29 15,0 8 0-15,0 4 12 16,0 2-9-16,0-4-3 16,-5-2-27-16,5-3 8 15,-4-1-214-15,4-12-247 16,0-14-644-16</inkml:trace>
  <inkml:trace contextRef="#ctx0" brushRef="#br0" timeOffset="91961.84">6317 12501 1132 0,'0'0'480'0,"0"0"-398"16,0 0 26-16,0 0 84 15,-118 68-65-15,86-48-15 16,8-4-19-16,9-6-56 15,6-4 15-15,9-2-34 16,0-4 12-16,11 0 32 16,20 0-47-16,9 0 16 15,7 0-22-15,-1 0 6 16,2 0-30-16,-9 0-59 16,4 0-116-16,-14 0-132 15,-7-6-429-15</inkml:trace>
  <inkml:trace contextRef="#ctx0" brushRef="#br0" timeOffset="92127.95">6402 12443 1886 0,'0'0'359'0,"0"0"-280"16,0 0 68-16,-50 158-53 15,37-94-46-15,-7 4-28 16,3 0-20-16,-6 14-96 15,7-17-164-15,3-16-530 0</inkml:trace>
  <inkml:trace contextRef="#ctx0" brushRef="#br0" timeOffset="92487.43">6794 12878 2174 0,'0'0'664'16,"0"0"-528"-1,0 0-35-15,0 0-35 0,0 0-34 16,0 0 25-16,0 0-57 16,100 3-6-16,-57 7-6 15,1 3-95-15,10 5 7 16,-10-4-173-16,-13-4-401 0</inkml:trace>
  <inkml:trace contextRef="#ctx0" brushRef="#br0" timeOffset="93643.63">7530 12668 801 0,'0'0'489'0,"0"0"-312"16,0 0-93-16,0 0 31 16,0 0 43-16,0 0-36 0,0 0 17 15,4-3-57-15,-4 3-24 16,0 0 20-16,0 0-64 15,0 10 9-15,0 10 53 16,0 6-21-16,0 4 40 16,-9 3-49-16,3 1-3 15,-2-6 36-15,0-5-64 16,3-6 8-16,3-6-22 16,2-7 18-16,0-1-11 15,0-3-8-15,11 0-4 16,16 0-14-16,4-8 5 15,7-5-23-15,-2-1 10 16,-2 4 13-16,-5 5 4 16,-6 5 9-16,-7 0 0 15,-3 11-7-15,-7 15 17 0,-6 5 2 16,0 5 28-16,-19 0-40 16,-3-1 21-16,-3-9-21 15,6-1 0-15,-2-11-2 16,4-7-4-16,-3-7-34 15,-14-17-103-15,10-12-334 16,-1-6-399-16</inkml:trace>
  <inkml:trace contextRef="#ctx0" brushRef="#br0" timeOffset="93793.83">7579 12547 1958 0,'0'0'573'0,"0"0"-436"16,0 0-61-16,133-34 11 0,-83 32-7 15,0 2-66 1,2 0 23-16,-5 14-37 0,-7 11-44 16,-2 21-129-16,-14-11-408 15,-11-3-951-15</inkml:trace>
  <inkml:trace contextRef="#ctx0" brushRef="#br0" timeOffset="93921.92">8038 12974 2067 0,'0'0'262'0,"0"0"-247"16,0 0-9-16,0 0-6 0,0 0-137 15,0 0-490-15</inkml:trace>
  <inkml:trace contextRef="#ctx0" brushRef="#br0" timeOffset="94196.17">8327 12982 1575 0,'0'0'241'16,"0"0"-205"-16,0 0 13 15,0 0 97-15,77-143-44 16,-64 97 4-16,-2-1-72 16,7-2-3-16,-7 3 102 15,2 5-2-15,0 12 35 16,-3 10 5-16,-6 14-96 15,-4 5-45-15,0 9-30 0,0 28 0 16,0 14-19-16,0 12 19 16,-2 7 0-16,-7 1-2 15,9 12-104-15,0-16-128 16,0-20-320-16</inkml:trace>
  <inkml:trace contextRef="#ctx0" brushRef="#br0" timeOffset="94447.36">9035 12864 682 0,'0'0'1579'16,"0"0"-1094"-16,0 0-409 15,0 0-48-15,0 0 42 16,0 0-64-16,115 0-6 16,-68 0 0-16,0 0-3 15,-5 0-30-15,-2 0-135 16,-4-2-177-16,-14-5-250 16,-6-1-686-16</inkml:trace>
  <inkml:trace contextRef="#ctx0" brushRef="#br0" timeOffset="94630.48">9349 12642 692 0,'0'0'1308'15,"0"0"-998"-15,0 0-248 16,0 0 93-16,-63 107-17 16,41-55-44-16,2 6-36 15,2-1-56-15,7-2-4 16,11-4-31-16,0-3-166 15,22-12-91-15,3-16-540 0</inkml:trace>
  <inkml:trace contextRef="#ctx0" brushRef="#br0" timeOffset="94851.84">9930 12631 2029 0,'0'0'578'15,"0"0"-508"-15,0 0-48 16,0 0 78-16,-153 24-19 16,115 12 0-16,9 6-40 15,11 4-40-15,13 3 33 16,5-5-28-16,14-3-6 16,20-4 0-16,3-3-41 15,34-6-53-15,-13-8-224 16,-2-9-389-16</inkml:trace>
  <inkml:trace contextRef="#ctx0" brushRef="#br0" timeOffset="95902.29">10655 12828 1322 0,'0'0'498'15,"0"0"-350"-15,0 0 16 16,0 0 76-16,0 0-19 16,0 0-72-16,0 0-13 15,-2 0-82-15,2 0 9 16,0 0-2-16,8 0-60 16,17 0 38-16,6 0-30 0,14 2-8 15,8 0 5-15,5-1-6 16,0-1-1-1,5 0-43-15,-5 0-83 0,6 0-98 16,-14 0-297-16,-17-1-509 0</inkml:trace>
  <inkml:trace contextRef="#ctx0" brushRef="#br0" timeOffset="96195.6">10702 12927 1230 0,'0'0'658'0,"0"0"-345"15,0 0-81-15,0 0 52 16,0 0-60-16,0 0-123 15,0 0-25-15,60 0-73 16,-13 0 13-16,4 0-31 16,5 0 15-16,1 0-66 15,-1 0-20-15,-2 0-147 16,4-2-96-16,-16-14-317 16,-13-3-595-16</inkml:trace>
  <inkml:trace contextRef="#ctx0" brushRef="#br0" timeOffset="96361.71">11440 12645 1698 0,'0'0'538'16,"0"0"-408"-16,0 0-26 15,0 0-25-15,0 0 37 16,64 113-34-16,-91-55-39 16,-17 5 3-16,-14 8-46 15,-6-1-40-15,-19 8-118 16,16-17-321-16,22-20-723 0</inkml:trace>
  <inkml:trace contextRef="#ctx0" brushRef="#br0" timeOffset="96704.93">12565 12765 789 0,'0'0'1195'0,"0"0"-846"16,0 0-236-16,-18-120 14 16,-24 97-112-16,-16 14-3 15,-13 9 29-15,-7 12-40 16,-3 28 60-16,8 14 7 15,13 8-21-15,18 4 52 0,17 0-65 16,21-1-11-16,4-7 10 16,29-2-15-16,19-8-17 15,19-6-1-15,9-12-66 16,45-10-4-16,-19-8-228 16,-13-12-342-16</inkml:trace>
  <inkml:trace contextRef="#ctx0" brushRef="#br0" timeOffset="96931.28">13114 12850 1445 0,'0'0'839'0,"0"0"-473"0,0 0-176 16,0 0-119-16,0 0 16 15,0 0-64-15,0 0-7 16,116 4 0-16,-68 6-4 16,4 0-24-16,-5 2 2 15,-3 7-119-15,-15-2-123 16,-13-3-425-16</inkml:trace>
  <inkml:trace contextRef="#ctx0" brushRef="#br0" timeOffset="97089.55">13089 13126 2070 0,'0'0'465'0,"0"0"-401"0,0 0-41 15,116 4 39-15,-69-1-62 16,10-3-24-16,-7 3-266 16,-17-1-1051-16</inkml:trace>
  <inkml:trace contextRef="#ctx0" brushRef="#br0" timeOffset="108244.62">14326 12629 136 0,'0'0'633'15,"0"0"-487"-15,0 0-80 16,0 0-18-16,0 0 52 16,0 0 2-16,-29-7-32 15,27 6 28-15,2 1-15 16,-4-2-19-16,0 0-2 16,-4 0-61-16,4 0 17 15,-5-1 4-15,7 2-13 16,-2-1 45-16,-3 0-21 15,4 0 11-15,1 0 51 16,-2 0-54-16,-1-1 22 0,1 0 3 16,0 1-44-1,-3-2 27-15,4 1-49 0,-1 3 11 16,-3-1-9-16,3 1-1 16,0 0-1-16,-3 0 0 15,2 0 13-15,1 0-7 16,-3 0 15-16,1 0 5 15,-5 0 39-15,-1 0-56 16,-1 8 16-16,-3 6 12 16,1 3-35-16,-1 3 45 15,-1 6-29-15,-2-1-9 16,9 3 55-16,-4 2-42 16,5-2 20-16,-2 2 2 15,6-2-43-15,1 0 42 16,-3 0-27-16,7-1-14 0,0 1 45 15,0 2-46 1,0-2 16-16,9 2-11 0,3 0 13 16,3-4-13-16,5 0-6 15,-3-4 1-15,10-3 11 16,2-6-11-16,7-3-1 16,0-1 0-16,2-9 4 15,-5 0-19-15,-2 0 0 16,-4 0-10-16,-4-12 23 15,-10-1-33-15,-7-3 20 16,-6-4 15-16,0-2-15 16,-6-4 15-16,-19-1 1 0,-13 1-1 15,1 5 55-15,-13 5-54 16,4 8 14-16,-8 8-15 16,7 0 8-16,3 12-25 15,-1 30-54-15,14-5-154 16,11-2-265-16</inkml:trace>
  <inkml:trace contextRef="#ctx0" brushRef="#br0" timeOffset="108397.8">14746 13101 605 0,'0'0'1386'0,"0"0"-1386"16,0 0-132-16,0 0-452 0</inkml:trace>
  <inkml:trace contextRef="#ctx0" brushRef="#br0" timeOffset="113045.61">2217 14025 608 0,'0'0'1662'16,"0"0"-1401"-16,0 0-151 15,0 0 18-15,0 0-76 16,0 0 4-16,0 0-47 16,46-23 7-16,-4 51 2 15,11 15 12-15,0 4-11 16,1 6 37-16,-3-1-55 0,-1-4 13 16,-6-5-11-16,-2-4 18 15,-1-4-17-15,-6-12-4 16,-6 0 0-16,-4-9-18 15,-6-6 5-15,-7-2-14 16,-3-6 18-16,-5 0-21 16,0 0 29-16,3-23 1 15,2-10-43-15,4-8 42 16,6-1-25-16,3-2 26 16,2 6-1-16,7 7 6 15,5 6-23-15,4 6 18 16,7 8 0-16,4 5-13 15,-1 6 10-15,0 0 3 16,-5 0 0-16,-7 10 6 16,-9 0-6-16,-13 2 0 0,-12 5 0 15,-4 0 3-15,-11 7-2 16,-27 8 18-16,-18 6-4 16,-6 1 3-16,-5 1-6 15,9-7-12-15,12-6 0 16,11-7-6-16,20-10 6 15,13-5-1-15,2-5-25 16,23 0-78-16,19-9 62 16,11-16-92-16,1-4-21 15,-3-5 120-15,-11 1 3 16,-12 7 32-16,-11 11 32 16,-13 6 89-16,-4 9 54 15,-7 0-81-15,-17 16-87 0,-3 10 54 16,0 6-60-1,12 1 17-15,8-4-15 0,7-6 20 16,11-9-37-16,23-10 14 16,7-4-28-16,9-2 6 15,-3-24-95-15,-7-1 14 16,-11-3 70-16,-14 2 14 16,-5 4 19-16,-8 8 42 15,-2 6 58-15,0 7 7 16,0 3-93-16,0 0-5 15,0 17-9-15,0 4 19 16,0 1-11-16,13-3-8 0,14-2-31 16,4-11 17-1,4-6-74-15,-1 0-66 0,-7-13 28 16,-7-9 7-16,-9-2 8 16,-4 0-17-16,-7 5 113 15,0 12 15-15,0 7 120 16,0 10-43-16,0 35 6 15,-14 35 90-15,-6 37-10 16,-6 29-72-16,1-10-40 16,5-29 29-16,7-37-60 15,1-24-1-15,-3 0-11 16,-7-3 11-16,-10 0-14 16,-7-11-5-16,-11-8-14 15,-1-12 4-15,2-12-19 16,8-4 22-16,20-26 6 0,19-34-65 15,12-38-60-15,32 1-73 16,6 1 34-16,5 10 28 16,-4-13-124-16,-6 18-227 15,-10 0-369-15</inkml:trace>
  <inkml:trace contextRef="#ctx0" brushRef="#br0" timeOffset="113201.33">3156 13975 1298 0,'0'0'499'15,"0"0"-186"-15,-16-104-91 16,16 61-49-16,14 8 52 16,17 6-132-16,9 9-60 15,7 11-33-15,-1 9-23 0,-3 21-98 16,-11 74-138-16,-17-2-269 16,-15 8-421-16</inkml:trace>
  <inkml:trace contextRef="#ctx0" brushRef="#br0" timeOffset="113299.61">3112 14711 1654 0,'0'0'547'16,"0"0"-396"-16,0 0-99 16,0 0-37-16,0 0-15 15,0 0-147-15,0 0-594 0</inkml:trace>
  <inkml:trace contextRef="#ctx0" brushRef="#br0" timeOffset="113801.22">5029 14212 1340 0,'0'0'538'0,"0"0"-348"15,0 0-109-15,0 0-71 16,0 0 112-16,-12 109 21 16,6-40-15-16,1 5-7 15,1 2-77-15,-6-6 6 16,8-6-44-16,-2-12 16 15,0-10-16-15,-1-10-6 0,3-11-12 16,0-13-10-16,0-8-122 16,-5 0 17-16,-9-61-44 15,0 4-769-15,-1-9-10 0</inkml:trace>
  <inkml:trace contextRef="#ctx0" brushRef="#br0" timeOffset="113959.33">4875 14212 116 0,'0'0'1679'0,"0"0"-1173"15,0 0-423-15,0 0 30 16,154-61 41-16,-90 59-78 16,7 2-25-16,0 0-18 15,-1 10-26-15,-14 6-2 0,-12 2-5 16,-17 4-126 0,-27 10-107-16,-11-6-244 0,-23-2-194 0</inkml:trace>
  <inkml:trace contextRef="#ctx0" brushRef="#br0" timeOffset="114109.67">4672 14383 1508 0,'0'0'767'0,"0"0"-671"15,0 0-14-15,0 0 70 16,0 0-26-16,131 21-11 16,-50-12-104-16,10 3-7 15,3 0-4-15,24 1-146 16,-25-4-91-16,-14-4-498 0</inkml:trace>
  <inkml:trace contextRef="#ctx0" brushRef="#br0" timeOffset="114335.23">5814 14185 1857 0,'0'0'398'16,"0"0"-297"-16,0 0-21 15,-155 64 109-15,102-12-86 16,6 9-12-16,9 4-48 16,16 2-35-16,11-6 21 15,11-2-29-15,4-11-24 16,25-7 12-16,11-10-88 16,22-14-92-16,-6-11-176 0,-8-6-608 15</inkml:trace>
  <inkml:trace contextRef="#ctx0" brushRef="#br0" timeOffset="114717.53">5829 14369 1521 0,'0'0'334'0,"0"0"-196"16,0 0 34-16,0 0-10 15,0 0 22-15,0 0-56 16,93 114-37-16,-93-71 15 15,-15-1-73-15,-7-2 10 16,-1-6-19-16,6-10-7 0,3-6-8 16,10-11-9-1,4-2 0-15,0-5-14 0,6 0-34 16,19-10 11-16,2-14 1 16,2-12-162-16,-5-3 52 15,-6-7-13-15,-7 7-10 16,-6 7 152-16,-5 12 17 15,0 11 219-15,0 9-38 16,0 0-106-16,0 25 33 16,0 6-20-16,0 4-56 15,2 1 8-15,15-6-40 16,6-6-6-16,6-8-9 16,-2-9-58-16,8-7-61 15,-8-12-122-15,-9-7-398 0</inkml:trace>
  <inkml:trace contextRef="#ctx0" brushRef="#br0" timeOffset="114897.65">6442 14189 1987 0,'0'0'339'0,"0"0"-243"16,11 118 83-16,-11-53-48 15,-9 4-57-15,-18 4 1 16,-9-3-73-16,1-4 12 15,-3-4-14-15,5-9-58 16,8-6-60-16,11-13-216 16,8-13-466-16</inkml:trace>
  <inkml:trace contextRef="#ctx0" brushRef="#br0" timeOffset="115199.95">6865 14636 1790 0,'0'0'733'15,"0"0"-520"-15,0 0-70 0,0 0-65 16,0 0-63-16,0 0 10 16,141-12-24-16,-95 12-1 15,-1 0 0-15,-3 0-89 16,-17 14-54-16,-14-2-351 16,-11 2-354-16</inkml:trace>
  <inkml:trace contextRef="#ctx0" brushRef="#br0" timeOffset="115319.03">6903 14765 1625 0,'0'0'566'0,"0"0"-477"16,0 0 13-16,0 0-10 15,172 15-92-15,-108-8-68 16,-6-6-506-16</inkml:trace>
  <inkml:trace contextRef="#ctx0" brushRef="#br0" timeOffset="117512.09">7868 14347 1252 0,'0'0'820'16,"0"0"-573"-16,0 0-169 15,0 0 82-15,0 0-39 16,0 0-48-16,0 0 5 0,29-36-74 16,-13 34 4-1,6 2 25-15,-2 0-32 0,3 19 8 16,-4 10-9-16,-5 14 19 15,-7 5-8-15,-7 8 10 16,0 4-20-16,-11 0 56 16,-7-4-57-16,-2-7 16 15,2-10 1-15,4-12-7 16,8-10 2-16,1-8-12 16,5-9 0-16,0 0-3 15,0-14 3-15,16-25-16 16,11-15-101-16,7-15-32 15,3-12-63-15,5 5-67 16,-11 8 10-16,-6 20 269 16,-11 19 39-16,-12 21 202 0,-2 8-126 15,0 24-94-15,-5 18 178 16,1 8-86-16,4 3-41 16,0-2 9-16,24-2-81 15,14-11 13-15,7-8-13 16,1-11-25-16,8-7-24 15,2-12-185-15,-12-9-349 16,-13-11-850-16</inkml:trace>
  <inkml:trace contextRef="#ctx0" brushRef="#br0" timeOffset="117863.34">8495 13820 1410 0,'0'0'628'0,"0"0"-369"15,0 0-158-15,0 0-88 16,0 0 20-16,0 0 32 15,0 0-27-15,-96 112 20 16,74-84-58-16,6-8 1 0,7-8-1 16,9-2 22-1,0-4-10-15,9-1-7 16,20-2-4-16,9-1 0 0,11 1-1 16,0-3-27-16,-5 0-31 15,4 0-61-15,-4-5-100 16,-13-7-177-16,-11 0-374 0</inkml:trace>
  <inkml:trace contextRef="#ctx0" brushRef="#br0" timeOffset="118012.6">8618 13793 1482 0,'0'0'660'16,"0"0"-471"-16,0 0-109 15,0 0 13-15,0 0 37 16,-23 151-78-16,12-84-50 0,5 1-2 15,-10 30-11-15,5-22-185 16,1-13-325-16</inkml:trace>
  <inkml:trace contextRef="#ctx0" brushRef="#br0" timeOffset="118607.09">9027 14587 1545 0,'0'0'678'0,"0"0"-473"16,0 0 25-16,0 0-12 0,0 0-124 15,0 0-70 1,116 0-12-16,-62 0 0 0,0 0-12 16,-4 0 0-16,2 0-82 15,8 0-133-15,-15 3-362 16,-9-3-712-16</inkml:trace>
  <inkml:trace contextRef="#ctx0" brushRef="#br0" timeOffset="119066.39">9906 14265 1565 0,'0'0'647'16,"0"0"-520"-16,0 0-65 16,0 0-49-16,0 0 1 15,0 0 163-15,0 0-97 16,-47 143 13-16,31-97-28 16,3 0-45-16,-1-6 27 15,8-12-46-15,-3-6 0 16,9-11-2-16,0-5-2 15,0-6 2-15,0 0 1 16,9-7-43-16,16-15 16 16,8-6-75-16,0 0 22 15,7 3 20-15,-3 11 5 16,-8 9 43-16,-8 5 11 16,-5 10 2-16,-11 19 64 15,-5 9 10-15,0 8-13 0,-13 7 34 16,-8-3-60-16,-6-2-2 15,7-5-18-15,-2-9-1 16,6-6-12-16,3-10-3 16,4-10-56-16,-2-7-31 15,-7-8-151-15,-2-19-241 16,4-6-737-16</inkml:trace>
  <inkml:trace contextRef="#ctx0" brushRef="#br0" timeOffset="119215.49">9857 14309 2160 0,'0'0'525'0,"0"0"-461"16,0 0 32-16,138-51-81 15,-89 42 12-15,-5 5-27 16,6 4-2-16,-6 0-20 16,10 4-224-16,-9 10-277 15,-12-2-124-15</inkml:trace>
  <inkml:trace contextRef="#ctx0" brushRef="#br0" timeOffset="119634.77">10356 14397 1497 0,'0'0'367'0,"0"0"-174"15,0 0-29 1,0 0-28-16,0 0-11 0,0 0-8 15,0 0 35-15,58 135-55 16,-58-92-42-16,-13 2 28 16,-7-1-77-16,-3-5 25 15,6-8-28-15,1-7 11 16,5-7-5-16,5-9-9 16,6-8-19-16,0 0 17 15,2-18-68-15,17-21-132 16,12-13-131-16,8-9-155 15,-1-4-134-15,-3 11 311 16,-8 11 311-16,-12 17 656 16,-7 14-40-16,-8 12-303 15,0 5-161-15,-8 21-135 0,-7 10 108 16,-3 8-35-16,5 4-59 16,4 2-5-16,6-4-26 15,3-3-8-15,3-7-34 16,39-7-107-16,-4-8-137 15,-3-11-404-15</inkml:trace>
  <inkml:trace contextRef="#ctx0" brushRef="#br0" timeOffset="119822.89">10840 14636 1739 0,'0'0'584'0,"0"0"-286"0,0 0-83 15,0 0-136-15,0 0-22 16,0 0-57-16,141-20 6 16,-93 20-6-16,4 0-3 15,1 0-7-15,3 0-25 16,7 0-218-16,-17 0-240 16,-13 0-503-16</inkml:trace>
  <inkml:trace contextRef="#ctx0" brushRef="#br0" timeOffset="120025.03">11176 14351 1390 0,'0'0'858'0,"0"0"-721"0,0 0-64 16,0 0 68-16,-15 141 22 15,-1-83-83-15,-1 5-2 16,-6 0-78-16,7 0-3 15,1-4-3-15,9-8-121 16,6-8-134-16,0-12-269 16,13-15-884-16</inkml:trace>
  <inkml:trace contextRef="#ctx0" brushRef="#br0" timeOffset="120487.79">12111 14212 1746 0,'0'0'565'0,"0"0"-426"16,0 0-8-16,0 0-77 16,-125 33 50-16,71 13-26 15,-2 17-27-15,6 6 29 16,2 5-44-16,17-1 30 0,9-3 3 16,9-7-69-16,13-5 50 15,0-8-50-15,6-8 9 16,17-11-12-16,6-8 3 15,4-14-21-15,3-9 20 16,-1 0-61-16,-6-29 61 16,-6-5-53-16,-15-10-21 15,-8-3 74-15,0 5-13 16,-13 11 14-16,-11 8 0 16,-10 15 2-16,3 8-8 0,-4 4-176 15,8 16-321 1,6-2-515-16</inkml:trace>
  <inkml:trace contextRef="#ctx0" brushRef="#br0" timeOffset="120602.87">12291 14798 198 0,'0'0'1067'16,"0"0"-1067"-16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2-10T06:30:20.6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26899 4117 396 0,'0'0'93'15,"0"0"-59"-15,0 0 0 16,0 0 324-16,0 0-195 16,0 0-112-16,0 0 54 15,0-4-9-15,0-3 42 16,0 1-9-16,0 1-28 15,0-2 36-15,-5 3-20 16,5 1-34-16,0 0 42 0,0 1-67 16,0 0-5-16,0 2 6 15,0 0-41-15,-2 0 49 16,2 0-60-16,0 0-5 16,0 0 7-16,0 0 0 15,0 0-9-15,0 0 0 16,0 0 13-16,0 0-12 15,0 0-1-15,0 0-4 16,0 0-9-16,11-3 26 16,14-2-3-16,8-1-8 0,12-2 17 15,13-3-4 1,11-2-15-16,14-1 1 0,-4 0 4 16,6 2 7-1,-2 0-10-15,-3 0-2 0,0 1 12 16,-1 0-8-16,-6 1-4 15,-2-1-1-15,-1 4-16 16,-6 2 22-16,-1-2-5 16,-10 3 0-16,-4 1 10 15,-2 0-19-15,-7 0 9 16,0 3 0-16,-9 0-10 16,0-1 16-16,-2 1-6 15,2 0 0-15,0-2 12 16,4 0-20-16,-4 0 8 15,2-2 0-15,3 1-9 0,-1 0 21 16,1-1-12-16,1 2 0 16,0-1 11-16,-4 0-14 15,-6 1 3-15,-3 0 0 16,-8 0-15-16,-3 2 19 16,-6 0-4-16,0 0 0 15,-7 0 2-15,0 0-19 16,0 0 17-16,0 0-26 15,0 0-44-15,0 0-117 16,-5 4-102-16,-6 4-44 16,-2-4-854-16</inkml:trace>
  <inkml:trace contextRef="#ctx0" brushRef="#br0" timeOffset="752.22">27929 4032 358 0,'0'0'136'0,"0"0"536"15,0 0-410-15,0 0-108 16,0 0-46-16,0 0 47 15,0 0-56-15,0-22-75 16,0 22 24-16,0 13-48 16,4 12 19-16,10 14 62 15,3 8-53-15,1 8 40 0,5 3-17 16,1 0-31-16,-6 2 59 16,7-2-73-16,-8-1 6 15,3-8 12-15,3 0-12 16,-4-9 0-16,2-4-12 15,-5-6 1-15,-1-8-21 16,-9-4-8-16,-4-6-118 16,-2-8-92-16,0-4-262 15,-8 0-684-15</inkml:trace>
  <inkml:trace contextRef="#ctx0" brushRef="#br0" timeOffset="1016.26">27802 4749 515 0,'0'0'1174'0,"0"0"-1019"16,0 0-133-16,0 0 19 15,0 0-8-15,0 0 77 16,0 0-45-16,147 0-34 15,-94 3 33-15,-6 8-63 16,5 1-1-16,-6 4 1 16,1-2-1-16,-3-3-12 0,-3-3-81 15,5-6-129 1,-10-2-32-16,-7 0-317 0</inkml:trace>
  <inkml:trace contextRef="#ctx0" brushRef="#br0" timeOffset="1182.27">28493 4471 929 0,'0'0'804'0,"0"0"-666"15,0 0-129-15,0 0 25 16,0 0-34-16,0 0 38 16,-39 157 33-16,31-85-69 15,-15 44-2-15,8-14-95 16,1-13-270-16</inkml:trace>
  <inkml:trace contextRef="#ctx0" brushRef="#br0" timeOffset="1520.16">28791 5027 1497 0,'0'0'208'0,"0"0"-123"16,0 0-28-16,0 0 61 15,0 0 33-15,0 0-87 16,0 0-23-16,0-7-25 0,0 38-7 16,5 7 22-16,2 6-31 15,-1 8 1-15,3 3 4 16,0-2-4-16,0 3-1 15,2-3 0-15,-2-5 22 16,0-4-45-16,0-10 15 16,-3-5-89-16,2-8 24 15,-6-8-111-15,-2-13-62 16,0 0-244-16,0-7-490 0</inkml:trace>
  <inkml:trace contextRef="#ctx0" brushRef="#br0" timeOffset="1768.85">28765 4959 1390 0,'0'0'406'0,"0"0"-200"15,0 0 18-15,0 0-146 16,0 0-30-16,0 0-10 15,0 0-36-15,129-82 42 16,-77 76-44-16,-2 3-3 16,0 3-11-16,-8 0-72 15,-13 0-81-15,-21 6-97 0,-5 4-290 16,-3 2-483-16</inkml:trace>
  <inkml:trace contextRef="#ctx0" brushRef="#br0" timeOffset="1939.9">28622 5243 1657 0,'0'0'322'0,"0"0"-256"15,0 0-3-15,0 0 18 16,145 6 28-16,-72-12-84 16,6-13-25-16,-4-6 0 15,14-8-31-15,-22 3-191 16,-13 1-374-16</inkml:trace>
  <inkml:trace contextRef="#ctx0" brushRef="#br0" timeOffset="2234.09">29366 4421 1894 0,'0'0'332'0,"0"0"-255"15,0 0-77-15,0 0 2 16,0 0-2-16,0 0 26 15,-60 149-15-15,43-74-11 16,-6 30-14-16,6-14-222 16,5-21-343-16</inkml:trace>
  <inkml:trace contextRef="#ctx0" brushRef="#br0" timeOffset="2510.79">29677 4780 1211 0,'0'0'556'0,"0"0"-514"16,0 0-14-16,0 0 5 15,0 0 20-15,0 0 91 16,-116 78-12-16,93-22-86 15,10 9 4-15,6 2-44 16,2 2-4-16,5-7-2 16,0-6-83-16,19-10 8 15,12-13-115-15,-2-13-156 16,-2-15-464-16</inkml:trace>
  <inkml:trace contextRef="#ctx0" brushRef="#br0" timeOffset="2943.68">29679 4918 1287 0,'0'0'341'15,"0"0"-275"-15,0 0-26 16,0 0-39-16,0 0 15 16,0 0 24-16,0 0-40 15,100 102 55-15,-89-55-37 16,-11 5 2-16,0 0 46 15,0-6-53-15,-5-4 21 16,-3-8-13-16,-3-7-7 16,6-10 3-16,0-6-17 0,5-10 0 15,0-1-13 1,0-7-19-16,12-25-56 0,5-11-125 16,4-8-68-16,-1-2 15 15,-5 5 263-15,-4 11 3 16,-1 12 162-16,-10 15 16 15,0 10-19-15,0 0-56 16,0 16-31-16,0 12 95 16,0 9-88-16,0 2-32 15,0-3-6-15,15-2-33 16,5-6 2-16,9-7-10 16,0-10-25-16,2-8 19 0,7-8-157 15,-9-16-147-15,-4-7-421 16</inkml:trace>
  <inkml:trace contextRef="#ctx0" brushRef="#br0" timeOffset="3112.67">30296 4724 1684 0,'0'0'334'0,"0"0"-270"15,0 0-7-15,40 125 54 16,-33-60-41-16,-7 9 2 15,0 5-42-15,-9 7-18 16,-20 1-24-16,-29 19-108 16,3-22-254-16,5-20-543 0</inkml:trace>
  <inkml:trace contextRef="#ctx0" brushRef="#br0" timeOffset="3545.54">28595 6194 1822 0,'0'0'346'0,"0"0"-346"15,237-58-10-15,-37-11 10 16,34-8 52-16,7-6 13 15,-13 9 71-15,-30 11-57 16,-16 2-39-16,-16 2-3 16,-39 13-28-16,-40 8 4 0,-34 17-13 15,-24 4-14-15,-13 5 13 16,-16 2-145-16,-9 4-144 16,-23 5-428-16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2-07T10:11:59.384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14385 7154 540 0,'0'0'606'0,"0"0"-441"16,0 0-56-16,0 0 27 16,0 0 45-16,0 0-51 15,40-70 41-15,-37 60-31 16,0 3-42-16,6-2-5 0,-6 3-1 15,0-4 18-15,-1 4 18 16,-2 1-89-16,3 1 20 16,-3 1 7-16,0 0-35 15,0 3 35-15,0 0-51 16,0 0-7-16,0 0 13 16,0 0-5-16,0 0-16 15,0 0 0-15,0 0 0 16,0 0-19-16,0 3 19 15,0 25-6-15,0 9-15 16,0 13 33-16,0 10-12 16,-8 4 0-16,-7-1 15 15,9-4-18-15,-7 2 3 0,10-10 0 16,0 1-14 0,0-8-1-16,3-6-89 0,0-11-102 15,6-11-170-15,7-10-354 0</inkml:trace>
  <inkml:trace contextRef="#ctx0" brushRef="#br0" timeOffset="267.17">14130 6980 1418 0,'0'0'573'16,"0"0"-372"-16,0 0-69 16,0 0 82-16,0 0-71 15,0 0-88-15,0 0 1 16,171-137-55-16,-93 129-1 16,8 5 0-16,-1 3 18 15,-5 0-36-15,-9 0 18 16,-11 21-123-16,-17 23-86 15,-21-1-172-15,-19-5-366 0</inkml:trace>
  <inkml:trace contextRef="#ctx0" brushRef="#br0" timeOffset="447.29">13965 7684 1534 0,'0'0'392'0,"0"0"-265"15,0 0 90-15,0 0 16 16,168 3-150-16,-82-3-28 16,12 0-55-16,-6 0-13 15,27 0-63-15,-30 0-203 16,-22 0-642-16</inkml:trace>
  <inkml:trace contextRef="#ctx0" brushRef="#br0" timeOffset="703.59">15299 7310 439 0,'0'0'1541'0,"0"0"-1165"15,0 0-189-15,0 0-89 16,0 0-2-16,0 0-82 16,0 0-13-16,168-78-2 15,-109 78-10-15,-6 9-197 0,-18 11-155 16,-15 4-428-16</inkml:trace>
  <inkml:trace contextRef="#ctx0" brushRef="#br0" timeOffset="853.69">15184 7577 1362 0,'0'0'819'16,"0"0"-573"-16,0 0-206 15,0 0-3-15,214-3-21 16,-129-9-16-16,17 3-7 16,-17 2-147-16,-15 2-500 0</inkml:trace>
  <inkml:trace contextRef="#ctx0" brushRef="#br0" timeOffset="1422.26">16680 6315 1470 0,'0'0'306'0,"0"0"-182"16,0 0-8-16,0 0 38 15,0 0-33-15,0 0-92 0,0 0 51 16,-162 217 22-16,153-14 8 16,2 15 0-16,7-32-72 15,0-52 23-15,0-51-31 16,0-14-30-16,0 3 58 16,0 3-58-16,-6-1 2 15,-15-18 17-15,-19-15-5 16,-5-11-22-16,-17-13 8 15,-4-5-110-15,-23-12-75 16,17 0-182-16,23 0-546 0</inkml:trace>
  <inkml:trace contextRef="#ctx0" brushRef="#br0" timeOffset="2342.14">16686 7205 1595 0,'0'0'617'15,"0"0"-432"-15,0 0-9 0,0 0-107 16,0 0 2-1,187-56-26-15,-101 16-33 0,13-2-10 16,-8-5-2-16,-9-1-26 16,-15 0-32-16,-21 5-19 15,-14-3 48-15,-26 7-39 16,-6 0 8-16,-3 8 60 16,-25 8-28-16,-9 9 28 15,0 14 0-15,5 11 10 16,-1 39-10-16,7 26 9 15,4 28 10-15,1 14 65 16,8 14-50-16,-5 5 19 0,9-8-14 16,-7-16-33-1,-2-13 25-15,-1-22-31 0,-7-20 0 16,1-15 12-16,-15-18-10 16,0-9 11-16,8-16-11 15,5 0 16-15,21-38-36 16,6-26 4-16,25-21-75 15,49-23-8-15,17-13-34 16,14-11-2-16,14 3-62 16,-5 8-5-16,-14 12 103 15,-19 11 46-15,-28 20 51 16,-17 20 123-16,-26 23 102 16,-10 21 60-16,0 14-48 15,-27 20-187-15,-15 39-4 16,-1 16-2-16,3 12-16 0,21 7 15 15,19-4-28-15,0-9-15 16,34-9 0-16,12-13-9 16,10-12 9-16,-5-14-97 15,5-14-92-15,-10-18-17 16,-9-12-167-16,-14-26-203 16,-14-13-342-16</inkml:trace>
  <inkml:trace contextRef="#ctx0" brushRef="#br0" timeOffset="2677.5">17889 6978 1239 0,'0'0'373'16,"0"0"-124"-16,0 0-105 15,0 0-53-15,85 165 50 0,-74-109-39 16,-11 0 14-16,0-1-33 16,0-9-68-16,-14-7 25 15,0-9-40-15,8-20 2 16,0-10 2-16,6 0-4 15,0-20-47-15,0-33-126 16,12-17-46-16,19-11 5 16,-2-3-27-16,1 10 23 15,-7 24 218-15,-14 27 228 16,-6 23-1-16,-3 16-95 16,0 34 28-16,0 13-6 15,0 5-48-15,0-3-54 0,16-4 6 16,5-16-58-16,13-11 0 15,-3-16-67-15,9-18-59 16,2-21-46-16,-8-23-314 16,-12-9-297-16</inkml:trace>
  <inkml:trace contextRef="#ctx0" brushRef="#br0" timeOffset="2835.6">18596 6747 1255 0,'0'0'651'0,"0"0"-427"15,0 0-94-15,58 203-63 16,-48-113 41-16,-10-3-23 16,0 3-38-16,0-7 0 0,-16-5-47 15,-8-15-15 1,19-10-130-16,-6-16-220 0,11-27-302 0</inkml:trace>
  <inkml:trace contextRef="#ctx0" brushRef="#br0" timeOffset="3061.89">19571 6832 1881 0,'0'0'397'16,"0"0"-320"-16,0 0-42 16,-201 39-35-16,126 11 1 15,-2 12 85-15,26 7-54 16,18 0-2-16,16-2-14 15,17-13-16-15,0-8-16 0,37-20-39 16,8-17-16-16,14-9 7 16,8-35-162-16,-5-15-278 15,-20-11-204-15</inkml:trace>
  <inkml:trace contextRef="#ctx0" brushRef="#br0" timeOffset="3264.02">19643 6200 1766 0,'0'0'375'0,"0"0"-264"16,0 0-105-16,0 150 49 15,-9-52 68-15,-11 15-13 0,0 8-12 16,0 0-73 0,6-3-17-16,6-8-10 0,2-9 2 15,-9-16-91-15,15-17-69 16,0-22-160-16,0-15-240 15,0-26-670-15</inkml:trace>
  <inkml:trace contextRef="#ctx0" brushRef="#br0" timeOffset="3482.17">19808 6863 1525 0,'0'0'367'0,"0"0"-255"16,0 0-10-16,0 0 40 0,0 0-43 15,6 195 24 1,-30-132 14-16,-1 4-92 0,2-13-17 16,-2-5-6-16,4-14-10 15,8-14 2-15,10-12-14 16,3-9-28-16,0 0 7 16,22-71-160-16,21 3-334 15,-3-6-176-15</inkml:trace>
  <inkml:trace contextRef="#ctx0" brushRef="#br0" timeOffset="3629.32">19808 6863 598 0,'148'78'1135'16,"-169"-33"-600"-16,-4 9-363 15,1 11 1-15,8-6-54 16,13-3-82-16,3-4 24 16,27-14-60-16,29-4 0 0,14-11-1 15,56-12-136-15,-17-11-335 16,-11 0-756-16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2-07T10:14:33.523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26197 2967 1041 0,'0'0'10'0,"0"0"271"16,0 0 56-16,0 0-154 16,0 0 37-16,0 0-18 15,16-36-41-15,-14 31-36 0,0 0-7 16,-2 1-59-16,2 3 28 15,-2 1-30-15,0 0-34 16,0 0 30-16,0 0-53 16,0 10-1-16,0 15 0 15,-4 20 2-15,-12 11 17 16,1 8-18-16,-8 5 16 16,5 0-35-16,5-7 5 15,9-9-71-15,4-15-100 16,15-15-279-16,5-21-367 0</inkml:trace>
  <inkml:trace contextRef="#ctx0" brushRef="#br0" timeOffset="192.33">26558 2994 861 0,'0'0'1311'15,"0"0"-1079"-15,0 0-224 16,0 0 87-16,-102 112 8 15,52-54-36-15,1 0 16 16,7 0-82-16,11-10 0 16,8-9-1-16,17-14-71 15,6-14-108-15,8-19-94 16,21-18-72-16,0-12-1000 0</inkml:trace>
  <inkml:trace contextRef="#ctx0" brushRef="#br0" timeOffset="320.39">26587 3092 1386 0,'0'0'402'16,"0"0"-201"0,0 0-68-16,4 134-95 0,-4-87 4 15,2-7-42-15,3-1-5 16,-3-9-45-16,-2-14-445 0</inkml:trace>
  <inkml:trace contextRef="#ctx0" brushRef="#br0" timeOffset="469.51">26321 3116 1664 0,'0'0'395'0,"0"0"-304"16,121 0-27-16,-61 4-64 16,2 3-9-16,17-7-28 0,-19 0-227 15,-12 0-532-15</inkml:trace>
  <inkml:trace contextRef="#ctx0" brushRef="#br0" timeOffset="612.61">27059 2745 1527 0,'0'0'398'0,"0"0"-307"16,0 0 43-16,-44 164-90 15,13-84-9-15,-7 35-35 16,11-21-153-16,9-17-332 0</inkml:trace>
  <inkml:trace contextRef="#ctx0" brushRef="#br0" timeOffset="829.75">27393 3067 1129 0,'0'0'1268'16,"0"0"-1096"-16,0 0-148 15,0 0-14-15,0 0-10 16,0 0-16-16,0 0-18 16,106 51-285-16,-102-35-593 0</inkml:trace>
  <inkml:trace contextRef="#ctx0" brushRef="#br0" timeOffset="953.83">27271 3226 1647 0,'0'0'525'0,"0"0"-429"15,0 0-90-15,161 0-6 16,-90 0-102-16,-7 0-475 0</inkml:trace>
  <inkml:trace contextRef="#ctx0" brushRef="#br0" timeOffset="2160.64">28265 2673 1026 0,'0'0'265'16,"0"0"-130"-16,0 0 15 16,0 0-48-16,0 0-3 15,0 0-73-15,0 0-17 16,-22-13 13-16,11 13-6 15,0 0 60-15,1 0-13 16,4 0-38-16,4 4 16 16,-5 17-26-16,5 7 23 15,0 9 24-15,0 4-37 16,0 3 44-16,-8 0-30 16,-3 0-32-16,-7-4 63 15,-9 1-52-15,-9-6 7 16,-4 0-10-16,6-8-9 0,0-8-12 15,17-7-12-15,9-10-76 16,10-2 31-16,12 0-183 16,19-4-71-16,7 1 223 15,-3 3 94-15,-4 7 105 16,-10 23 85-16,-19 14-42 16,-2 11 51-16,-9 6-91 15,-15 7-26-15,-3-1 19 16,6-5-61-16,8-6-10 15,11-9-26-15,2-12-4 16,9-6-21-16,35-18-108 16,-1-7-65-16,-1-4-288 0</inkml:trace>
  <inkml:trace contextRef="#ctx0" brushRef="#br0" timeOffset="2405.8">28816 2574 1888 0,'0'0'281'16,"0"0"-254"-16,0 0 106 16,-121 127 9-16,73-69-42 15,-2 2 7-15,8-2-91 0,11-8 1 16,9-7-17-16,11-14-48 15,8-8-56-15,3-18-86 16,14-14-24-16,15-21-14 16,0-10-682-16</inkml:trace>
  <inkml:trace contextRef="#ctx0" brushRef="#br0" timeOffset="2541.89">28811 2605 1388 0,'0'0'497'0,"0"0"-323"16,0 0-25-16,0 0-61 15,52 138 0-15,-41-88-62 16,5-1-26-16,-10-2 0 16,-6-2-117-16,0-16-278 15,0-12-961-15</inkml:trace>
  <inkml:trace contextRef="#ctx0" brushRef="#br0" timeOffset="2677.98">28531 2771 1545 0,'0'0'267'0,"0"0"-209"16,149 0-58-16,-55 0-17 15,-21 6-285-15,-15-4-1179 0</inkml:trace>
  <inkml:trace contextRef="#ctx0" brushRef="#br0" timeOffset="2827.25">29170 2898 1468 0,'0'0'334'16,"0"0"-157"0,0 0-73-16,-29 150-29 0,-4-94-74 15,-14 8-1-15,5-15-297 16,11-14-1113-16</inkml:trace>
  <inkml:trace contextRef="#ctx0" brushRef="#br0" timeOffset="3878.95">30294 2629 1676 0,'0'0'319'0,"0"0"-142"16,0 0-25-16,0 0-63 16,0 0-7-16,0 0-82 15,0 0 0-15,-129 104 67 16,77-48-46-16,5 2 4 16,9-7-22-16,9-10 15 15,14-8-36-15,9-13-44 16,6-13-99-16,26-14-44 15,8-20-86-15,4-8-794 0</inkml:trace>
  <inkml:trace contextRef="#ctx0" brushRef="#br0" timeOffset="4022.04">30356 2581 1433 0,'0'0'264'0,"0"0"-66"15,0 0-62-15,0 142-34 16,0-88-28-16,2-1-73 15,3-6-1-15,-3-5-56 16,-2-12-299-16,0-16-705 0</inkml:trace>
  <inkml:trace contextRef="#ctx0" brushRef="#br0" timeOffset="4156.13">29993 2752 1669 0,'0'0'390'15,"0"0"-284"-15,127-2-55 0,-61 2-51 16,35 14 0-16,-19 3-31 16,-10-2-325-16</inkml:trace>
  <inkml:trace contextRef="#ctx0" brushRef="#br0" timeOffset="4433.53">30771 2532 1390 0,'0'0'883'15,"0"0"-739"-15,0 0-112 0,0 0-15 16,0 0 2-16,136 34 26 16,-78-10-45-16,-2 3 0 15,-12 2-10-15,-11 2-2 16,-17 1-2-16,-16 2 13 15,-6 0 2-15,-35 4 0 16,-12 1 30-16,-9-4-22 16,-4 2 9-16,9-7-18 15,1-5-55-15,19-9-166 16,16-7-445-16</inkml:trace>
  <inkml:trace contextRef="#ctx0" brushRef="#br0" timeOffset="4614.67">31199 2857 1886 0,'0'0'390'0,"0"0"-296"15,0 0 19-15,-125 64-30 16,65-27 20-16,2 4-59 16,9 2-44-16,9-5 0 15,15-5-165-15,25-10-54 16,7-13-288-16,22-10-794 0</inkml:trace>
  <inkml:trace contextRef="#ctx0" brushRef="#br0" timeOffset="4868.1">31301 2875 1573 0,'0'0'338'0,"0"0"-157"16,0 0-70-16,2 129 22 15,39-103-50-15,14-13-24 16,13-8 2-16,7-5-61 16,-6-14 10-16,-11-18-10 15,-17-11-6-15,-24-2-1 16,-17-6-63-16,-11 5 12 16,-32 8 51-16,-17 14-29 15,-47 24-6-15,12 2-222 0,6 18-632 16</inkml:trace>
  <inkml:trace contextRef="#ctx0" brushRef="#br0" timeOffset="5364.42">28250 3534 1420 0,'0'0'562'16,"0"0"-486"-16,0 0-75 15,0 0 9-15,138 49-10 16,-95-35-159-16,-6-4-357 0</inkml:trace>
  <inkml:trace contextRef="#ctx0" brushRef="#br0" timeOffset="5553.55">28769 3414 920 0,'0'0'1062'0,"0"0"-921"0,0 0-64 16,-151 120 59-16,101-73-74 15,13 1-37-15,8-6 8 16,10-7-33-16,13-10-31 16,10-21-90-16,19-4-165 15,6-4-91-15</inkml:trace>
  <inkml:trace contextRef="#ctx0" brushRef="#br0" timeOffset="5687.64">28816 3423 1748 0,'0'0'235'16,"0"0"-137"-16,0 108-9 0,0-56-4 16,0 4-70-16,0-4-7 15,0 3-8-15,0-17-265 16,0-15-385-16</inkml:trace>
  <inkml:trace contextRef="#ctx0" brushRef="#br0" timeOffset="5815.73">28687 3551 1545 0,'0'0'299'0,"0"0"-186"15,138-5-113-15,-31 5 0 16,-20 11-98-16,-12-2-142 0</inkml:trace>
  <inkml:trace contextRef="#ctx0" brushRef="#br0" timeOffset="5949.82">29284 3671 709 0,'0'0'1684'0,"0"0"-1541"16,0 0-82-16,-49 117-49 15,18-62-11-15,-9 11 1 16,-5 21-2-16,7-15-164 16,11-16-464-16</inkml:trace>
  <inkml:trace contextRef="#ctx0" brushRef="#br0" timeOffset="6491.7">30655 3423 1707 0,'0'0'781'16,"0"0"-653"-16,0 0-128 16,0 0 0-16,-154 68 21 0,88-18-2 15,-2 6 8-15,13 0-11 16,14-8-2-16,17-11-28 16,13-13-23-16,11-12-124 15,11-12 18-15,42-27-30 16,-1-12-334-16,-4-7-510 0</inkml:trace>
  <inkml:trace contextRef="#ctx0" brushRef="#br0" timeOffset="6617.79">30635 3453 1302 0,'0'0'579'0,"0"0"-400"16,0 0-1-16,33 127-58 16,-23-66-15-16,3 4-78 15,-7-1-21-15,6-9-6 0,-8 0-138 16,3-17-188-16,-7-18-420 15</inkml:trace>
  <inkml:trace contextRef="#ctx0" brushRef="#br0" timeOffset="6754.14">30350 3671 1401 0,'0'0'800'0,"0"0"-673"15,0 0-126-15,158-1 11 16,-80 4-12-16,49 5-55 15,-20-1-160-15,-12-6-490 0</inkml:trace>
  <inkml:trace contextRef="#ctx0" brushRef="#br0" timeOffset="6956.37">31436 3468 2051 0,'0'0'331'0,"0"0"-265"16,0 0-49-16,-177 89 94 15,92-34-39-15,5 4-23 16,9 0-4-16,21-4-45 16,19-6 0-16,20-3-9 15,11-5-3-15,11-6 11 16,26-1-38-16,34-4-79 16,-7-8-13-16,1-14-386 0</inkml:trace>
  <inkml:trace contextRef="#ctx0" brushRef="#br0" timeOffset="7209.67">31587 3681 1803 0,'0'0'582'0,"0"0"-533"16,0 0-26-16,0 0 44 15,-7 126 48-15,36-95-42 16,18-6 15-16,11-6-54 15,6-13-32-15,1-6 28 16,-11-6-30-16,-14-22 0 16,-22-6 0-16,-18-8-61 15,-12-5-24-15,-32 1-72 0,-23 9 39 16,-57 7 14 0,12 16-181-16,4 7-521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2-10T06:37:11.2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13724 9274 487 0,'0'0'86'0,"0"0"-85"0,0 0 20 16,0 0 228-16,0 0-70 15,0 0-63-15,0 0-22 16,0-2-10-16,0 0-14 16,0 2-28-16,0 0 22 15,0 0-51-15,0 0-6 16,0 0 12-16,0 0-12 15,0 0 0-15,0 0-7 16,0 0-45-16,0 0 19 16,-4 0-50-16,-9 2 21 0,-1 8 13 15,-1 1-1 1,-3 1 28-16,-5-1-38 0,6 1 17 16,-8-1 25-16,7-2 9 15,1-3 2-15,1 0 13 16,3-3-2-16,1-1 86 15,3-2-10-15,5 0 3 16,2 0 48-16,0 0-61 16,2 0-17-16,0 0 0 15,0 0-37-15,0 0 55 16,0 0-39-16,0 0-30 16,13 0 32-16,7-2-40 15,9-3 12-15,9 0-3 16,4-4 6-16,3-1 12 15,4-2-6-15,8-3-21 0,1 1 31 16,10-1-31 0,-1 1-1-16,-3-1 1 0,5 4 17 15,3-1-17-15,-3 0-1 16,-5 1 0-16,5-3 0 16,0 1 0-16,-1-1 0 15,-2-3 0-15,5 3 14 16,1-6-3-16,6 3-11 15,-2-4 0-15,-5 4-4 16,0-1 4-16,-11 4 0 16,3 1 0-16,-12 5 13 15,1 2-5-15,-6 2-8 16,-5 3 0-16,-6 1-4 0,-1 0 4 16,-5 0 0-1,-7 0 0-15,2 0-18 0,-6 14-19 16,-2 5-174-16,-7 2-175 15</inkml:trace>
  <inkml:trace contextRef="#ctx0" brushRef="#br0" timeOffset="786.55">14638 9561 789 0,'0'0'552'15,"0"0"-354"-15,0 0-99 0,0 0-25 16,0 0-27-16,-89-108 14 16,80 87 83-16,7 2-99 15,2 0-10-15,0 2-1 16,0 3-27-16,11-1 8 15,5 6-15-15,11 2 3 16,0 5-3-16,4 2 0 16,0 2-7-16,0 19 7 15,-2 8 0-15,-5 10 0 16,-8 7 0-16,-7 7 0 16,-9 10 13-16,0 1-5 15,-11 3-8-15,-16-2 0 16,5-2 14-16,-3-7-36 0,1-3 2 15,-3-7-191-15,9-11-176 16,3-17-891-16</inkml:trace>
  <inkml:trace contextRef="#ctx0" brushRef="#br0" timeOffset="1043.28">14619 10194 646 0,'0'0'541'16,"0"0"-380"-16,0 0-77 0,0 0 22 15,0 0-53-15,0 0-5 16,0 0 20-16,19 25-41 16,-5-32 3-16,-1-5-5 15,-9 1-23-15,-4 0 47 16,0 4-21-16,-4 2-19 15,-16 5 19-15,-2 0-20 16,6 15-16-16,1 21-14 16,3 0-151-16,6-10-321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2-10T06:37:26.720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6861 5305 622 0,'0'0'46'0,"0"0"-15"15,0 0-30-15,0 0 24 0,0 0 0 16,0 0 59-16,6-16 62 16,-6 6-78-16,0 1 49 15,0 0-9-15,0 2-53 16,0-2 50-16,0 4-41 15,0 0 1-15,0-1 27 16,0 5-48-16,0-2 15 16,-2 2 3-16,-4 1-30 15,-1 0 44-15,-7 0-46 16,1 0-29-16,-5 18 5 16,-3 6 2-16,-2 6-8 15,3 6 0-15,2 2 13 0,2 1 7 16,8-2-20-16,3-7 1 15,5-4-2-15,0-10 8 16,0-6-7-16,0-8 0 16,18-2-10-16,4-10-24 15,3-20-71-15,10-39-87 16,-8 11-88-16,-7-5-279 0</inkml:trace>
  <inkml:trace contextRef="#ctx0" brushRef="#br0" timeOffset="222.35">6805 4784 962 0,'0'0'205'0,"0"0"-30"0,0 0-104 15,0 0-39-15,0 0-1 16,0 0-1-16,0 0 46 16,-40 143-8-16,40-79-22 15,7 12 40-15,11 4-51 16,-3 1-13-16,3-4-6 15,-3-4-9-15,-1-7 6 16,-3-10-13-16,-2-6-53 16,-9-4-61-16,0-11-92 15,0-13-183-15</inkml:trace>
  <inkml:trace contextRef="#ctx0" brushRef="#br0" timeOffset="853.45">6558 5418 201 0,'0'0'1027'16,"0"0"-860"-16,0 0-53 16,0 0-92-16,0 0 14 15,0 0 15-15,131-127-42 16,-73 93 26-16,4 2-35 16,1 3 0-16,-5 4-3 15,-7 9 12-15,-11 11-9 16,-9 5 0-16,-15 12 0 15,-7 20 3-15,-9 9 33 16,-2 12 26-16,-21-1 28 16,-4 0-46-16,-2-6 13 15,8-10-33-15,0-10-18 0,6-12 21 16,8-12-26-16,0-2-2 16,7-14-38-16,0-16-172 15,14-10 61-15,6-4-39 16,2 4-57-16,3 4 124 15,-6 10 57-15,-5 11 65 16,1 14 42-16,-3 1 49 16,-3 8 90-16,2 14-53 15,0 2-60-15,2-4-6 16,8-4-51-16,-1-10 9 16,4-6-1-16,3 0-19 15,0-24 3-15,-3-11-3 16,3-8-83-16,-10-8-52 0,2-3-75 15,-11-1 51 1,0-3 72-16,-8 9 31 0,0 6 56 16,0 14 38-16,0 13 61 15,0 16 97-15,0 0-138 16,0 30-3-16,0 16 59 16,6 12-43-16,9 10 30 15,1 6-41-15,2 0-25 16,-2-1 14-16,1-7-47 15,-3-8-2-15,-1-8 0 16,-6-10-34-16,0-12-13 16,-7-16-95-16,-2-7-133 15,-12-5-31-15</inkml:trace>
  <inkml:trace contextRef="#ctx0" brushRef="#br0" timeOffset="942.8">7432 5208 449 0,'0'0'360'16,"0"0"-178"-16,0 0-106 15,133-151-66-15,-90 114-10 16,-10 5-104-16</inkml:trace>
  <inkml:trace contextRef="#ctx0" brushRef="#br0" timeOffset="1538.72">6963 4874 709 0,'0'0'254'0,"0"0"-78"16,0 0 21-16,0 0-24 15,0 0-60-15,0 0 35 16,0 0-65-16,-13-33-41 15,2 33 6-15,4 0-47 0,-2 8-1 16,3 14 0 0,4 7 13-16,2 6-2 0,0 3-10 15,6-4 0-15,12-4 20 16,6-8-14-16,5-8-7 16,4-9 0-16,8-5 0 15,13-17-1-15,-8-10-255 16,-10-2-740-16</inkml:trace>
  <inkml:trace contextRef="#ctx0" brushRef="#br0" timeOffset="2136.54">7253 5664 340 0,'0'0'536'0,"0"0"-419"16,0 0-71-16,0 0 6 15,0 0-29-15,0 0-22 16,0 0 12-16,-2-44-10 16,2 34-3-16,0 4 20 15,-4 2 15-15,-4 3 108 16,0 1-21-16,-3 0-61 16,-1 0 2-16,1 11-40 0,1 6 22 15,3 1 2 1,2 1-31-16,3-1 60 0,2-1-35 15,0-5-30-15,0-4 17 16,2-5-26-16,5-3 20 16,6 0 5-16,-6-5-27 15,-1-12 43-15,-6-3-43 16,0 4-31-16,-4 6-55 16,-13 6-129-16,-2 4-339 0</inkml:trace>
  <inkml:trace contextRef="#ctx0" brushRef="#br0" timeOffset="38444.54">13486 7529 352 0,'0'0'304'0,"0"0"-184"16,0 0-42-16,0 0 20 15,0 0-37-15,0 0 13 16,0-37-1-16,0 33-5 16,0 1 16-16,0 1-24 15,0 0-35-15,-7 2-25 16,1 0-28-16,-3 0-66 0,-3 4 21 15,-3 6 2-15,1 1-228 16,1-6-299-16</inkml:trace>
  <inkml:trace contextRef="#ctx0" brushRef="#br0" timeOffset="38885.68">13404 7433 618 0,'0'0'270'0,"0"0"-114"16,0 0 10-16,0 0 15 16,0 0-38-16,0 0-1 15,0 0-120-15,24-50-7 16,-24 50-5-16,0 3 142 16,-20 18-80-16,-7 13-28 15,-4 13-43-15,2 6 30 16,0 5 30-16,11-1-37 15,5-5 29-15,9-8-52 16,4-10-1-16,0-10 8 0,17-10-1 16,14-11-14-16,8-3-9 15,3-23-64-15,2-15-41 16,7-39-163-16,-9 8-124 16,-7 2-360-16</inkml:trace>
  <inkml:trace contextRef="#ctx0" brushRef="#br0" timeOffset="39121.24">13446 6900 1061 0,'0'0'294'0,"0"0"-79"16,0 0-125-16,0 0-5 0,0 0-25 16,0 0-52-16,0 0 36 15,4 90 34-15,12-14-6 16,6 15 30-16,-4 9-60 15,-3 0 12-15,6 0 7 16,-5-7-51-16,-1-10 33 16,1-4-43-16,1-13 4 15,1-8-14-15,11-9-130 16,-4-16-64-16,-3-19-447 0</inkml:trace>
  <inkml:trace contextRef="#ctx0" brushRef="#br0" timeOffset="39538.42">13722 7351 1175 0,'0'0'351'0,"0"0"-252"15,0 0-65-15,0 0 138 16,31 123-53-16,-20-65-1 15,1 6-28-15,-6-3-53 16,5-4 26-16,-3-10-55 16,-4-12-7-16,-2-11 6 15,0-16 0-15,7-8-7 16,-5-4 0-16,8-32-18 0,1-16 5 16,1-18-84-1,-3-10 4-15,-5-4-15 0,3 5-24 16,-4 17 86-1,-5 22 46-15,0 22 36 0,0 18 75 16,0 16-91-16,0 25 11 16,-2 12 58-16,2 5-36 15,0 0 27-15,4-1-52 16,16-10-22-16,9-9 4 16,6-6-10-16,4-9-47 15,9-13-53-15,-5-6-263 16,-12-4-790-16</inkml:trace>
  <inkml:trace contextRef="#ctx0" brushRef="#br0" timeOffset="39973.18">12973 8265 846 0,'0'0'337'0,"0"0"-143"15,0 0 0 1,0 0 2-16,0 0-21 0,0 0 4 15,0 0-87-15,-36-5-41 16,36 2-24-16,12 2-17 16,17-2 11-16,11 2-5 15,18-6-4-15,13-3 27 16,12-4-27-16,10-4 36 16,7-3 6-16,8-4-53 15,-6 4 38-15,-2 2-39 16,-1 5 0-16,-8 1-18 15,-7 8 24-15,-10 1-12 16,-9 1-22-16,-16 3-140 16,-9 0-23-16,-15 0-201 15,-17 0-689-15</inkml:trace>
  <inkml:trace contextRef="#ctx0" brushRef="#br0" timeOffset="40558.96">13107 9038 1397 0,'0'0'347'0,"0"0"-272"16,0 0-33-16,0 0 40 0,0 0-19 15,0 0-10-15,44-120-33 16,-19 67-20-16,0-1 25 16,-5 1-14-16,-7 6-11 15,-2 9 0-15,-7 7 17 16,-1 13-5-16,-3 9 50 15,0 9-15-15,0 0 14 16,0 16-52-16,0 19-6 16,0 18 1-16,0 10 2 15,0 6 28-15,0-1-34 16,7-6 6-16,4-7-4 16,-1-11-2-16,4-9 0 15,1-8-52-15,4-13-100 16,-3-13-8-16,1-10-110 0,-3-21-209 15,-10-5-377-15</inkml:trace>
  <inkml:trace contextRef="#ctx0" brushRef="#br0" timeOffset="40720.65">13350 8828 1360 0,'0'0'514'16,"0"0"-406"-16,0 0-83 15,0 0-17-15,0 0 34 16,0 0-32-16,142 0 2 15,-99 0-2-15,-1-12-10 16,-1-2-10-16,-8-3-128 16,-4-15-118-16,-9 5-129 15,-13 1-355-15</inkml:trace>
  <inkml:trace contextRef="#ctx0" brushRef="#br0" timeOffset="40893.15">13595 8592 527 0,'0'0'763'16,"0"0"-523"-16,0 0-106 15,0 0-34-15,-43 143 42 16,41-79-45-16,2 0-28 16,0 0 19-16,12-3-75 15,5-8-13-15,8-4-1 16,13-13-120-16,-9-10-112 16,-5-16-269-16</inkml:trace>
  <inkml:trace contextRef="#ctx0" brushRef="#br0" timeOffset="41294.89">13803 8636 1194 0,'0'0'330'16,"0"0"-170"-16,0 0-91 15,0 0-43-15,0 0 94 16,0 0 18-16,0 0-51 15,87 122 23-15,-72-73-64 16,-1-3-34-16,-3-2 15 16,-5-6-27-16,1-8 22 15,-5-7-16-15,0-8 3 16,1-7 2-16,-3-8-11 16,0 0 0-16,2-21-6 0,5-22-62 15,-5-11-35-15,-2-6 6 16,0 2-51-16,0 16 126 15,0 17 22-15,0 24 51 16,0 2 9-16,0 34-50 16,0 11 55-16,0 2 25 15,0-2-41-15,15-4 13 16,10-6-48-16,6-9-5 16,2-9-1-16,8-11-8 15,-1-7-31-15,7-11-77 16,-7-13-145-16,-13-5-352 0</inkml:trace>
  <inkml:trace contextRef="#ctx0" brushRef="#br0" timeOffset="41779.54">14038 8392 838 0,'0'0'242'0,"0"0"-78"15,0 0-35-15,0 0-32 16,0 0 43-16,0 0-24 16,0 0-27-16,-33 0 14 15,33 0-56-15,0 0 6 16,0 0 9-16,0 0-53 16,0 0 36-16,2 0-45 15,8-4 0-15,-4 4-11 16,5 0 9-16,-7 2 2 15,2 20 25-15,-6 10-4 0,0 4 64 16,0 0-43 0,0-4-32-16,0-8 23 0,0-10-33 15,0-6 0-15,15-8 0 16,14 0-2-16,6-18-5 16,23-32-136-16,-8 6-169 15,-8 1-451-15</inkml:trace>
  <inkml:trace contextRef="#ctx0" brushRef="#br0" timeOffset="42267.07">14467 8013 10 0,'0'0'1037'16,"0"0"-728"-16,0 0-163 15,0 0 30-15,0 0-11 16,0 0-39-16,0 0-34 15,20 0-69-15,4-7 20 16,14-5 6-16,1 1-29 16,5-3 47-16,3-2-48 15,-1-1-7-15,10-1-2 16,0 0-10-16,0-1-40 16,17-9-122-16,-13 5-184 0,-6 3-317 15</inkml:trace>
  <inkml:trace contextRef="#ctx0" brushRef="#br0" timeOffset="42522.52">15097 7648 1257 0,'0'0'366'16,"0"0"-226"-16,0 0-123 15,0 0 29-15,0 0 28 16,128 41 8-16,-92-10 28 0,-12 10-52 16,-6 8-11-1,-14 9 31-15,-4 5-72 0,-13 3 44 16,-14-2-50-16,-4-1-9 16,-7 10-51-16,14-17-196 15,3-16-480-15</inkml:trace>
  <inkml:trace contextRef="#ctx0" brushRef="#br0" timeOffset="43569.13">15668 7696 658 0,'0'0'281'16,"0"0"-35"-16,0 0 3 0,0 0-15 16,0 0-31-1,0 0-9-15,0 0-121 0,-29-81-48 16,29 116-17-16,0 15 18 15,12 16 60-15,-6 7-50 16,7-1-13-16,3-6 13 16,4-11-29-16,-2-9 7 15,-2-20-14-15,1-6 7 16,6-15-3-16,-4-5-4 16,6-7-25-16,2-28 1 15,-9-13-94-15,-1-14 24 16,-7-7-52-16,-8-3-53 15,-2 6 93-15,0 11 60 16,-2 18 46-16,-8 16 118 0,6 20 20 16,0 1-17-16,2 26-80 15,2 20-14-15,0 12 89 16,0 9-52-16,10 3-13 16,11-4-12-16,-1-6-30 15,7-10-18-15,-3-13 7 16,-2-8-109-16,16-23 17 15,-11-6-172-15,-7 0-210 0</inkml:trace>
  <inkml:trace contextRef="#ctx0" brushRef="#br0" timeOffset="43722.82">16108 7796 730 0,'0'0'901'0,"0"0"-595"0,0 0-244 15,0 0-44-15,0 0 9 16,0 0-26-16,0 0 24 16,144 24-25-16,-105-4-154 15,-16 0-236-15</inkml:trace>
  <inkml:trace contextRef="#ctx0" brushRef="#br0" timeOffset="43870.64">16226 8081 1204 0,'0'0'782'16,"0"0"-643"-16,0 0-81 0,0 0-58 16,117-36-96-1,-51 16-86-15,-18 2-98 0,-3 1-905 0</inkml:trace>
  <inkml:trace contextRef="#ctx0" brushRef="#br0" timeOffset="44308.47">16714 7256 1367 0,'0'0'331'15,"0"0"-262"-15,0 0-69 0,0 0-28 16,0 0 28 0,0 105 88-16,0-17 13 0,9 35 17 15,6 20-40-15,3-8-60 16,-5-32 22-16,1-39-40 16,1-24 0-16,1-2 0 15,7-4-3-15,-4-2 2 16,4-16-83-16,-1-16-145 15,1-9-44-15,-12-20-645 0</inkml:trace>
  <inkml:trace contextRef="#ctx0" brushRef="#br0" timeOffset="45059.75">16563 7749 1448 0,'0'0'383'0,"0"0"-246"15,0 0-127-15,0 0 2 16,0 0-12-16,151-41 16 16,-82 23-10-16,6-4-6 15,10-4 0-15,0-1-7 16,-4 6 7-16,-12 2-7 16,-21 11 7-16,-7 8-7 15,-24 7-5-15,-12 25 24 16,-5 14-6-16,-16 16 65 15,-15 6-18-15,-2 6-12 16,-5-5-4-16,11-9-28 16,7-13 27-16,7-14-36 0,9-13 0 15,4-15-9-15,0-5-47 16,6-12 39-16,16-23-25 16,2-18-74-16,1-9-23 15,0-8-66-15,-8 0 6 16,-1 10 35-16,-7 14 164 15,-7 18 36-15,-2 19 92 16,0 9-29-16,0 11-35 16,-2 22-13-16,-7 4 64 15,7 7 26-15,2-2-77 16,0-4 14-16,2-6-66 16,11-7-11-16,5-11 6 0,5-10-7 15,-2-4-11-15,8-12 10 16,6-20-74-1,-2-7-26-15,-2-1-28 0,-2 2 72 16,-5 12 57-16,-8 14 31 16,-3 12 4-16,-11 12 13 15,-2 24 15-15,0 6 47 16,0 5-53-16,0-7-32 16,-2-11 47-16,-2-8-54 15,-1-12 1-15,5-9-10 16,0 0 7-16,7-22-32 15,13-14 1-15,7-8-60 16,4-4 25-16,5 4 2 16,-5 11 48-16,0 13-7 15,-4 19 2-15,-9 1 5 0,-5 35 1 16,-2 11 14-16,-11 8 25 16,0 1-32-16,0 2 9 15,0-7-17-15,0-10 16 16,0-10-35-16,0-18-49 15,0-8-199-15,0-4-289 0</inkml:trace>
  <inkml:trace contextRef="#ctx0" brushRef="#br0" timeOffset="45262.71">17186 7383 1884 0,'0'0'370'16,"0"0"-315"-16,0 0-3 15,121-41-52-15,-63 22 0 16,4-2 0-16,36-11-59 16,-22 9-143-16,-7 5-697 0</inkml:trace>
  <inkml:trace contextRef="#ctx0" brushRef="#br0" timeOffset="45524.71">17900 6948 872 0,'0'0'561'0,"0"0"0"32,0 0-499-17,0 155 47-15,4-76-14 16,9 9-71-16,8 2 19 16,-1-5-43-16,4 16-121 15,-4-23-253-15,-7-19-802 0</inkml:trace>
  <inkml:trace contextRef="#ctx0" brushRef="#br0" timeOffset="46061.18">18216 7636 1575 0,'0'0'401'0,"0"0"-311"15,0 0-37-15,0 0-53 16,0 0 12-16,0 0 1 15,0 0 0-15,23 72 51 16,-8-19 5-16,-6 10-58 16,2 1 51-16,-2-2-52 15,-7-6-1-15,-2-13 18 16,2-14-26-16,-2-8 0 16,3-16-1-16,2-5 15 15,1-14-30-15,-2-23-3 16,5-19-74-16,5-14 17 15,-8-11-95-15,3 1 45 16,-9 12 85-16,2 18 40 16,-2 22 145-16,0 19 12 0,0 9-69 15,-2 20-23-15,0 13-56 16,0 9 34-16,2 4-8 16,0-2-16-16,20-4 35 15,11-6-54-15,9-7-37 16,20-13-94-16,-6-11-155 15,-8-3-726-15</inkml:trace>
  <inkml:trace contextRef="#ctx0" brushRef="#br0" timeOffset="51030.06">17917 7008 575 0,'0'0'167'0,"0"0"-126"16,0 0-25-16,0 0-1 16,0 0-13-16,0 0 12 15,10 0 64-15,-8 0 99 16,-2 0-31-16,0 0-94 16,0 0-3-16,0 0 12 15,0 0-32-15,2 0 39 16,-2 0-30-16,0 0-10 15,0 0 45-15,0-2-24 16,0 2 14-16,0 0 6 0,0-2-48 16,0 0 28-1,0 0-48-15,0-2 5 0,0 0 12 16,0-2-10-16,0-1-8 16,0 2 30-16,0-2-30 15,-2 4 38-15,2-1-27 16,0 0 2-16,-2 1 47 15,2 3-53-15,-3 0 34 16,3 0 9-16,0 0-19 16,0 0 61-16,-2 0-52 15,-3 0-28-15,1 3 14 16,-9 20-26-16,-1 12 0 16,-3 11-1-16,-1 9-19 15,-16 27 3-15,7-14-167 16,7-14-197-16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2-10T06:52:06.266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1424 4680 522 0,'0'0'98'15,"0"0"215"-15,0 0 81 0,0 0-242 16,0 0-38-16,0 0 5 16,0-46-2-16,0 40-22 15,0 0 12-15,0 2-50 16,0 2 2-16,0-1 25 16,0 3-57-16,0 0 19 15,0 0 6-15,0 0-39 16,0 7-3-16,0 15-10 15,0 10 0-15,0 11 19 16,0 12-11-16,0 4-8 16,0-1 2-16,0-2 11 15,0-8-8-15,0-7-5 16,0-8 0-16,0-8-12 0,0-10-54 16,0-7-75-1,2-8-60-15,-2-6-82 0,0-18-16 16,-2-6-697-16</inkml:trace>
  <inkml:trace contextRef="#ctx0" brushRef="#br0" timeOffset="246.44">1453 4610 398 0,'0'0'783'16,"0"0"-615"-16,0 0-80 16,0 0-12-16,127-30-12 15,-100 56 11-15,-7 14 22 16,-5 12-20-16,-8 13-24 0,-7 5 5 15,0 1-37 1,-18 0 5-16,-6-9-1 0,-5-7-17 16,-2-11 14-16,4-10-22 15,2-10 0-15,6-9 0 16,5-7-12-16,3-4-10 16,1-1 21-16,4-2-20 15,4 2 1-15,-1-3-143 16,1 1-172-16,2-1-563 0</inkml:trace>
  <inkml:trace contextRef="#ctx0" brushRef="#br0" timeOffset="1237.77">3073 2494 1136 0,'0'0'358'15,"0"0"-188"-15,0 0-21 16,0 0 9-16,0 0-30 16,0 0 62-16,0 0-45 15,-15-30-78-15,15 30 7 0,0 0-55 16,0 0-18-16,0 3-2 15,-2 18-16-15,2 14 17 16,0 11 5-16,-2 12 1 16,2 2 9-16,0 2-15 15,0-4 0-15,0-8-4 16,0-9 4-16,0-9-39 16,0-9-62-16,0-14-136 15,0-8-113-15,-2-1-421 0</inkml:trace>
  <inkml:trace contextRef="#ctx0" brushRef="#br0" timeOffset="1426.99">2757 2532 1709 0,'0'0'316'15,"0"0"-194"-15,0 0-69 16,0 0 21-16,143-88-47 15,-86 65-5-15,7 11-22 16,-5 7-3-16,-6 5-34 16,-5 31-131-16,-15 8-134 15,-18 1-301-15</inkml:trace>
  <inkml:trace contextRef="#ctx0" brushRef="#br0" timeOffset="1598.79">2770 3098 1470 0,'0'0'303'16,"0"0"-154"-16,0 0-36 16,0 0 37-16,0 0 8 15,137-8-101-15,-73-8-22 16,3-3-35-16,2 2-49 16,11-3-102-16,-17 4-160 15,-14 3-414-15</inkml:trace>
  <inkml:trace contextRef="#ctx0" brushRef="#br0" timeOffset="1877.03">3352 2659 1891 0,'0'0'308'16,"0"0"-238"-16,0 0-41 16,0 0-21-16,0 0-8 15,0 0 9-15,116 1-9 16,-71 7-42-16,-12 1-221 0,-10 1-540 15</inkml:trace>
  <inkml:trace contextRef="#ctx0" brushRef="#br0" timeOffset="2023.48">3397 2898 1197 0,'0'0'984'15,"0"0"-872"-15,0 0-62 16,0 0-50-16,135-59-137 15,-98 45-22-15,-11 4-381 0</inkml:trace>
  <inkml:trace contextRef="#ctx0" brushRef="#br0" timeOffset="3060.06">1067 4997 1572 0,'0'0'287'0,"0"0"-194"0,0 0-12 16,0 0-29-16,0 0-43 15,0 0 69-15,156-44-7 16,-69 30-61-16,16-4 34 16,4 0-44-16,2-1 0 15,-4 0 0-15,-12 0 6 16,-12 1-4-16,-19 4-2 15,-18 5 0-15,-19 2-6 16,-19 7 6-16,-6 0-6 16,-21 11-3-16,-26 18 18 15,-9 10 0-15,-4 5-9 16,4 2 0-16,9-5 15 16,14-6-15-16,13-9 0 0,13-8 0 15,7-13-12-15,11-5-3 16,24-5-25-16,15-23-30 15,6-11-48-15,0-2-92 16,-8-1 3-16,-7 8 65 16,-16 10 86-16,-12 16 56 15,-11 8 37-15,-2 10 35 16,0 22 112-16,-9 5-67 16,-1 6-12-16,6-2-17 15,4-9-60-15,0-6 1 16,21-11-16-16,10-13-12 15,11-2 9-15,5-20-10 16,5-20-79-16,-2-10-114 0,-5-8-96 16,-1-34-45-1,-10 15 3-15,-12 10-246 0</inkml:trace>
  <inkml:trace contextRef="#ctx0" brushRef="#br0" timeOffset="3345.19">2411 4572 644 0,'0'0'525'0,"0"0"-216"15,0 0-145-15,0 0-62 16,-62 108-7-16,51-50 14 15,9 6-55-15,2 2 4 16,0-2-14-16,0-3-42 16,10-8 25-16,0-10-27 15,1-11-36-15,-7-10 0 16,-2-12-69-16,-2-6 7 16,0-4 47-16,-10-7-100 15,-9-19-90-15,6-6 152 16,5-7 89-16,5 1 97 0,3 4 67 15,11 2 55-15,18 6-64 16,11-1-77-16,12 3-3 16,2 2-53-16,0 5-21 15,0 5-2-15,-7 1-18 16,0-1-160-16,-14 5-158 16,-10-2-590-16</inkml:trace>
  <inkml:trace contextRef="#ctx0" brushRef="#br0" timeOffset="3610.81">1785 4560 1290 0,'0'0'235'0,"0"0"-158"16,0 0-45-16,0 0 53 15,0 0 6-15,0 0 26 16,-47 104-34-16,82-77-49 16,17-6 10-16,10-7-44 15,30-14-41-15,-14 0-139 0,-15 0-451 16</inkml:trace>
  <inkml:trace contextRef="#ctx0" brushRef="#br0" timeOffset="3738.37">1962 5436 995 0,'0'0'0'16,"0"0"-781"-16</inkml:trace>
  <inkml:trace contextRef="#ctx0" brushRef="#br0" timeOffset="4481.62">3131 4778 1220 0,'0'0'321'16,"0"0"-139"-16,0 0-87 0,0 0-31 15,0 0 2-15,0 0 39 16,2 111 9-16,-2-58-43 15,0 2-17-15,0-6-30 16,0-8-12-16,0-11 3 16,12-9-15-16,5-12 0 15,6-9-1-15,4-2-21 16,2-26-42-16,2-14-25 16,-4-10-69-16,-5-6 11 15,-4 0 14-15,-7 4 92 16,-6 11 41-16,-3 17 69 0,-2 14 76 15,0 12 13-15,0 3-116 16,-2 31-6-16,-6 12 27 16,2 10-13-16,4 6-18 15,2 2-19-15,0-4-12 16,13-7-1-16,7-5-91 16,13-15-43-16,-4-8-210 15,-2-17-432-15</inkml:trace>
  <inkml:trace contextRef="#ctx0" brushRef="#br0" timeOffset="4684.39">3598 4976 1132 0,'0'0'813'0,"0"0"-607"16,0 0-96-16,0 0-74 15,0 0-35-15,0 0 26 16,0 0-27-16,111-9-7 16,-74 9-51-16,-2 18-144 15,-14 0-168-15,-9-1-564 0</inkml:trace>
  <inkml:trace contextRef="#ctx0" brushRef="#br0" timeOffset="4816.89">3644 5187 1222 0,'0'0'789'0,"0"0"-667"16,0 0-93-16,0 0-29 16,139-12-3-16,-81 7-119 15,-5-3-239-15</inkml:trace>
  <inkml:trace contextRef="#ctx0" brushRef="#br0" timeOffset="5870.36">4574 4654 950 0,'0'0'510'0,"0"0"-280"16,0 0-48-16,0 0-24 15,0 0-34-15,0 0 9 16,0 0 0-16,-64-84-66 15,43 84-27-15,-4 0-38 16,-8 22 16-16,-2 18-29 16,-1 16 11-16,3 10 0 15,4 6 0-15,6-2 14 16,9-4-14-16,8-11 0 16,6-11 8-16,0-10-15 0,6-12 7 15,17-8 0-15,6-9-6 16,6-5 6-16,6-9-18 15,1-19-13-15,-4-4-42 16,-7-1 32-16,-11 4-13 16,-5 12 22-16,-9 5 31 15,-6 12-19-15,0 0 20 16,-6 15 1-16,-9 11 6 16,5 6 60-16,0 0-50 15,6-2-11-15,4-5 2 16,0-8 1-16,4-4-9 15,16-9 0-15,5-4-12 16,6 0 4-16,-2-20-38 0,0-5-36 16,-14-5 23-1,-3-2-55-15,-12 3 57 0,-3 3 35 16,-23 6 22-16,-3 11 70 16,-2 5-20-16,4 4 26 15,2 0 33-15,11 0-48 16,8 6-5-16,6-2-56 15,0-4 7-15,27 0 13 16,16 0-19-16,7-18 2 16,15-8-3-16,-3-6-98 15,-6-5-8-15,-9-1-11 16,-11 0 15-16,-11 3 66 16,-15 3-16-16,-10 3 30 15,0 7 22-15,-4 10 38 16,-12 10 73-16,-1 2-45 0,-4 14-54 15,11 16 35-15,3 8-32 16,5 8 5-16,2 3 31 16,0-1-41-16,9-2 14 15,1-5-24-15,-3-2 1 16,-7-3-1-16,0-4 8 16,-2-4-16-16,-16-3-21 15,-11-14-148-15,9-3-185 16,3-8-682-16</inkml:trace>
  <inkml:trace contextRef="#ctx0" brushRef="#br0" timeOffset="6221.31">5116 4846 1182 0,'0'0'289'15,"0"0"-185"-15,0 0-15 16,0 0 10-16,0 0 58 15,42 115-60-15,-40-73-11 16,-2 1-26-16,0-6-45 16,0-5 13-16,0-8-28 15,0-10 8-15,0-10 6 16,2-4-14-16,5-14-22 16,4-25-106-16,2-10-90 15,1-11-6-15,-3 0-126 0,-7 7 213 16,-4 17 137-16,0 23 333 15,-15 13-91-15,-3 17-89 16,-2 25-5-16,7 11 4 16,8 5-55-16,5 0-55 15,9-2 7-15,24-7-49 16,17-9-60-16,39-22-82 16,-14-11-331-16,4-7-666 0</inkml:trace>
  <inkml:trace contextRef="#ctx0" brushRef="#br0" timeOffset="6606.82">5849 4988 1670 0,'0'0'379'0,"0"0"-196"0,0 0-23 16,0 0-89-16,0 0-15 16,0 0-4-16,0 0-44 15,71-13 13-15,-24 11-21 16,2 2 15-16,2-4-30 16,1 2-49-16,5-4-149 15,-10 2-17-15,-11 0-367 0</inkml:trace>
  <inkml:trace contextRef="#ctx0" brushRef="#br0" timeOffset="6868.91">5931 5107 697 0,'0'0'957'0,"0"0"-687"16,0 0-147-16,0 0-32 15,0 0-48-15,0 0-10 16,0 0 60-16,120 0-81 16,-68-3 1-16,2-2-13 15,-4-2-96-15,4-7-43 16,-11-1-220-16,-12-2-352 0</inkml:trace>
  <inkml:trace contextRef="#ctx0" brushRef="#br0" timeOffset="7072.78">6319 4800 1756 0,'0'0'344'0,"0"0"-260"16,0 0-74-16,0 0 26 15,0 0 1-15,139 55 81 16,-120-24-53-16,-7 13-54 16,-12 9 16-16,-12 10-27 15,-26 4-8-15,-37 31-66 16,5-16-167-16,12-12-251 0</inkml:trace>
  <inkml:trace contextRef="#ctx0" brushRef="#br0" timeOffset="7784.55">7396 4831 1164 0,'0'0'407'0,"0"0"-135"16,0 0-143-16,0 0-73 16,0 0-20-16,0 0-13 0,-128 76 51 15,97-30-22-15,2 4-29 16,12-7 13-16,8-4-36 16,7-11 0-16,2-12 0 15,7-12-43-15,14-4 29 16,8-12-28-16,2-24-82 15,6-12-130-15,-10-13-241 16,-6-38 116-16,-7 13-27 16,-7 5 67-16</inkml:trace>
  <inkml:trace contextRef="#ctx0" brushRef="#br0" timeOffset="8094.82">7374 4497 472 0,'0'0'626'0,"0"0"-37"16,0 0-328-16,0 0-171 0,0 0-77 15,-63 109 48-15,55-37 20 16,2 6 2-16,6 0 20 15,0-3-76-15,19-11-11 16,5-14-7-16,3-14-7 16,4-16-4-16,1-14-17 15,1-6-30-15,0-14 5 16,-4-20-81-16,-4-8-25 16,-8 0-23-16,-5 5 125 15,-8 13 48-15,-4 16 147 16,0 8-30-16,0 19-80 15,-2 20 4-15,0 10 24 16,2 3-6-16,0-3-52 0,9-5 38 16,15-14-44-1,5-11-1-15,7-10 0 0,4-9-25 16,-3-15-59-16,6-40-115 16,-14 0-311-16,-6 3-121 0</inkml:trace>
  <inkml:trace contextRef="#ctx0" brushRef="#br0" timeOffset="8204.54">7862 4828 1394 0,'0'0'325'0,"0"0"-124"16,-23 125-115-16,21-63-63 15,2 4 5-15,0-4-28 16,27 1-98-16,0-17-212 16,0-20-884-16</inkml:trace>
  <inkml:trace contextRef="#ctx0" brushRef="#br0" timeOffset="8438.43">8308 4886 1876 0,'0'0'369'0,"0"0"-303"16,0 0-18-16,0 0-48 16,0 0 0-16,144 14-1 15,-97 2-71-15,-7-2-200 0,-15 1-514 16</inkml:trace>
  <inkml:trace contextRef="#ctx0" brushRef="#br0" timeOffset="8579.27">8341 5119 1698 0,'0'0'365'16,"0"0"-281"-16,0 0-84 15,0 0-111-15,142-38-127 16,-105 28-259-16</inkml:trace>
  <inkml:trace contextRef="#ctx0" brushRef="#br0" timeOffset="10210.44">8936 5131 1553 0,'0'0'699'0,"0"0"-499"16,0 0-125-16,0 0-17 16,0 0-46-16,0 0-11 0,0 0 8 15,120-52-9-15,-68 46-15 16,12 4-170-16,-8 2-197 16,-14 0-437-16</inkml:trace>
  <inkml:trace contextRef="#ctx0" brushRef="#br0" timeOffset="10826.53">9787 4493 1315 0,'0'0'505'16,"0"0"-293"-16,0 0-137 15,0 0-58-15,0 0 55 16,0 0-20-16,0 0-24 0,-89-19-28 16,54 61 13-16,1 9 3 15,15 10-2-15,7 2-3 16,12-2 56-16,0-3-43 16,14-3 7-16,8-6-1 15,2-4-30-15,-3-7 32 16,-8-6-32-16,-11-2 1 15,-2-4-10-15,-11-4 9 16,-18-2 0-16,-9-6 0 16,5-5-40-16,-6-9 40 15,16-5-34-15,2-21-20 16,19-10-46-16,2-4-60 16,23 0 47-16,14 6 37 15,12 10 25-15,2 11 50 16,-1 13 1-16,-4 0 0 0,-7 15 34 15,-10 13 27-15,-8 5 14 16,-5 5-8-16,-5-1-56 16,-9-1 24-16,-2-5-35 15,0-6-14-15,0-16-71 16,0-9-260-16,0 0-270 0</inkml:trace>
  <inkml:trace contextRef="#ctx0" brushRef="#br0" timeOffset="11172.1">9930 4784 1365 0,'0'0'176'0,"0"0"-98"0,0 0-27 16,14 151 75 0,-7-103 35-16,-3 0-41 0,0-4-11 15,1-4-72-15,-1-8-31 16,1-9 9-16,-5-9-8 15,5-11-7-15,-3-3 0 16,4-16-11-16,7-17-13 16,3-13-73-16,9-7-29 15,4-1 27-15,0 10 55 16,0 10 44-16,-3 16 58 16,-1 15-14-16,-5 3 31 15,-2 21-32-15,-5 13 23 0,-6 10 10 16,-3 5-53-16,-4-2 4 15,0-1-27-15,0-10-25 16,0-8-55-16,0-20-197 16,-2-8-274-16,0 0-186 0</inkml:trace>
  <inkml:trace contextRef="#ctx0" brushRef="#br0" timeOffset="11367">10358 4800 914 0,'0'0'719'0,"0"0"-643"16,0 0 22-16,0 0-31 16,29 125 27-16,-29-79 22 0,0 0-25 15,0-4-20 1,0-9-67-16,0-12 8 0,0-10-9 16,2-11-3-16,12-5-57 15,4-51-72-15,0 4-419 16,-5-5 10-16</inkml:trace>
  <inkml:trace contextRef="#ctx0" brushRef="#br0" timeOffset="11490.11">10358 4800 962 0,'92'-28'615'15,"-101"65"-349"-15,5 7-118 16,4 10-86-16,0 0 5 16,13-2-62-16,20-8-5 15,41-9-76-15,-9-14-166 16,-3-10-521-16</inkml:trace>
  <inkml:trace contextRef="#ctx0" brushRef="#br0" timeOffset="12048.65">11128 4826 1001 0,'0'0'218'0,"0"0"-86"15,0 0 31-15,-116 34-28 16,73-8 34-16,1 9-13 16,4 6-81-16,3 4 14 15,6-1-57-15,8-3-21 16,17-8 11-16,4-8-21 15,0-9-2-15,15-11-27 16,14-5-47-16,2-4-10 16,23-48-183-16,-14 4-270 15,-7-4-450-15</inkml:trace>
  <inkml:trace contextRef="#ctx0" brushRef="#br0" timeOffset="12252.72">11089 4259 1461 0,'0'0'401'16,"0"0"-181"-16,0 0-176 16,0 0-44-16,0 0 29 15,0 127 20-15,0-35 44 16,0 30-58-16,0-8-29 16,0-9 31-16,0-21-37 15,12-22-121-15,-3 0 7 16,7 3-123-16,-3-19-103 15,-5-21-467-15</inkml:trace>
  <inkml:trace contextRef="#ctx0" brushRef="#br0" timeOffset="12594.06">11311 4826 1197 0,'0'0'316'0,"0"0"-194"15,0 0-71-15,0 0-2 16,0 0 94-16,0 0 13 15,50 139-29-15,-50-89-22 16,0-2-70-16,0-7-10 16,0-6-10-16,0-12-3 15,0-15 4-15,0-8-8 16,0 0 4-16,0-27-12 16,14-12-185-16,-1-12 11 0,-1-7-92 15,-6 0-11-15,3 7-30 16,-7 18 307-16,-2 18 62 15,0 15 196-15,0 12-108 16,-11 27 24-16,7 4-45 16,4 8-72-16,0-5-3 15,15-2-54-15,14-10-14 16,38-12-61-16,-11-10-165 16,-7-12-540-16</inkml:trace>
  <inkml:trace contextRef="#ctx0" brushRef="#br0" timeOffset="15390.92">7831 3264 803 0,'0'0'412'0,"0"0"-241"16,0 0-67-16,0 0-43 16,0 0 14-16,0 0 62 15,0 0-50-15,4 0-24 16,-4 0-19-16,0 0-33 15,0 0 36-15,0 0-7 16,0 0-9-16,0 0 34 16,0 0-43-16,0 0 6 15,0 0 24-15,0 0-31 16,0 0 27-16,2 0-40 16,2 0-1-16,8 0-2 0,1 0-4 15,5 0-1-15,4 6 2 16,5 2 11-16,6 1-1 15,4 2-12-15,5 1 0 16,2 1-3-16,5-2 3 16,-2 0 0-16,6-4 0 15,-1 1 15-15,4 1-12 16,-3-4-3-16,12 0 0 16,-1-2-9-16,3-1 11 15,7-2-2-15,-1 0 0 16,-2 0 13-16,6 0-16 15,-6 0 3-15,-7 0 0 0,-6 0-6 16,-6 0 7 0,-8 0-1-16,-1 0 0 0,-3 0 17 15,-1 0-22-15,4-3 5 16,6-1 0-16,0-1-7 16,3 0 13-16,4-3-6 15,4-1 0-15,0 4 11 16,0-3-18-16,7 2 7 15,-5-1 0-15,1 2-6 16,1-4 7-16,-1 4-1 16,-1-2 0-16,0 0 9 15,1-2-12-15,-10 2 3 16,3-4 0-16,-12 3-4 16,-1-2 17-16,-7 2 3 15,-5 0-10-15,-8 2 8 0,-8 2-28 16,-7 1-5-16,-8 3-194 15,0 0-294-15,0 0-583 0</inkml:trace>
  <inkml:trace contextRef="#ctx0" brushRef="#br0" timeOffset="18130.09">1293 6872 1114 0,'0'0'258'0,"0"0"-138"15,0 0 52-15,0 0 53 16,0 0-4-16,0 0 39 15,0 0-104-15,-29-28-44 16,29 26-3-16,0 2-54 16,0 0 11-16,0-2-54 0,0 2-5 15,6-3 2 1,21 2-9-16,11-1 0 0,11 2 9 16,2 0-9-16,5 0-9 15,2 0-77-15,-5 3-77 16,8 9-100-16,-15 0-340 15,-15-3-517-15</inkml:trace>
  <inkml:trace contextRef="#ctx0" brushRef="#br0" timeOffset="18362.64">1395 6974 1086 0,'0'0'792'0,"0"0"-583"16,0 0-98-16,0 0-28 15,0 0-72-15,0 0 32 16,0 0 6-16,120-16-48 16,-68 16 13-16,3 0-14 15,17-2-163-15,-14-6-134 16,-10-2-395-16</inkml:trace>
  <inkml:trace contextRef="#ctx0" brushRef="#br0" timeOffset="18536.77">1925 6677 1555 0,'0'0'758'0,"0"0"-708"0,0 0-50 15,0 0-1-15,0 0 1 16,66 107 6-16,-60-55 37 15,-4 10-36-15,-2 5-14 16,-12 25-66-16,-9-17-418 16,-2-17-634-16</inkml:trace>
  <inkml:trace contextRef="#ctx0" brushRef="#br0" timeOffset="18926.84">2788 6687 1508 0,'0'0'554'0,"0"0"-491"0,0 0-48 16,0 0 4-16,0 0-19 15,0 0 63-15,-8 115 4 16,8-63-55-16,0 3 28 15,0 0-39-15,0-5-1 16,6-7 0-16,-2-10-77 16,1-13-35-16,-3-10-167 15,-2-10-373-15</inkml:trace>
  <inkml:trace contextRef="#ctx0" brushRef="#br0" timeOffset="19107.21">2572 6650 1335 0,'0'0'482'0,"0"0"-328"16,0 0-23-16,0 0-73 15,123-84 73-15,-79 79-68 16,3 5-46-16,-1 0-17 16,-5 24-13-16,-12 40-88 15,-9-4-147-15,-16-2-353 0</inkml:trace>
  <inkml:trace contextRef="#ctx0" brushRef="#br0" timeOffset="19278.47">2416 7386 1998 0,'0'0'559'16,"0"0"-502"-1,0 0-57-15,0 0 1 0,176-25 12 16,-107 6-13-16,5 2 0 15,2 0-11-15,22 2-177 16,-21 3-205-16,-14 6-776 0</inkml:trace>
  <inkml:trace contextRef="#ctx0" brushRef="#br0" timeOffset="19550.62">3372 6974 965 0,'0'0'1468'0,"0"0"-1300"16,0 0-168-16,0 0-22 15,0 0 5-15,0 0 4 16,0 0 13-16,108 10-62 16,-91 10-162-16,-5 0-318 15,-12-2-649-15</inkml:trace>
  <inkml:trace contextRef="#ctx0" brushRef="#br0" timeOffset="19685.46">3366 7150 2155 0,'0'0'473'0,"0"0"-470"16,0 0-3-16,139-28-19 16,-91 21-57-16,1 7 3 15,-13 0-138-15,-12 2-354 0</inkml:trace>
  <inkml:trace contextRef="#ctx0" brushRef="#br0" timeOffset="20772.38">4375 6229 687 0,'0'0'396'0,"0"0"-189"15,0 0-154-15,0 0 42 16,-71 155 75-16,67-28 0 15,4 44 41-15,2 19-82 16,15-8 1-16,2-25-29 16,-9-47-58-16,2-28 25 15,-5-21-37-15,-7-9-25 16,0 4 42-16,0 0-47 16,0-1-1-16,-7-10 12 0,-11-15 3 15,-5-13-27 1,-4-6 12-16,-2-7-162 0,-8-4-47 15,8-2-311-15,4-8-148 16</inkml:trace>
  <inkml:trace contextRef="#ctx0" brushRef="#br0" timeOffset="21810.93">4736 7238 1139 0,'0'0'520'15,"0"0"-359"-15,0 0-66 16,0 0-10-16,0 0-24 16,0 0 20-16,150-85-27 15,-92 45-53-15,-2-9 10 16,0-1-11-16,-12 0-58 15,-9 0 5-15,-12 4-86 16,-17 6 6-16,-6 3-6 16,-6 7 21-16,-27 11 118 15,-8 6 17-15,-10 13 50 16,0 6 56-16,-3 30-72 16,8 18 40-16,10 13 35 0,16 6-44 15,15 8 32-15,5-5-43 16,29-6-20-16,13-12 6 15,19-13-57-15,5-15 23 16,6-15-23-16,1-13-30 16,-2-2-65-16,14-21-106 15,-20-9-281-15,-18 0-560 0</inkml:trace>
  <inkml:trace contextRef="#ctx0" brushRef="#br0" timeOffset="22946.26">5218 6086 1181 0,'0'0'356'0,"0"0"-182"15,0 0 33-15,0 0-82 0,0 0 1 16,0 0 34 0,0 0-85-16,-62-14 19 0,60 2-58 15,2-5-24-15,0 2-24 16,6 1 9-16,9 2-2 16,1 5-1-16,5 7-3 15,-4 0-7-15,-1 11 9 16,-5 12 5-16,-7 10-17 15,-4 4 28-15,0 2-9 16,0-6 7-16,-13-1 8 16,-1-9-5-16,6-7-10 15,1-8 0-15,5-4 0 16,2-4 0-16,0 0-19 16,19 0-30-16,10-4-16 15,10 0 64-15,-6 4-32 0,-4 0-1 16,-4 15 34-16,-16 12-29 15,-9 9 29-15,-7 8-2 16,-31 6 10-16,-13-1-10 16,-5-3 2-16,-27-2-75 15,21-14-196-15,10-10-518 0</inkml:trace>
  <inkml:trace contextRef="#ctx0" brushRef="#br0" timeOffset="27329.6">5521 6159 671 0,'0'0'589'16,"0"0"-426"-16,0 0-57 16,0 0 51-16,0 0 37 15,0 0-6-15,0 0 6 16,21-39-77-16,-21 39-44 16,0 0 16-16,0 0-67 15,0 5-4-15,0 22-18 0,0 12 15 16,-6 14-4-16,2 3-11 15,2 0 0-15,2-5-2 16,0-13 13-16,2-12-11 16,14-12 0-16,7-13-3 15,5-1-5-15,3-10-29 16,1-19-30-16,-4-9-40 16,-3-8-51-16,-7-7-6 15,-5 1 16-15,-9 2 41 16,2 10 107-16,-6 12 16 15,0 12 109-15,0 12 52 16,0 4-118-16,0 16-44 16,0 19-15-16,0 16 1 15,0 9 17-15,0 7-18 0,6 19-6 16,3-16-140-16,-3-16-558 0</inkml:trace>
  <inkml:trace contextRef="#ctx0" brushRef="#br0" timeOffset="30998.2">3858 7025 386 0,'0'0'609'16,"0"0"-386"-16,0 0-9 15,0 0-29-15,0 0 0 16,0 0 31-16,0 0-70 16,-17-9-7-16,17 9-37 15,0 0-82-15,0 0 27 16,2 0-47-16,17 0 1 0,8 0 3 16,7 0 2-16,6 2-12 15,7 4-16-15,11 2-157 16,-9-2-124-16,-11-2-668 0</inkml:trace>
  <inkml:trace contextRef="#ctx0" brushRef="#br0" timeOffset="31938.42">5829 7166 1549 0,'0'0'550'0,"0"0"-349"15,0 0 9-15,0 0-43 16,0 0-73-16,0 0 23 15,0 0-77-15,0-3-19 0,0 3 1 16,0 0-22 0,0 0-45-16,0 0-49 0,-5 5-123 15,1 12-285-15,2-3-392 16</inkml:trace>
  <inkml:trace contextRef="#ctx0" brushRef="#br0" timeOffset="32213.38">6400 6849 933 0,'0'0'691'0,"0"0"-569"15,0 0-36-15,0 0-36 0,0 0-3 16,-152-3-40-1,107 32 24-15,1 14 32 0,8 4-47 16,7 4 11-16,13-5-27 16,12-4 13-16,4-12-28 15,6-14-46-15,23-13-45 16,14-3 40-16,20-57-118 16,-13 1-198-16,-5-2-538 0</inkml:trace>
  <inkml:trace contextRef="#ctx0" brushRef="#br0" timeOffset="32748.43">6395 6094 1475 0,'0'0'491'16,"0"0"-354"-16,0 0-130 0,0 0-6 16,-45 162 49-16,26-15 60 15,5 21 60-15,10 1-67 16,4-17-20-16,2-44-11 15,11-24-71-15,5-23 23 16,0-21-24-16,4-3-54 16,5-9 53-16,6-5-34 15,6-19 13-15,0-4 5 16,1-27-32-16,-1-16-16 16,-6-14-76-16,-9-7 27 0,-8 2 108 15,-10 10 6 1,-3 14 34-16,-3 18 90 0,0 15-64 15,0 5-53-15,0 21-7 16,0 13 0-16,0 8 26 16,0 2-25-16,0-6 4 15,9-6-5-15,11-11 17 16,4-13-34-16,5-8 16 16,0-8-51-16,5-25-24 15,-3-9-100-15,-6-8-88 16,-6-8-2-16,-5-5 50 15,-8 8 111-15,3 8 105 16,-6 18 186-16,-3 17 177 16,0 12-171-16,0 18-135 15,0 27 14-15,0 18-6 0,0 12-9 16,0 3-35 0,0-3-21-16,0-4 3 0,13-12-3 15,14-10-163-15,0-19-218 16,-6-14-804-16</inkml:trace>
  <inkml:trace contextRef="#ctx0" brushRef="#br0" timeOffset="33019.21">7389 6941 789 0,'0'0'1182'0,"0"0"-865"16,0 0-134-16,0 0-76 16,0 0-92-16,0 0 16 15,0 0-28-15,80-9 12 16,-40 9-30-16,-3 6 5 15,0 20-179-15,-10-4-55 16,-12-4-412-16</inkml:trace>
  <inkml:trace contextRef="#ctx0" brushRef="#br0" timeOffset="33165.88">7416 7209 1972 0,'0'0'531'0,"0"0"-459"16,0 0-72-16,0 0-67 15,151-9-31-15,-81 4-97 16,-15-1-73-16,-12 4-327 0</inkml:trace>
  <inkml:trace contextRef="#ctx0" brushRef="#br0" timeOffset="38417.49">8036 7120 823 0,'0'0'567'0,"0"0"-399"16,0 0-41-16,0 0 79 16,0 0-57-16,0 0-41 15,-4-5 35-15,4-2-56 16,0-1-32-16,0 3 13 16,6-4-36-16,7 3 30 15,1 0-53-15,3 1-8 16,6 0 8-16,-1 3 1 15,7 0-10-15,0 2 0 16,5 0-74-16,10-1-110 16,-9-1-202-16,-6-3-661 0</inkml:trace>
  <inkml:trace contextRef="#ctx0" brushRef="#br0" timeOffset="39002.87">9014 6684 1318 0,'0'0'337'16,"0"0"-216"-16,0 0-9 16,0 0-20-16,0 0-19 15,0 0 18-15,13-133-51 0,-1 90-38 16,-3-3 18 0,-3-2-20-16,2-1 0 0,-4 3-1 15,-2 2 14-15,-2 7-13 16,2 11 0-16,-2 8 0 15,0 8 1-15,0 8 11 16,0 2-12-16,0 0 0 16,0 21 2-16,0 14-2 15,0 18 0-15,-2 12 6 16,-2 11 0-16,2 5-6 16,-4-2 0-16,6-1 0 15,0-8-120-15,0 0-94 16,0-19-139-16,0-12-603 0</inkml:trace>
  <inkml:trace contextRef="#ctx0" brushRef="#br0" timeOffset="39228.34">8695 7078 1408 0,'0'0'598'15,"0"0"-454"-15,0 0-23 16,0 0-40-16,0 0-22 16,118-9 14-16,-62 2-54 15,2 4-17-15,5-2 10 16,-3 1-12-16,-2 0-11 16,-9 0-144-16,4 0-144 15,-19 0-195-15,-8 2-660 0</inkml:trace>
  <inkml:trace contextRef="#ctx0" brushRef="#br0" timeOffset="39906.03">9008 7367 529 0,'0'0'580'0,"0"0"-384"15,0 0-32-15,0 0 10 16,0 0-21-16,0 0 4 15,0 0-28-15,-56-14-78 16,54 12 25-16,2 2-54 16,0 0-21-16,0 0 17 15,0 0-11-15,0 0-4 16,0 0-3-16,0 0 6 16,-2 0-7-16,2 0 1 15,-5 0 0-15,5 0-8 0,-5 0 17 16,1 0-9-16,-3 0 0 15,1 0 0-15,-1 0-3 16,5 0 3-16,-3 0 0 16,5-4 4-16,0-1-3 15,0-2-1-15,0 0 0 16,7-5-15-16,6 4-3 16,3 5 18-16,-3 1 0 15,-2 2-4-15,-1 0 19 16,-6 8-7-16,-4 16 29 15,0 6 8-15,0 5 26 16,0 4-70-16,0-3 8 16,11-1-3-16,7-4 6 15,9-2-4-15,0-2-8 16,-1 0 0-16,-6 3-4 0,-16 5 4 16,-4 5 0-16,-21 13 19 15,-29 5-19-15,-14 5 31 16,-10-4-31-16,-4-1-39 15,-23 7-41-15,22-14-109 16,12-12-207-16</inkml:trace>
  <inkml:trace contextRef="#ctx0" brushRef="#br0" timeOffset="41780.51">9415 7178 423 0,'0'0'643'0,"0"0"-402"16,0 0-117-16,0 0 35 15,0 0 7-15,0 0-33 16,0 0 15-16,-2 0-76 0,2 0-32 16,0 0 10-16,0 0-30 15,0 0 26-15,0 0-19 16,-2 0-27-16,2 0 45 15,0 0-39-15,0 0 7 16,0 0 3-16,0 0-7 16,0 0 11-16,0 0-20 15,0 0 0-15,0 0 9 16,0 0 0-16,0 0-9 16,0 0 33-16,0 0-32 15,0 0 37-15,0 0-38 16,0 0 13-16,0 0-8 15,0 0-5-15,0 0 0 16,0 0 0-16,0 0 19 16,0 0-23-16,0 0 4 0,0 0 0 15,0 0-3-15,0 0 3 16,0 0 0-16,0 0 0 16,0 0 14-16,0 0-14 15,0 0 0-15,0 0 0 16,0 0-12-16,0 0 12 15,0 0 0-15,0 0 0 16,0 0 12-16,0 0-10 16,0 0-2-16,0 0 0 15,0 0-9-15,0 0 9 16,0 0 0-16,0 0 0 16,0 0 14-16,0 0-10 15,0 0-4-15,0 0 0 0,0 0-9 16,0 0 10-1,0 0-1-15,0 0 0 0,0 0 11 16,0 0-5-16,0 0-6 16,0 0 0-16,0 0-10 15,0 0 10-15,0 0 0 16,0 0 2-16,0 0 15 16,0 0-6-16,0 0-11 15,0 0 0-15,0 0 9 16,0 0-8-16,0 0-1 15,4 0 0-15,15-7 15 16,5-5 0-16,10-6-15 0,3-5 0 16,5-7-12-1,1-1 12-15,-1-6-12 0,-4-4 5 16,-5 3-60-16,-6-1 19 16,-9-2-64-16,-7 4 11 15,-11 2 14-15,0 5-28 16,-15 6 74-16,-14 9 41 15,-4 6 0-15,-3 9 24 16,0 0-23-16,0 22 5 16,3 12 45-16,4 6-4 15,8 13 6-15,11 3 35 16,10 6-23-16,0 0 19 16,16-3-51-16,15-8-12 0,9-9 13 15,7-10-28 1,1-13-3-16,8-12-3 0,2-7-46 15,0 0-21-15,18-33-142 16,-18-2-153-16,-9-1-380 0</inkml:trace>
  <inkml:trace contextRef="#ctx0" brushRef="#br0" timeOffset="42498.46">10017 6106 1132 0,'0'0'289'16,"0"0"-147"-16,0 0-31 15,0 0 17-15,0 0 26 16,0 0-21-16,0 0-16 16,-100-9-39-16,98 2-35 15,2-4 32-15,0-1-75 16,2-2-25-16,11 2 24 16,8 3-10-16,-2 2 11 15,-3 7 0-15,7 0-11 16,-8 11-10-16,-1 15 12 15,-8 9 9-15,-6 8 27 16,0 8-11-16,-6-2 21 16,-21 2-7-16,-4-6-29 0,-3-7 52 15,3-9-53 1,9-9 8-16,1-8 3 0,13-6 1 16,3-6 6-16,5 0-18 15,9-6-32-15,20-15 5 16,4-2-103-16,3 2 87 15,-3 7 42-15,-4 11-24 16,-6 3 24-16,-7 5-18 16,-10 19-6-16,-6 10 19 15,0 4 8-15,-6 3-2 16,-17-4 3-16,5-4 10 16,3-8-20-16,1-6 7 15,5-11-118-15,9-8-83 16,0-4-104-16,11-17-366 0</inkml:trace>
  <inkml:trace contextRef="#ctx0" brushRef="#br0" timeOffset="42833.31">10216 6171 1092 0,'0'0'293'15,"0"0"-149"-15,0 0-19 16,-5 125 8-16,5-79-2 15,0-6-59-15,0-4 12 16,18-7-42-16,5-11-36 16,-2-9 15-16,8-9-21 15,-4 0 0-15,0-13-22 0,-3-16-74 16,-2-8-8-16,-2-8-17 16,-7-5-8-16,-4 0 94 15,0 3 35-15,-3 12 16 16,-4 12 132-16,0 10 45 15,0 13-24-15,0 0-119 16,0 30-49-16,0 14 53 16,0 16-39-16,0 8-2 15,0 7-13-15,0 2-3 16,0 22-93-16,9-21-225 16,2-17-439-16</inkml:trace>
  <inkml:trace contextRef="#ctx0" brushRef="#br0" timeOffset="43132.68">10842 6953 1099 0,'0'0'824'0,"0"0"-596"15,0 0-168-15,0 0-7 16,0 0-51-16,0 0 11 16,0 0 39-16,143-55-51 0,-103 52-1 15,1 0 0-15,-4 3-146 16,3-6-121-16,-9 2-282 15,-10-3-340-15</inkml:trace>
  <inkml:trace contextRef="#ctx0" brushRef="#br0" timeOffset="43368.15">11118 6578 935 0,'0'0'909'16,"0"0"-795"-16,0 0-80 0,0 0-13 16,-79 116 36-1,56-58 78-15,1 7-45 0,1 6-50 16,8-1-10-16,9 0-30 16,2-8-10-16,2-6-90 15,11-7-167-15,11-17-81 16,3-14-655-16</inkml:trace>
  <inkml:trace contextRef="#ctx0" brushRef="#br0" timeOffset="43668.7">11921 6747 1277 0,'0'0'376'0,"0"0"-265"15,0 0-111-15,0 0 0 16,-35-102 10-16,-10 100 70 16,-11 2 57-16,-11 27-67 15,3 18-17-15,-1 19 7 16,14 13 5-16,11 7-1 16,15 4 8-16,21-3-30 15,4-9 57-15,22-8-84 16,29-14 10-16,11-12-25 15,10-9-11-15,12-13-59 16,28-17-126-16,-23-3-294 16,-16 0-179-16</inkml:trace>
  <inkml:trace contextRef="#ctx0" brushRef="#br0" timeOffset="44965.08">3218 9481 228 0,'0'0'1478'0,"0"0"-1148"16,0 0-213-16,0 0-38 15,0 0-40-15,0 0-38 16,0 0 109-16,92 0-66 16,-43 0-33-16,2 0 5 15,-2 8-16-15,-7 2-33 16,-11 2-91-16,-6 8-114 16,-13-2-132-16,-12-3-853 0</inkml:trace>
  <inkml:trace contextRef="#ctx0" brushRef="#br0" timeOffset="45140.93">3212 9798 766 0,'0'0'1135'0,"0"0"-968"16,0 0-129-16,0 0 35 16,116 8-63-16,-68-8-3 15,4 1 7-15,0-1-14 16,10 3-15-16,-11-2-238 15,-11-1-611-15</inkml:trace>
  <inkml:trace contextRef="#ctx0" brushRef="#br0" timeOffset="45556.91">4478 9685 1443 0,'0'0'700'0,"0"0"-548"16,0 0-98-16,0 0 11 15,0 0-56-15,0 0 22 16,142 0-3-16,-84 0-13 16,-2 0-30-16,9 0-121 15,-14 0-371-15,-11 0-547 0</inkml:trace>
  <inkml:trace contextRef="#ctx0" brushRef="#br0" timeOffset="46378.46">5621 9330 1495 0,'0'0'380'16,"0"0"-222"-16,0 0-139 0,0 0-4 15,0 0-10-15,0 0 11 16,114-127-24-16,-93 88 8 16,-4-1-42-16,-5-2-2 15,-4 1-102-15,-3 6 58 16,-3 0 41-16,-2 8 44 15,0 8 3-15,0 5 63 16,0 9 57-16,0 5-13 16,0 0-91-16,-5 5 1 15,1 23-5-15,0 14 23 16,2 13 43-16,-4 8-64 16,6 10-13-16,0 2 4 15,0-3-5-15,0 20-98 0,0-22-187 16,0-16-585-16</inkml:trace>
  <inkml:trace contextRef="#ctx0" brushRef="#br0" timeOffset="46600.41">5465 9731 1625 0,'0'0'537'15,"0"0"-459"-15,0 0-59 16,0 0 18-16,0 0-10 16,129-24 43-16,-73 11 1 15,9 1-65-15,-1 3 34 16,2 1-40-16,-6 2-28 0,-7 3-106 16,3 3-148-16,-13 0-97 15,-15 0-601-15</inkml:trace>
  <inkml:trace contextRef="#ctx0" brushRef="#br0" timeOffset="47298.07">5808 10011 611 0,'0'0'300'15,"0"0"-77"-15,0 0 29 16,0 0-97-16,0 0 3 15,0 0-17-15,0 0-62 16,-21 0-2-16,21 0-26 16,0 0-29-16,0 0 30 15,0 0-52-15,-2 0 0 0,2 0 9 16,0 0 0-16,0 0 10 16,0 0 0-16,-6 0-19 15,6 0 56-15,0 0-56 16,-2-7 8-16,2 0 8 15,0-5-3-15,0 1-5 16,0-1-8-16,12 0 0 16,1 1-17-16,5 2 17 15,-3 3 0-15,1 6-7 16,-5 0 13-16,-7 8-6 16,-4 18 0-16,0 10 39 15,-2 8 29-15,-20 4-52 16,0 2 2-16,0-5 21 15,3-9-29-15,13-9 5 0,6-8-15 16,0-7 0-16,25-5-6 16,10 0 6-16,5 1 0 15,3 4-1-15,-8 5 19 16,-8 10-24-16,-16 5 6 16,-11 10 0-16,-17 7 6 15,-33 6 9-15,-10 1 13 16,-13 2-11-16,-8-3-4 15,-1-8-26-15,4-1-19 16,-7 0-135-16,23-14-81 16,20-13-284-16</inkml:trace>
  <inkml:trace contextRef="#ctx0" brushRef="#br0" timeOffset="48252.3">6337 9842 1154 0,'0'0'361'16,"0"0"-128"-16,0 0-81 15,0 0-5-15,0 0-25 16,0 0 2-16,0 0-50 15,85-75-67-15,-41 34 7 16,8-3-14-16,-6-2 16 16,-3 3-25-16,-12-1 9 15,-2 3-28-15,-16 5 22 16,-8 8-28-16,-5 5 2 16,-11 6 31-16,-20 7-13 0,-12 10 2 15,-8 0 12-15,-5 19 0 16,2 18 19-16,8 12-11 15,12 9 29-15,14 7 18 16,16 0-27-16,4 1 48 16,22-5-51-16,16-7-12 15,17-10 33-15,9-15-45 16,4-12 10-16,3-13-11 16,8-4-48-16,-8-18-11 15,-2-14-101-15,5-24-99 16,-18 6-133-16,-14 4-1035 0</inkml:trace>
  <inkml:trace contextRef="#ctx0" brushRef="#br0" timeOffset="49540.25">6830 8791 400 0,'0'0'862'16,"0"0"-634"-16,0 0-10 15,0 0-13-15,0 0-53 16,0 0 7-16,0 0-25 0,-65-55-80 15,63 45 7-15,2 1-31 16,0-1 18-16,0-1-48 16,15 5 1-16,3 2-19 15,5 4 18-15,-4 0 0 16,-3 21-1-16,-5 8-5 16,-9 8 6-16,-2 4 15 15,-4 0-15-15,-21 1 48 16,1-7-47-16,-2-2 0 15,5-8 5-15,5-12 9 16,12-6-6-16,4-6-9 16,6-1-40-16,23 0 38 15,10 0-19-15,-1 0 21 0,-3 0 0 16,-8 0-7 0,-11 8-1-16,-14 16 7 0,-2 11 1 15,-14 2-2-15,-19 5 3 16,-2 1-1-16,-1-8 0 15,9-6-27-15,21-11-77 16,6-7-190-16,0-11-397 0</inkml:trace>
  <inkml:trace contextRef="#ctx0" brushRef="#br0" timeOffset="50393.11">7438 8631 734 0,'0'0'808'15,"0"0"-628"-15,0 0-156 16,0 0-18-16,0 0 17 16,0 0 5-16,-122 76 93 0,74-20 12 15,6 9-56-15,-2 8 26 16,10 2-47-16,8-8 1 16,10-4 15-16,12-13-66 15,4-10 5-15,0-12 13 16,20-12-23-16,6-7 10 15,8-9-11-15,8-5-56 16,2-19 19-16,-1-10-46 16,-1-7 0-16,-13 4 2 15,-2 0-5-15,-16 12 70 16,-8 8 16-16,-3 13 27 16,-5 4 45-16,-12 0-71 15,-6 21 4-15,3 1 41 16,2 4-19-16,12-5 17 15,6 0-35-15,0-5-8 0,0-6 53 16,17-4-53-16,6-6 12 16,4 0-13-16,-3-4-22 15,5-12 21-15,-5-6-22 16,-6-5-11-16,-7 3 34 16,-11-1-42-16,0 4 27 15,-13 5 13-15,-14 9 4 16,-2 3 20-16,2 4-16 15,7 0 3-15,5 0 42 16,8 0-51-16,7 0 0 16,0 0 0-16,22 0 14 15,10 0 4-15,8-10-18 16,4-13-49-16,1-7 13 0,-5-2-54 16,-9-8-1-16,-6 1-76 15,-14-7 6-15,-7 3 93 16,-4 7 68-16,0 8 14 15,-4 10 182-15,-7 8-17 16,2 10-59-16,0 0-77 16,4 26-41-16,3 13 61 15,2 14 10-15,0 7-27 16,0 1 23-16,0 2-57 16,0-2 9-16,0-6-21 15,0-6 21-15,-4-9-42 16,-5-10-43-16,2-14-102 15,0-10-135-15,7-6-407 0</inkml:trace>
  <inkml:trace contextRef="#ctx0" brushRef="#br0" timeOffset="50586.14">7812 8872 1326 0,'0'0'288'0,"0"0"-218"16,0 0-6-16,0 0 62 15,0 0 3-15,27 139 18 16,-27-94-34-16,0-5-86 16,-4-5 16-16,2-10-43 15,0-9 0-15,2-14-9 0,0-2-53 16,18-36-6 0,1-8-242-16,2-4-531 0</inkml:trace>
  <inkml:trace contextRef="#ctx0" brushRef="#br0" timeOffset="50727.3">7812 8872 1371 0,'61'0'491'0,"-72"37"-321"16,0 7-83-16,6 9-48 15,5-3 26-15,3-7-35 16,21-2-27-16,29-5-3 16,1-12-179-16,-8-10-341 0</inkml:trace>
  <inkml:trace contextRef="#ctx0" brushRef="#br0" timeOffset="51202.52">8265 9575 1287 0,'0'0'699'16,"0"0"-463"-16,0 0-125 15,0 0-91-15,0 0 34 16,0 0-12-16,170-9-23 16,-106 7 4-16,5 2-10 0,-9 0-26 15,-4 0-26-15,-4 0-167 16,-17 5-92-16,-12-3-259 0</inkml:trace>
  <inkml:trace contextRef="#ctx0" brushRef="#br0" timeOffset="51412.03">8557 9339 1850 0,'0'0'295'0,"0"0"-225"15,0 0-70-15,-31 105 58 0,15-46 30 16,1 7-10-16,1 4 15 15,3 0-92-15,5-4-1 16,6 6-107-16,0-17-171 16,6-18-393-16</inkml:trace>
  <inkml:trace contextRef="#ctx0" brushRef="#br0" timeOffset="51764.28">9692 9182 1285 0,'0'0'389'0,"0"0"-183"16,0 0-52-16,-167-26-117 15,105 34 26-15,-1 28 15 16,7 13-20-16,9 16 45 16,7 9-15-16,22 3-33 15,12-1 46-15,6-4-61 16,11-8-7-16,29-6 0 16,4-9-27-16,12-10 0 0,4-13-6 15,5-10-64 1,-3-9-6-16,17-7-152 0,-19-12-76 15,-12-6-437-15</inkml:trace>
  <inkml:trace contextRef="#ctx0" brushRef="#br0" timeOffset="52194.3">10265 9791 1196 0,'0'0'513'0,"0"0"-361"16,0 0-18-16,0 0-10 0,0 0-84 15,0 0 81 1,0 0 3-16,20-34-64 0,-20 30 2 16,0 0-62-16,-18 4-23 15,-20 4-91-15,3 15-231 16,-1-2-526-16</inkml:trace>
  <inkml:trace contextRef="#ctx0" brushRef="#br0" timeOffset="58303.83">25370 2643 515 0,'0'0'215'16,"0"0"-124"-16,0 0 62 15,0 0 24-15,0 0 24 16,-18-21-31-16,18 20-22 16,-5-1 29-16,5-3-20 15,0 1-25-15,-2-1-2 0,0-1-30 16,0-1 31-16,0 2-33 15,-3 1-44-15,5 2 34 16,-3-3-54-16,3 3-7 16,0 2 24-16,0 0-44 15,0 0 14-15,0 0-21 16,0 0 5-16,0 0-23 16,0 2 10-16,0 14-4 15,0 9 0-15,0 4 23 16,0 5-11-16,0 3 0 15,0-5-12-15,0-4 11 16,0-6-96-16,10-6-80 0,3-8-123 16,3-6-209-16,-3-2-231 15</inkml:trace>
  <inkml:trace contextRef="#ctx0" brushRef="#br0" timeOffset="58546.25">25181 2566 1430 0,'0'0'365'16,"0"0"-212"-16,0 0-4 15,0 0-46-15,0 0 4 16,0 0-62-16,0 0-44 0,119-29 19 15,-76 29-20-15,-3 0-56 16,-11 7-58-16,-2 25-115 16,-14-2-79-16,-10-2-342 0</inkml:trace>
  <inkml:trace contextRef="#ctx0" brushRef="#br0" timeOffset="58726.45">25200 3030 1360 0,'0'0'336'16,"0"0"-192"-16,0 0-2 15,0 0-63-15,0 0-8 0,0 0-56 16,141-46-15-16,-108 39 0 16,5 7-141-16,-7 0-170 15,-6 0-410-15</inkml:trace>
  <inkml:trace contextRef="#ctx0" brushRef="#br0" timeOffset="59176.9">25599 2750 1317 0,'0'0'579'16,"0"0"-368"-16,0 0-39 15,0 0 2-15,0 0-77 16,0 0-64-16,0 0-5 15,105-21-19-15,-67 15-18 16,-7 4 8-16,-2 2-120 16,-6 0-78-16,-15 10-181 15,-8 4-267-15</inkml:trace>
  <inkml:trace contextRef="#ctx0" brushRef="#br0" timeOffset="59324.2">25574 2934 993 0,'0'0'649'0,"0"0"-459"0,0 0-38 16,0 0 21-16,0 0-20 16,0 0-113-16,0 0-40 15,139-25-54-15,-99 19-239 16,-11 3-534-16</inkml:trace>
  <inkml:trace contextRef="#ctx0" brushRef="#br0" timeOffset="67820.77">22851 4787 876 0,'0'0'111'0,"0"0"-109"16,0 0 302-16,0 0-10 15,0 0-193-15,0 0 7 16,0-3 13-16,0-3-30 16,0-2 27-16,-2 4-36 15,2 1-35-15,0-2 29 16,-2 5-54-16,2 0 3 16,0 0-19-16,0 3 2 15,0 18-16-15,0 16-2 0,0 11 10 16,0 12 13-16,4 8-12 15,-4 0-1-15,0 2 1 16,0-2 14-16,0-3-22 16,0-9 7-16,0-10-58 15,0-12-90-15,0-12-212 16,0-16-336-16</inkml:trace>
  <inkml:trace contextRef="#ctx0" brushRef="#br0" timeOffset="68725.75">22909 4795 1113 0,'0'0'313'16,"0"0"-197"-16,0 0-64 16,140 21 33-16,-107 21-21 15,-4 13-7-15,-13 13 51 16,-9 8-29-16,-7 8-4 15,-15 0-28-15,-22-2-46 16,-5-7 30-16,-5-13-31 16,-6-12 6-16,4-14 1 15,-3-16 0-15,8-13-7 16,11-7 0-16,6-20 14 16,16-21-28-16,11-14-9 0,24-12-29 15,25-2 52-15,24-1-27 16,12 8 27-16,9 6-6 15,-7 10 14 1,0 12-9-16,-16 8 1 0,-15 12 0 16,-15 12 58-16,-18 2-40 15,-11 8-12-15,-12 20 13 16,0 10 3-16,-27 8 65 16,-6 2-29-16,-8-3-45 15,8-10 18-15,6-8-31 16,10-11 0-16,5-11 20 15,12-5-20-15,0-12-9 16,22-24-108-16,12-11-85 0,4-6 22 16,0 2-57-1,0 10 154-15,-14 10 83 0,-6 19 25 16,-13 12 48-16,-3 0-15 16,-2 26 59-16,0 11 54 15,0 3-77-15,0 2-29 16,0-6-14-16,13-8-51 15,10-7 24-15,6-10-14 16,4-8-2-16,7-3 10 16,-3-10-18-16,2-19-21 15,-1-5-7-15,-9-6-62 16,-7-7 43-16,-7-4 7 16,-1 3 18-16,-5 4 21 15,-7 8 2-15,0 14 39 0,-2 13 44 16,0 9-66-16,0 14-12 15,0 29-1-15,-2 13-4 16,-2 12 45-16,-5 7-29 16,4-2-17-16,-2-2 13 15,3-9-3-15,2-11-10 16,2-12 0-16,0-11-13 16,-2-14 13-16,-5-11-41 15,0-3-27-15,-6-9 13 16,4-25-146-16,5-12 86 15,4-8 77-15,0-4 38 16,26 0 10-16,3 5 8 16,14 7 12-16,-1 8 36 15,1 4-3-15,1 5-22 16,1 6-39-16,-7 5 12 0,-7 4-28 16,-4 6-95-16,-12 4-161 15,-11 1-426-15</inkml:trace>
  <inkml:trace contextRef="#ctx0" brushRef="#br0" timeOffset="68989.25">23348 4668 1048 0,'0'0'524'0,"0"0"-371"16,0 0-83 0,0 0 44-16,-114 54-20 0,105-24-25 15,9 6 7-15,9 2-54 16,24-1 23-16,14-5-40 16,16-6 1-16,1-6-12 15,21-4-95-15,-16-6-192 16,-20-4-513-16</inkml:trace>
  <inkml:trace contextRef="#ctx0" brushRef="#br0" timeOffset="69140.2">23335 5749 1654 0,'0'0'285'0,"0"0"-248"0,0 0-37 16,0 0-129-16,0 0 101 15,0 0-111-15,131-40-497 0</inkml:trace>
  <inkml:trace contextRef="#ctx0" brushRef="#br0" timeOffset="84897.14">24527 5162 575 0,'0'0'222'15,"0"0"-92"-15,0 0 23 16,0 0 30-16,0 0-156 16,0 0-15-16,0-37 390 15,0 29-235-15,0 0-88 16,0-4 10-16,0 2-40 0,0 2 44 15,0 0-20 1,0 3-30-16,0 0 30 0,0 3-46 16,0 2 5-16,0 0-10 15,0 0-13-15,0 0 0 16,0 0-9-16,0 14-10 16,0 14-8-16,-2 12 18 15,2 13 0-15,0 7 56 16,0 3-28-16,0 2 23 15,0-6-51-15,0-10 1 16,6-5-2-16,5-12 2 16,5-7-1-16,5-12 0 15,-2-7-60-15,10-6 44 0,2-6-27 16,0-22-42-16,6-10 14 16,-11-10-12-16,-4-8 5 15,-1-4 21-15,-13-2-8 16,1-1 64-16,-2 10 1 15,-2 4 0-15,-5 13 70 16,2 8-8-16,-2 12 32 16,0 8 57-16,0 8-90 15,0 0-28-15,0 10-33 16,0 22-6-16,0 17-17 16,0 10 22-16,-2 11 1 15,-5 2 0-15,4-2 9 16,3-1-19-16,0-9-82 15,0 3-94-15,0-17-108 16,12-16-463-16</inkml:trace>
  <inkml:trace contextRef="#ctx0" brushRef="#br0" timeOffset="85237.58">25127 5324 1283 0,'0'0'524'0,"0"0"-293"16,0 0 39-16,0 0-102 16,0 0-48-16,0 0-84 15,0 0-35-15,56-17 20 16,-27 14-21-16,4 3-23 16,-4 0-42-16,-7 0-153 15,-22 16-50-15,0 4-270 16,-11-2-320-16</inkml:trace>
  <inkml:trace contextRef="#ctx0" brushRef="#br0" timeOffset="85365.02">25127 5324 1446 0,'-45'138'560'15,"45"-138"-393"-15,18 0-78 16,11-2-31-16,11-8 1 16,7 2-58-16,9 2-2 15,26 6-40-15,-12 0-94 16,-18 0-511-16</inkml:trace>
  <inkml:trace contextRef="#ctx0" brushRef="#br0" timeOffset="87121.58">26092 5286 709 0,'0'0'345'0,"0"0"-93"16,0 0-74-16,0 0 13 16,0 0 35-16,0 0-71 15,0 0 12-15,-38-85-75 16,38 69-48-16,0 2 32 15,0-2-62-15,4 2 10 16,8 4-9-16,1 4-4 16,1 5 2-16,1 1-13 15,1 7-17-15,1 24 6 16,-5 13 0-16,-8 17 11 0,-4 12 13 16,-2 5-5-16,-16 3 63 15,-7-9-47-15,8-11-23 16,3-13 29-16,3-13-21 15,7-15-9-15,4-10 0 16,0-6 10-16,0-4-19 16,0-6 9-16,15-25-23 15,14-17 3-15,-2-16-62 16,8-11-24-16,2-4 6 16,-9 3 7-16,1 10 46 15,-11 14 26-15,-7 17 21 16,-6 17 5-16,-5 15 35 0,0 3 8 15,-3 13-45 1,-12 23 13-16,1 10 36 0,3 7-13 16,7-2-24-16,4-4 23 15,0-7-38-15,22-8 13 16,12-9-13-16,8-10 4 16,7-9-11-16,7-4-52 15,15-13-105-15,-15-12-130 16,-14-3-343-16</inkml:trace>
  <inkml:trace contextRef="#ctx0" brushRef="#br0" timeOffset="87572.95">26575 4756 1271 0,'0'0'309'0,"0"0"-87"16,0 0-49-16,0 0-43 16,0 0-70-16,0 0 11 15,0 0 0-15,-69-36-56 16,69 33 18-16,0 0-1 15,0-3-13-15,14-2 8 16,8 0-27-16,7 2-6 0,-2 4-10 16,-5 2 1-16,-1 8 15 15,-15 20-7-15,-6 8 13 16,-4 8-6-16,-23 6 11 16,-4 3 0-16,-5-7 28 15,9-7-38-15,9-14 13 16,12-11-14-16,6-7 12 15,0-4 13-15,13-3-24 16,16 0-1-16,9 0 16 16,13 0-16-16,3 0-24 15,-3-3-72-15,16 3-110 16,-13 0-108-16,-17 9-431 0</inkml:trace>
  <inkml:trace contextRef="#ctx0" brushRef="#br0" timeOffset="87783.16">27013 5288 1397 0,'0'0'558'16,"0"0"-429"-16,0 0 66 16,0 0-10-16,0 0-130 15,0 0-21-15,0 0-34 16,135-24-1-16,-83 16-13 15,-1 4-103-15,0-1-73 0,5 0 0 16,-11 1-194 0,-16-3-297-16</inkml:trace>
  <inkml:trace contextRef="#ctx0" brushRef="#br0" timeOffset="87968.93">27291 5025 1079 0,'0'0'399'0,"0"0"-255"16,0 0-63-16,0 0 6 16,-56 138 16-16,48-85-70 15,-1 1 22-15,7 0-49 16,2-4-6-16,0-8-57 0,15-8-147 16,5-12-175-1,2-12-553-15</inkml:trace>
  <inkml:trace contextRef="#ctx0" brushRef="#br0" timeOffset="88425.92">27605 5101 727 0,'0'0'623'15,"0"0"-523"-15,0 0-39 16,0 0-32-16,0 0 37 15,0 0 84-15,0 0-64 16,-4 119 8-16,2-80-37 0,-5 2-41 16,5-7 31-16,0-5-47 15,2-12 1-15,0-5 11 16,0-6-2-16,0-4-9 16,0-2 21-16,4 0-20 15,14-14 30-15,6-6-32 16,3 0-28-16,2 2 27 15,-4 6-23-15,-3 10 23 16,0 2 1-16,-6 2-11 16,-3 22 3-16,-1 6 14 15,-10 6-6-15,-2 4 41 16,0 2-27-16,-7-2 2 16,-7-2-10-16,4-4 3 0,-9-5 16 15,4-9-25-15,-1-6 0 16,5-6-6-16,3-6 6 15,-4-2-10-15,3 0-34 16,1-23-78-16,-6-32-61 16,3 2-72-16,7-1-374 0</inkml:trace>
  <inkml:trace contextRef="#ctx0" brushRef="#br0" timeOffset="88601.04">27601 5071 1257 0,'0'0'369'0,"0"0"-58"0,0 0-75 16,0 0-61-1,0 0-54-15,114-66-97 0,-54 44-12 16,9 1-12-16,3 4-3 16,17-1-34-16,-18 5-224 15,-13 3-346-15</inkml:trace>
  <inkml:trace contextRef="#ctx0" brushRef="#br0" timeOffset="89379.29">28406 5358 925 0,'0'0'350'15,"0"0"-112"-15,0 0-18 16,0 0-24-16,0 0 34 15,0 0-30-15,0 0-32 16,-25-14-48-16,25 14-90 16,0 0-2-16,9-2-28 15,16 2 12-15,6-2-7 16,11-1-5-16,1 2 0 0,1 1-8 16,-1 0-27-16,-8 0-15 15,1 0-73-15,-9 4-108 16,-12 7-47-16,-8 1-353 0</inkml:trace>
  <inkml:trace contextRef="#ctx0" brushRef="#br0" timeOffset="89569.37">28365 5542 199 0,'0'0'1349'0,"0"0"-1101"16,0 0-128-16,0 0 26 0,0 0-23 15,152-24-38-15,-92 12-69 16,8 0 7-16,-2 2-23 16,-1 0-48-16,-5-2-6 15,-2-4-239-15,-18 0-95 16,-13 2-200-16</inkml:trace>
  <inkml:trace contextRef="#ctx0" brushRef="#br0" timeOffset="89727.04">28983 5245 1362 0,'0'0'536'16,"0"0"-369"-16,0 0-101 16,0 0-66-16,0 0 60 15,0 0-24-15,29 147 11 0,-29-86 3 16,-14 11-48 0,-10 3-4-16,-14 14-104 0,5-21-205 15,4-18-443-15</inkml:trace>
  <inkml:trace contextRef="#ctx0" brushRef="#br0" timeOffset="90148.84">29611 5257 1113 0,'0'0'276'0,"0"0"-88"15,0 0 39-15,0 0-19 16,0 0-102-16,0 0-46 16,0 0-59-16,-144-22-1 15,103 76 22-15,4 13-22 16,3 5 25-16,12-1-25 0,11-11 15 16,11-11-18-16,0-12 3 15,11-18-22 1,18-12 16-16,4-7-34 0,6-29-72 15,11-44-176-15,-9 4-237 16,-10-1-30-16</inkml:trace>
  <inkml:trace contextRef="#ctx0" brushRef="#br0" timeOffset="90652.04">29569 4850 1141 0,'0'0'698'0,"0"0"-415"15,0 0-183-15,0 0-76 16,0 0 29-16,-56 161 39 15,46-83-12-15,1 8-31 0,9-2 24 16,0-3-66 0,9-9-6-16,8-12 0 0,10-16 8 15,-3-12-15-15,8-16 6 16,-1-14-30-16,2-2 23 16,4-24-56-16,-6-16-38 15,-5-9 2-15,-10-6-22 16,-3 6 97-16,-11 12 24 15,-2 16 17-15,0 19 126 16,-7 2-121-16,-10 28-21 16,1 11 48-16,3 3-28 15,9 1 35-15,4-8-48 16,0-7-2-16,0-7 28 16,15-5-34-16,10-11 0 15,-5-5-1-15,8-1-6 0,-1-24-6 16,0-11-32-16,-5-7-35 15,-1-10 31-15,-8-6-31 16,3 1 23-16,-10 7 49 16,1 10 8-16,-5 17 55 15,-2 16 82-15,0 8-86 16,0 19-38-16,-2 23-5 16,-11 11 2-16,1 10 35 15,3 5-44-15,5-2 31 16,4-2-32-16,0-8-17 15,0-7-17-15,19-10-181 16,0-13-77-16,-1-14-376 0</inkml:trace>
  <inkml:trace contextRef="#ctx0" brushRef="#br0" timeOffset="90867.34">30234 5314 842 0,'0'0'886'16,"0"0"-652"-16,0 0-60 16,0 0 8-16,0 0-96 15,0 0-46-15,0 0 40 16,60-12-72-16,-29 12 1 16,0 0-9-16,-2 0-14 0,-6 0-48 15,-17 14-122-15,-6-2-109 16,0 2-361-16</inkml:trace>
  <inkml:trace contextRef="#ctx0" brushRef="#br0" timeOffset="91001.64">30155 5488 1139 0,'0'0'520'0,"0"0"-400"16,0 0 35-16,0 0-17 16,0 0-88-16,0 0-21 15,161 30-29-15,-110-30-223 16,-10 0-692-16</inkml:trace>
  <inkml:trace contextRef="#ctx0" brushRef="#br0" timeOffset="92657.43">30940 5119 684 0,'0'0'800'16,"0"0"-633"-16,0 0 1 15,0 0-20-15,0 0-21 16,0 0-6-16,0 0-31 0,-89-52 26 16,80 46-60-16,7 2-42 15,2 2 33-15,0-2-45 16,0 2 7-16,11-1-9 16,16 0-9-16,-3 1-5 15,3 2 14-15,0 0 0 16,-10 12-13-16,-5 13-17 15,-12 10 17-15,-4 14 11 16,-33 6-1-16,-11 6 3 16,-10-2 0-16,0-1 0 15,6-12-17-15,15-11 19 16,10-11-2-16,12-8 0 16,15-10 10-16,0-3-9 0,17-3-1 15,24 0 0-15,11 0 12 16,11-11-12-16,7-7-59 15,5-11-128-15,-13 6-180 16,-12 0-237-16</inkml:trace>
  <inkml:trace contextRef="#ctx0" brushRef="#br0" timeOffset="93059.2">31121 5155 950 0,'0'0'519'15,"0"0"-399"-15,0 0-56 0,0 0 33 16,0 0-32 0,0 0 1-16,0 0 34 0,87 90-36 15,-87-44-9-15,0 0-11 16,-11 0-43-16,-3-8 36 16,3-9-37-16,5-9 1 15,4-8-3-15,2-8 3 16,0-4-1-16,0-2 0 15,17-22 0-15,5-12-65 16,1-10-36-16,1-7-60 16,-8 3 88-16,-3 6 25 15,-4 12 48-15,-4 12 63 16,-5 18 25-16,0 2-10 16,0 17-66-16,-14 17 62 15,7 9 11-15,5 8-51 0,2-3-6 16,4-2-16-16,21-6-6 15,11-10-12-15,4-5-17 16,11-14-72-16,5-8-73 16,29-3-66-16,-14-21-122 15,-11-4-153-15</inkml:trace>
  <inkml:trace contextRef="#ctx0" brushRef="#br0" timeOffset="93233.26">31818 5224 851 0,'0'0'511'16,"0"0"-215"-16,0 0-140 15,0 0-69-15,0 0-24 16,0 0-54-16,-143-23 39 16,115 64-40-16,6 5 41 0,8 2-37 15,10 2 1 1,4-6-25-16,0-7 12 0,20-5-54 16,5-13-22-16,21-19-62 15,-5-2-79-15,-4-20-123 0</inkml:trace>
  <inkml:trace contextRef="#ctx0" brushRef="#br0" timeOffset="93476.79">31897 4575 1317 0,'0'0'515'15,"0"0"-303"-15,0 0-174 16,0 0-37-16,0 0 0 15,-10 121 26-15,2-30 57 16,-3 25-53-16,2-8 0 16,2-8-19-16,0-13-2 15,3-19-3-15,0 8-7 16,-1 6-20-16,0-12-63 16,5-7-136-16,0-21-184 15,0-19-505-15</inkml:trace>
  <inkml:trace contextRef="#ctx0" brushRef="#br0" timeOffset="93844.88">31979 5221 1455 0,'0'0'300'16,"0"0"-151"-16,0 0-81 16,0 0-24-16,0 0-19 15,0 0-24-15,0 0 61 16,34 67-47-16,-34-26-13 15,0 2 14-15,0-6-7 16,-2-5-2-16,-1-11-7 16,-2-11 7-16,5-6 5 15,0-4-12-15,0-2 7 16,12-24-7-16,10-13-146 16,-2-7 76-16,3-5-83 15,-13 5-17-15,-5 13 170 16,-5 17 80-16,0 16 48 0,-15 11-63 15,-6 27-3-15,-1 6 39 16,9 6-29-16,6-1-14 16,7-2 30-16,2-7-48 15,25-6-25-15,9-5 1 16,10-10-16-16,26-14-35 16,-12-5-184-16,-9 0-368 0</inkml:trace>
  <inkml:trace contextRef="#ctx0" brushRef="#br0" timeOffset="95734.83">31243 5695 757 0,'0'0'706'0,"0"0"-514"0,0 0-116 16,0 0-10-16,0 0 35 16,0 0-40-16,0 0 17 15,29 27 19-15,0-11-37 16,14 1 48-16,8-2-37 16,11-1-28-16,17-2 27 15,21-9-52-15,24-3 13 16,30-6 32-16,-13-14-53 15,-29-4 26-15,-37 6-36 16,-21-1 0-16,-5 4 0 16,-1-2 1-16,-2 1-1 0,-17 6 0 15,-16 5 15 1,-7 2-12-16,-6 3-3 0,0 0-27 16,0 0-20-16,-6 0-163 15,-7 0-100-15,-3 0-365 0</inkml:trace>
  <inkml:trace contextRef="#ctx0" brushRef="#br0" timeOffset="99029.86">21794 6920 401 0,'0'0'49'0,"0"0"-24"16,0 0-15-16,0 0 577 15,0 0-287-15,0 0-103 16,-49 0-35-16,38-6 18 15,4-1-25-15,1 2 15 16,3 1-7-16,1 1-52 16,2 3 5-16,0 0-88 15,0 0-22-15,0 0-6 0,0 0-21 16,18 0 21 0,11 9 2-16,11 3 8 0,7 2-1 15,9-4-9-15,4-2-7 16,0-3 6-16,-3 0-112 15,-3 1-84-15,0 6-76 16,-21-2-118-16,-8-2-310 0</inkml:trace>
  <inkml:trace contextRef="#ctx0" brushRef="#br0" timeOffset="99246.97">21790 7080 403 0,'0'0'1014'16,"0"0"-684"-16,0 0-167 15,0 0-114-15,0 0-2 16,120-32-24-16,-66 29-17 16,1 3 12-16,1 0-18 15,0 0-16-15,6 0-119 16,-17-7-192-16,-12 0-523 0</inkml:trace>
  <inkml:trace contextRef="#ctx0" brushRef="#br0" timeOffset="99427.22">22407 6778 773 0,'0'0'819'16,"0"0"-690"-1,0 0-64-15,0 0 33 0,0 0-13 16,54 112 48-16,-54-58-46 15,-7 10-52-15,-11 5-8 16,3-4-27-16,-1-4-97 16,14-7-110-16,2-18-173 15,0-18-586-15</inkml:trace>
  <inkml:trace contextRef="#ctx0" brushRef="#br0" timeOffset="99704.93">23092 6828 1375 0,'0'0'400'0,"0"0"-211"16,0 0-50-16,0 0-64 15,0 0-75-15,0 0 18 16,0 0 7-16,6 81-1 15,3-37 20-15,-3 5-43 16,4-3-1-16,-6-4 9 16,3-4 0-16,-5-5-18 15,2-9-36-15,-2-5-130 16,-2-11-18-16,0-3-155 16,-4-5-155-16</inkml:trace>
  <inkml:trace contextRef="#ctx0" brushRef="#br0" timeOffset="99877.45">22920 6778 1298 0,'0'0'302'15,"0"0"-176"-15,0 0 73 16,131-73-96-16,-86 62-50 16,-1 8-20-16,-1 3-32 15,-7 22-2-15,-19 22-77 16,-17 45-117-16,0-11-155 15,-22-3-971-15</inkml:trace>
  <inkml:trace contextRef="#ctx0" brushRef="#br0" timeOffset="100026.77">22808 7478 1380 0,'0'0'571'16,"0"0"-514"-16,0 0 13 15,0 0 7-15,130-29-35 16,-75 9 3-16,8 2-45 15,2 0-14-15,14 2-82 16,-14 4-175-16,-9 1-354 0</inkml:trace>
  <inkml:trace contextRef="#ctx0" brushRef="#br0" timeOffset="100253.18">23601 6909 1670 0,'0'0'620'15,"0"0"-438"-15,0 0-40 16,0 0-83-16,0 0-53 16,0 0 6-16,114-34-12 15,-71 34-19-15,-5 5-54 16,-11 33-208-16,-14-3 8 15,-13 2-117-15</inkml:trace>
  <inkml:trace contextRef="#ctx0" brushRef="#br0" timeOffset="100384.73">23564 7258 1058 0,'0'0'909'0,"0"0"-741"0,0 0-167 15,0 0 23-15,0 0-24 16,132-22-17-16,-88 17-130 15,-4-2-252-15</inkml:trace>
  <inkml:trace contextRef="#ctx0" brushRef="#br0" timeOffset="122370.4">24547 6334 332 0,'0'0'89'0,"0"0"-76"16,0 0 3-16,0 0-6 15,0 0-9-15,0 0 18 16,27 20-19-16,-18-20-143 0</inkml:trace>
  <inkml:trace contextRef="#ctx0" brushRef="#br0" timeOffset="122929.65">24547 6334 365 0,'71'-38'55'16,"-66"37"-45"-16,-5-3 530 15,0 0-226-15,0-3-145 16,0 5 1-16,0-1-59 16,0 3 57-16,0 0-60 15,0 0-29-15,0 0 16 16,0 0-48-16,0 0 37 16,0 0-20-16,0 0-30 15,0 0 36-15,0 0-69 16,0 0 14-16,-11 0 0 0,-3 7-2 15,-1 13-4 1,-8 6-9-16,3 9 0 0,5 2-7 16,-1 5 7-16,3 4 0 15,4 0 3-15,5 5 15 16,1 0-8-16,3 4-10 16,0-1 1-16,0 1-4 15,5 3 3-15,10 0 0 16,1 2 0-16,-1 2 16 15,6 3-15-15,-6-4-1 16,-3 2 0-16,-6-1-7 16,-2-4 7-16,1-2 0 15,-5-1 0-15,0-2 13 16,-5-4-13-16,-5-3 0 16,-11-7 0-16,3-6 6 0,1-8 0 15,-8 0-6 1,5-4 0-16,-4-6 12 0,-3 2-27 15,0-5 0-15,2 2-75 16,3-2-57-16,0 1-129 16,4-1-237-16,4-3-441 0</inkml:trace>
  <inkml:trace contextRef="#ctx0" brushRef="#br0" timeOffset="124857.82">24944 7086 580 0,'0'0'212'0,"0"0"-105"15,0 0-3-15,0 0-2 16,0 0 45-16,0 0-55 16,0 0-13-16,7 0 11 15,-5 0-25-15,-2 0 31 16,0 0 18-16,0 0-39 16,0 0 35-16,0 0-40 15,0 0-6-15,0 0 7 0,0 0-28 16,0 0 4-1,0 0-7-15,0 0-18 0,0 0 33 16,0 0-43-16,0 0 7 16,0 0-1-16,0 0-6 15,0 0-5-15,0 0-7 16,0 0 8-16,0 0 2 16,0 0-10-16,0 0 0 15,0 0-4-15,0 0 20 16,2 0-13-16,-2 0-3 15,2 0 0-15,0 0-10 16,-2 0 10-16,0 0 0 16,0 0 0-16,0 0 18 0,0 0-16 15,0 0-2 1,0 0 0-16,0 0-5 0,0 0 6 16,0 0-1-16,0 0 0 15,0 0 6-15,0 0-8 16,0 0 2-16,0 0 0 15,0 0-15-15,0 0 15 16,0 0 0-16,0 0 3 16,0 0 12-16,0 0 1 15,0 0-15-15,0 0 5 16,0 0 12-16,0 0-16 16,0 0-2-16,0 0 13 15,0 0-4-15,0 0 21 16,0 0-27-16,0 0 3 15,0 0 20-15,0 0-20 0,0 0-3 16,0 0-3-16,0 0 18 16,0 0-22-16,0 0 4 15,0 0-2-15,0 0-17 16,0 0-12-16,0 0-20 16,0 0-43-16,0 0-143 15,-2 0-253-15,-2 0-690 0</inkml:trace>
  <inkml:trace contextRef="#ctx0" brushRef="#br0" timeOffset="126389.19">24940 7122 350 0,'0'0'185'0,"0"0"-44"15,0 0-61-15,0 0-14 16,0 0-41-16,0 0-24 16,0 0 31-16,-8 0 10 0,8 0 27 15,0 0 15-15,0 0-32 16,0 0 2-16,0 0-46 15,0 0-2-15,-2 0-12 16,0-2-18-16,0 2-7 16,0-2 21-16,-3 2 10 15,5 0 29-15,0-1 23 16,0 1 42-16,0 0 40 16,-2-2-40-16,2 2 14 15,0 0 4-15,-2 0-59 16,2 0 27-16,0-2-55 15,0 2-19-15,0 0 32 16,0 0-29-16,0 0 13 0,0 0 30 16,0 0-25-16,0 0 43 15,0 0-27-15,0 0-19 16,0-3 39-16,0 3-63 16,0 0 17-16,0 0-4 15,0 0-6-15,0 0 24 16,0 0-25-16,0-2-5 15,4-2 42-15,5 3-42 16,3-6 29-16,1 3-20 16,0 0 2-16,1-2 10 15,1 2-22-15,1 0 0 16,-1 0-8-16,-1 0 25 16,3-2-17-16,-1 3 0 15,-1-2 2-15,1 1-1 0,5 1-1 16,-6 0 0-1,1-1 4-15,1 0 14 0,-1 2-18 16,4-2 0-16,-4 1 1 16,-1 3-9-16,-1-1 8 15,1 1 0-15,3 0 11 16,0 0 5-16,4 0-7 16,3 0-9-16,-5 0 0 15,7 0-10-15,-8 0 10 16,6 0 0-16,-5 0 0 15,3-2 15-15,1 2-13 16,-6-2-2-16,2 2 0 16,0-2-7-16,-2 0 7 0,2 0 0 15,2-1 0-15,3 0 15 16,-5 1-16-16,5 0 1 16,-4 0 0-16,2 2-12 15,4 0 12-15,-5 0 0 16,2 0-1-16,3 0 16 15,0 0-14-15,2 0-1 16,0 0 0-16,0 0-15 16,0 0 16-16,0 0-1 15,0 0 0-15,2 0 17 16,-2 0-18-16,2-2 1 16,-2 1 0-16,0-2-15 15,-2 3 16-15,2 0-1 0,-2 0 0 16,2 0 18-16,-1 0-24 15,1 0 6-15,-2 0 0 16,0 0-10-16,-2 0 10 16,-5 0 0-16,-1 0 0 15,2 0 12-15,-6 0-16 16,3 0 4-16,0 0 0 16,0 0-12-16,-2 0 19 15,1 0-7-15,1 0 0 16,3 0 12-16,-6 0-15 15,5 0 3-15,3 0 0 16,-4 0-12-16,6 0 14 16,-3 0-2-16,0 0 0 15,3 0 10-15,-5 0-13 0,5 0 3 16,-10 0 0-16,3 0-9 16,-5 0 20-16,-1 0-11 15,-4 0 0-15,-1 0 13 16,-3 0-41-16,-4 0-64 15,0 0-179-15,0 0-459 0</inkml:trace>
  <inkml:trace contextRef="#ctx0" brushRef="#br0" timeOffset="127529.08">25102 6409 1035 0,'0'0'507'16,"0"0"-354"-16,0 0 28 15,0 0-61-15,0 0 11 0,0 0 16 16,0 0-54-16,9-9-4 16,-3-7-83-16,8-5 6 15,-1-6-24-15,1 0-16 16,-1-4 0-16,-1 2-25 16,-4-4-32-16,-1 5 67 15,-3-1-24-15,3 8 31 16,-7 3-6-16,0 6 34 15,0 5-15-15,0 5 45 16,0 2-34-16,0 0 32 16,0 0-45-16,0 0 6 15,0 21-17-15,-5 9 13 16,-1 11-2-16,-3 6 10 0,3 7 3 16,-2 0 8-1,6 0-21-15,2-4 0 0,0-5-15 16,0-6-6-16,0-4-85 15,0-9-147-15,0-8-328 16,0-10-747-16</inkml:trace>
  <inkml:trace contextRef="#ctx0" brushRef="#br0" timeOffset="127733.2">24932 6629 1313 0,'0'0'485'16,"0"0"-268"-16,0 0-80 0,0 0-64 16,0 0-19-16,0 0-23 15,123-16 7-15,-76 10-38 16,3 3 15-16,-6 3-34 16,-7 0 4-16,13 0-124 15,-19 0-131-15,-4 5-350 0</inkml:trace>
  <inkml:trace contextRef="#ctx0" brushRef="#br0" timeOffset="128148.26">25115 6756 753 0,'0'0'513'0,"0"0"-348"16,0 0-10-16,0 0 64 15,0 0-34-15,0 0-93 16,0 0-11-16,-33-28-63 16,47 15-5-16,3 3-13 15,3 4 15-15,3 1-17 16,-6 5 2-16,-1 0 0 15,-7 1-16-15,-9 15 16 16,0 8 0-16,-15 5 5 0,-10 3 5 16,-4-4 8-1,4-5-18-15,5-5 1 0,11-8 2 16,7-5-3-16,2-5 0 16,15 0-1-16,24 0 15 15,7 0-19-15,10-10 5 16,2 0-50-16,15-8-19 15,-9 4-194-15,-18 0-367 0</inkml:trace>
  <inkml:trace contextRef="#ctx0" brushRef="#br0" timeOffset="129085.4">25820 6479 973 0,'0'0'359'0,"0"0"-267"16,0 0-27-16,-122 24-39 15,72 2 105-15,3 8 46 16,7 2-59-16,9 1-26 15,13-6-68-15,7-7-11 16,11-6 8-16,0-7-20 16,14-10-1-16,17-1 0 15,7-8-27-15,4-16-27 16,-1-8-91-16,-4-4-59 16,-6-4 39-16,-4-4-29 15,-5-3 59-15,-8-2 71 16,-8-3 28-16,-4-3 36 0,-2 5 60 15,0 4 39-15,0 11 142 16,0 10 7-16,0 11-17 16,0 9-32-16,-4 5-129 15,0 5-22-15,-3 22-48 16,0 16 0-16,-4 14 33 16,7 6-32-16,-3 6 17 15,7-4-2-15,0 0-2 16,0-9-8-16,9-10-6 15,9-7 0-15,4-13-3 16,-2-11 4-16,7-8-1 0,2-7 0 16,4-9-34-1,1-16 18-15,-3-13-40 0,-2-7-6 16,-11-2 28-16,-3 1-11 16,-6 9 45-16,-9 9 0 15,0 11 0-15,0 16 89 16,0 1-65-16,0 5-13 15,-2 20 7-15,-5 4-16 16,7 4 27-16,0-1-16 16,0-4 1-16,21-5 6 15,-2-11-20-15,8-7 0 16,2-5-1-16,0-2-32 16,-2-18-11-16,-5-7-3 0,-2-2-24 15,-6-3 58 1,-8 1-9-16,3 5 22 0,-9 11 38 15,0 6 80-15,0 9 17 16,0 0-64-16,0 11-71 16,0 18 24-16,-2 10-24 15,-9 5 0-15,2 7-9 16,0 16-138-16,-2-11-105 16,2-10-421-16</inkml:trace>
  <inkml:trace contextRef="#ctx0" brushRef="#br0" timeOffset="132329.61">25755 7465 871 0,'0'0'494'0,"0"0"-408"16,0 0-21-16,0 0-13 15,0 0 27-15,0 0 17 16,0 0-46-16,18-12 8 15,-18 12-34-15,0 0-12 16,0 0 68-16,0 0-30 0,0 0 0 16,0 0 6-16,0 0-55 15,0 0 28-15,0-1-9 16,0-4-19-16,0-5 23 16,0-4-24-16,0 0 0 15,0 2 0-15,0 1 15 16,0 4-13-16,0 3-2 15,0 3 0-15,0 1 52 16,0 0-26-16,0 0 4 16,0 0-12-16,0 0-5 0,0 0-22 15,0 12 9 1,0 19-4-16,0 9-14 0,0 6 19 16,0 4-1-16,0-1 0 15,0-6 15-15,0-8-14 16,0-7-1-16,11-8 0 15,5-10-9-15,4-6 9 16,6-4-38-16,3-4 19 16,8-20-46-16,-4-8 14 15,0-10-22-15,-4-4-16 16,-4-5 74-16,-8 1-9 16,-6 6 24-16,-1 10 46 15,-10 12 20-15,0 8 75 16,0 10-29-16,0 4-63 15,0 0-9-15,0 18-40 0,0 14 0 16,0 14 6 0,2 11 7-16,2 2-4 0,5 6-9 15,3 11-101-15,-6-14-100 16,5-16-555-16</inkml:trace>
  <inkml:trace contextRef="#ctx0" brushRef="#br0" timeOffset="133701.2">27171 6886 690 0,'0'0'254'0,"0"0"-51"16,0 0-5-16,0 0-63 15,0 0 40-15,0 0-18 16,0 0-45-16,-13-37 31 16,13 34-52-16,0 1 1 15,0 2 9-15,0-2-38 16,0 2 19-16,0 0-52 16,0 0-30-16,0 0 16 15,17 0-14-15,10 0-2 16,6 0 0-16,5 0 22 0,5 4-21 15,-1-3-1-15,3 4 0 16,-5-5-14-16,-3 2-52 16,-8 2-96-16,-8 8-33 15,-8 0-156-15,-13 1-292 0</inkml:trace>
  <inkml:trace contextRef="#ctx0" brushRef="#br0" timeOffset="133872.7">27127 7185 1341 0,'0'0'381'0,"0"0"-261"15,0 0-101-15,0 0 75 16,0 0 11-16,0 0-25 0,158 0-30 16,-105 0-49-16,2-4-2 15,-1 0-39-15,6 2-161 16,-15 2-151-16,-9 0-768 0</inkml:trace>
  <inkml:trace contextRef="#ctx0" brushRef="#br0" timeOffset="135289.81">28053 6725 546 0,'0'0'610'0,"0"0"-445"15,0 0-71-15,0 0 28 16,0 0 54-16,0 0-34 16,0 0-1-16,14-1 14 15,-7-12-99-15,-3-4-26 16,5-6-27-16,-5-1 14 16,6-4-11-16,-6-2-6 15,0 0-15-15,3-4 14 16,-1 2-35-16,2 0 36 15,-6 8 0-15,-2 3 8 16,2 9 0-16,-2 8 1 16,0 3-9-16,0 1 15 0,0 0-14 15,0 1-2-15,0 22 1 16,0 13-3-16,0 12 2 16,0 11 1-16,0 11 0 15,0 2-10-15,2-1 24 16,5-1-25-16,-5-1 11 15,2-8-151-15,0 5-82 16,2-19-249-16,-6-15-776 0</inkml:trace>
  <inkml:trace contextRef="#ctx0" brushRef="#br0" timeOffset="135486.84">27918 7181 707 0,'0'0'838'16,"0"0"-692"-16,0 0-85 16,0 0-42-16,0 0 35 15,0 0 27-15,133-39-24 16,-79 36-1-16,4 3-55 16,2 0-2-16,-4 0-13 15,4 7-155-15,-11 4-140 16,-18-2-273-16</inkml:trace>
  <inkml:trace contextRef="#ctx0" brushRef="#br0" timeOffset="136126.94">28080 7427 1048 0,'0'0'313'16,"0"0"-242"-16,0 0-33 16,0 0 24-16,0 0 34 15,0 0 43-15,0 0-44 16,-20-12-43-16,20 6 10 0,0 0-55 15,0-2 5-15,2 2-5 16,10-2 8-16,-6 1-16 16,1 0 1-16,2 1 0 15,-2 2-2-15,-5 1-3 16,-2 3 5-16,0 0 0 16,0 0 11-16,0 0-3 15,0 0-8-15,0 0 0 16,0 0 15-16,0-1-14 15,0-3 27-15,2-3-28 16,9-2 16-16,5-1-25 16,9 0 9-16,-6 2 0 0,6 2-7 15,-7 6-3-15,-3 0 10 16,-3 4 0-16,-12 18 1 16,0 10 18-16,-16 11-18 15,-28 12 5-15,-12 6 10 16,-2-2-10-16,-5-3 9 15,12-13 19-15,13-11 12 16,16-10 17-16,9-10-62 16,7-6 1-16,6-3 26 15,21-3-21-15,24 0 36 16,13 0-37-16,13-7 7 16,2-3-26-16,-1-2 13 15,-10 4-81-15,5 4-36 0,-15 4-143 16,-17 0-302-16</inkml:trace>
  <inkml:trace contextRef="#ctx0" brushRef="#br0" timeOffset="139956.31">28616 7282 1358 0,'0'0'390'0,"0"0"-230"15,0 0-86-15,0 0 42 0,0 0 43 16,0 0-36-16,0 0-59 16,8-53-16-16,13 19-48 15,2-8 21-15,14-8-21 16,5-8 9-16,2-5-9 16,3-3 0-16,-5-3 0 15,-3 4-12-15,-10-2-5 16,-10 7 17-16,-7 2 0 15,-8 6 6-15,-4 10-32 16,0 8 26-16,-4 10 0 16,-12 9-12-16,1 10 14 15,-6 5-4-15,-3 3-20 16,-3 30 6-16,0 13-2 16,0 16 12-16,8 12 6 0,5 8-6 15,7 5 15-15,7-4-9 16,0-11 0-16,12-7 0 15,12-11-3-15,-2-13 3 16,7-11 0-16,0-14 11 16,5-11 4-16,-5-5-13 15,0 0-2-15,2-17 0 16,-2-10-13-16,-4-1 13 16,-3 0 0-16,-7 7-6 15,-6 4 16-15,-5 9-10 16,-1 8 0-16,-3 0-37 15,0 22 28-15,0 12-11 0,0 2 20 16,0-1 0-16,0-5 14 16,0-8-8-16,-3-11-6 15,3-6 0-15,0-5-9 16,3 0 9-16,19-12-1 16,7-14 0-16,10-6-68 15,3-1 32-15,-9 8 6 16,0 10 31-16,-6 15-22 15,-4 0 28-15,-8 29-6 16,1 8 0-16,-5 8 15 16,-3-4-16-16,2-2 1 15,1-7-31-15,3-8-31 16,-6-10-183-16,3-10-293 0</inkml:trace>
  <inkml:trace contextRef="#ctx0" brushRef="#br0" timeOffset="140194.72">29598 6604 857 0,'0'0'725'16,"0"0"-592"-16,0 0-74 15,0 0-28-15,0 0 82 16,7 148-10-16,-7-78-24 15,0 6 30-15,0 4-18 0,0 1-82 16,0-4 30 0,2-6-39-16,5-8-6 0,2-8-19 15,16-6-122-15,-10-17-162 16,3-13-423-16</inkml:trace>
  <inkml:trace contextRef="#ctx0" brushRef="#br0" timeOffset="140641.76">29877 6944 880 0,'0'0'566'0,"0"0"-339"16,0 0-132-16,0 0-29 15,0 0-52-15,0 0-12 0,0 0 119 16,-7 110-67-16,7-51-10 16,0-1-6-16,0-7-38 15,0-6 18-15,11-13-18 16,1-10 0-16,1-10 15 16,5-10-15-16,7-2-8 15,-6-14-11-15,6-20-86 16,-5-10-8-16,0-12-17 15,-9-4 29-15,-2 2 79 16,0 9 22-16,-7 15 38 0,0 13 127 16,-2 20-4-16,0 1-58 15,0 20-83-15,0 18-18 16,0 10 53-16,0 4-55 16,0 3 7-16,5-3-7 15,6-8-7-15,2-9-30 16,7-6-161-16,1-12-198 15,-6-8-640-15</inkml:trace>
  <inkml:trace contextRef="#ctx0" brushRef="#br0" timeOffset="140878.28">30300 6627 1363 0,'0'0'224'0,"0"0"-210"16,0 0 48-16,0 134-14 15,0-59 28-15,0 5 52 16,5 8-18-16,-5-2-48 16,0 1-30-16,0-7-32 15,4-6 11-15,1-10-11 16,2-2-124-16,-3-17-176 15,0-18-501-15</inkml:trace>
  <inkml:trace contextRef="#ctx0" brushRef="#br0" timeOffset="141127.11">30626 7203 658 0,'0'0'1157'0,"0"0"-965"15,0 0-139-15,0 0-46 16,0 0 6-16,0 0-13 16,147-30 8-16,-93 20-4 15,1-3-4-15,-1 4-20 0,2-4-86 16,-12 3-138-1,-10 0-349-15</inkml:trace>
  <inkml:trace contextRef="#ctx0" brushRef="#br0" timeOffset="141367.31">30921 6886 882 0,'0'0'747'0,"0"0"-654"16,0 0-49-16,-43 120 48 0,23-62-26 15,2 9 51 1,0-1-68-16,5 0-35 0,4-6 7 16,7-6-21-16,2-10-57 15,4-7-93-15,16-10-161 16,2-15-417-16</inkml:trace>
  <inkml:trace contextRef="#ctx0" brushRef="#br0" timeOffset="141645.56">31652 6902 1335 0,'0'0'345'15,"0"0"-191"-15,0 0-48 0,0 0-81 16,-159-24 37 0,104 55 36-16,5 16-38 0,15 11 29 15,12 6-45-15,15 4-17 16,8-5 10-16,4-5-36 16,23-10 15-16,13-6-16 15,3-10 13-15,3-6-28 16,8-8 12-16,-1-6-80 15,14-12-34-15,-15 0-204 16,-15 0-412-16</inkml:trace>
  <inkml:trace contextRef="#ctx0" brushRef="#br0" timeOffset="142868.26">22779 9041 1043 0,'0'0'502'16,"0"0"-337"-16,0 0-31 15,0 0 35-15,0 0-46 16,0 0-15-16,0 0 11 15,0-9-83-15,0 13-6 16,0 20-29-16,0 12-1 16,0 10 37-16,2 10-29 15,8 0-8-15,-8-3 0 16,4 0 15-16,3-11-12 16,-2-4-3-16,2-9-72 15,0-8-46-15,-5-8-99 0,-4-5-113 16,0-8-322-16</inkml:trace>
  <inkml:trace contextRef="#ctx0" brushRef="#br0" timeOffset="143084.66">22565 9024 1156 0,'0'0'498'0,"0"0"-400"15,0 0-37-15,0 0-3 16,0 0 22-16,161-63 20 16,-101 55-57-16,5 6-8 15,-5 2-33-15,-2 0-2 0,-9 20-32 16,-25 31-106-16,-10-5-89 16,-14 0-170-16</inkml:trace>
  <inkml:trace contextRef="#ctx0" brushRef="#br0" timeOffset="143280.68">22421 9787 1237 0,'0'0'531'0,"0"0"-477"16,0 0-10-16,0 0-1 15,148-6 24-15,-80-12-10 16,1 0-10-16,2-1 12 0,1 4-59 15,-10 5 0-15,11 3-123 16,-15 7-224-16,-13-3-355 0</inkml:trace>
  <inkml:trace contextRef="#ctx0" brushRef="#br0" timeOffset="143619.29">23520 9385 1122 0,'0'0'748'0,"0"0"-535"16,0 0-33-16,0 0-74 16,0 0-57-16,0 0 24 15,0 0-58-15,44-13 0 16,-9 13-12-16,8 0 18 16,-1 0-33-16,-1 0 12 15,-3 6-144-15,-14 16-25 0,-9-1-163 16,-8-2-312-16</inkml:trace>
  <inkml:trace contextRef="#ctx0" brushRef="#br0" timeOffset="143786.37">23486 9709 1564 0,'0'0'491'0,"0"0"-440"15,0 0-9-15,0 0-17 16,138-24 1-16,-82 7-24 15,2 5-2-15,11-1-9 16,-18 3-216-16,-11 4-682 0</inkml:trace>
  <inkml:trace contextRef="#ctx0" brushRef="#br0" timeOffset="144605.29">24600 9281 1367 0,'0'0'372'0,"0"0"-183"15,0 0-46-15,0 0-94 16,0 0 44-16,0 0-55 16,0 0-37-16,47-99 8 15,-26 62-9-15,-4 0-13 16,-3-3-2-16,-3-3-53 16,-7 3 49-16,-4 4-20 15,0 5 36-15,0 8 3 16,0 7 11-16,0 9 43 15,0 4-26-15,0 3-17 16,0 0-20-16,-2 22 9 16,2 10 0-16,0 12-3 15,0 11 4-15,0 3-1 16,14 2 0-16,-1 3-5 16,-7-5 4-16,1 9-151 0,-7-17-190 15,0-12-417-15</inkml:trace>
  <inkml:trace contextRef="#ctx0" brushRef="#br0" timeOffset="144797.28">24485 9578 1726 0,'0'0'341'0,"0"0"-249"15,0 0-58-15,0 0-33 16,0 0 62-16,125-3 10 15,-65-8-60-15,9-1 18 16,2 4-31-16,-9 3-80 0,17 1-92 16,-26 1-177-1,-6 2-347-15</inkml:trace>
  <inkml:trace contextRef="#ctx0" brushRef="#br0" timeOffset="145293.03">24843 9881 1207 0,'0'0'279'16,"0"0"-186"-16,0 0-83 16,0 0 44-16,0 0 80 15,0 0 2-15,0 0 35 16,-31-81-129-16,45 65-19 16,11 4-23-16,4 1 16 15,2 7-29-15,0 4 13 16,-2 0 0-16,-10 17-15 15,-7 12 13-15,-12 15 2 16,-5 9 34-16,-33 5-33 16,-8 2 49-16,-6-4-18 0,1-8 20 15,9-10 58-15,4-13-51 16,18-12 13-16,11-8-14 16,9-5-48-16,7 0 51 15,24-3-61-15,20-15 8 16,12-2-10-16,8-4 2 15,2 1-42-15,1 0-97 16,24 0-134-16,-24 2-36 16,-7 5-485-16</inkml:trace>
  <inkml:trace contextRef="#ctx0" brushRef="#br0" timeOffset="146245.04">25339 9715 788 0,'0'0'667'15,"0"0"-460"-15,0 0-92 16,0 0 43-16,0 0-105 0,0 0-53 15,73-149 21-15,-38 89-21 16,1-7 0-16,-4-4 0 16,-6 1 19-16,-6 0-27 15,-11 2 8-15,-9 5 0 16,0 9 11-16,-7 8-4 16,-8 14 18-16,-3 11 37 15,0 16-47-15,-4 5 29 16,2 18-44-16,-7 22 0 15,8 16-7-15,0 13 23 16,13 7-1-16,6 2 23 16,0 0-38-16,6-7 53 15,17-11-53-15,4-10 0 0,1-14 5 16,6-12 5-16,-3-12-10 16,5-12 3-16,-7 0 16 15,2-10-23-15,0-16 4 16,-4-4-31-16,-3-3 29 15,-4 8-18-15,-6 7 20 16,-5 10 0-16,-5 8-3 16,-2 3 2-16,0 27 2 15,-2 11 7-15,0 3 19 16,0-4-21-16,0-6 4 16,0-12-10-16,0-11 1 15,0-8-21-15,14-3 9 16,8-10-30-16,7-18-46 0,4-9-126 15,6-7 10 1,-8 5 71-16,2 2 38 0,-4 14 94 16,-7 13 16-16,-6 10 31 15,-5 12 2-15,-7 25-11 16,-1 8 22-16,-3 5-59 16,0 0-1-16,0 6-1 15,5-14-172-15,-5-14-484 0</inkml:trace>
  <inkml:trace contextRef="#ctx0" brushRef="#br0" timeOffset="151346.51">26419 9122 771 0,'0'0'178'16,"0"0"-81"-16,0 0-48 15,0 0 30-15,0 0-35 16,0 0-9-16,0 0 24 0,0-49-1 15,0 44-7 1,0-2 10-16,-4 2 30 0,2 0-38 16,2 4-2-16,0-1 22 15,0 2-34-15,-2 0 24 16,-5 0-43-16,1 0 21 16,-13 21-2-16,-3 18-31 15,-3 15 42-15,-1 28 25 16,6 4-24-16,2 7 50 15,7 1-35-15,11-18 8 16,0 6-1-16,6-12-72 16,21-8 32-16,11-11-33 15,5-7 1-15,5-12-9 16,2-6-20-16,-6-8-98 16,12-4-47-16,-13-7-183 0,-12-2-409 0</inkml:trace>
  <inkml:trace contextRef="#ctx0" brushRef="#br0" timeOffset="151915.06">26701 9517 1324 0,'0'0'392'0,"0"0"-158"15,0 0-111-15,0 0-4 16,-12-103-18-16,22 79-40 16,7 6 4-16,10 9-55 15,-5 6-8-15,3 3-1 16,-1 21 20-16,-6 16-20 15,-5 14 34-15,-3 5-35 16,-10 4 51-16,0-2-46 16,0-4-4-16,-8-9 13 15,4-10-7-15,-3-11-7 16,5-11 0-16,2-8 8 0,0-5-35 16,0 0 21-1,9-19-19-15,7-18 19 0,3-15-108 16,4-10-30-16,-3-9 11 15,1 1-25-15,-6 15 131 16,-7 15 13-16,0 24 14 16,-8 16 26-16,0 9-11 15,0 29 26-15,0 12 45 16,0 7-49-16,0-3 43 16,4-3-79-16,21-10 26 15,3-12 2-15,8-6-23 16,4-11-1-16,0-10-5 15,1-2-139-15,3-10-9 16,-13-12-228-16,-6 0-466 0</inkml:trace>
  <inkml:trace contextRef="#ctx0" brushRef="#br0" timeOffset="152350.97">27127 9011 1033 0,'0'0'268'15,"0"0"-71"-15,0 0-16 16,0 0-76-16,0 0 72 15,0 0-57-15,0 0-18 16,-54-9-6-16,52 9-56 16,2-3 38-16,0-1-36 15,0 1-5-15,0-6 12 16,13 2-49-16,3 2-1 16,-1 5 0-16,3 0-32 15,-3 14 32-15,-5 18-20 16,-10 11 21-16,0 5 0 15,-14 6 7-15,-15-4-1 16,6-8 2-16,6-10 11 0,8-11-11 16,9-14-8-1,0-5-1-15,24-2-17 0,17 0 15 16,7-9-43-16,10-2-73 16,21-3-76-16,-19 6-104 15,-6 4-430-15</inkml:trace>
  <inkml:trace contextRef="#ctx0" brushRef="#br0" timeOffset="152568.04">27436 9541 1397 0,'0'0'513'16,"0"0"-320"-16,0 0-69 0,0 0-78 15,0 0-39-15,123-40 12 16,-81 33-28-16,3 3 9 16,-3 3-127-16,-11 1-46 15,-2 0-111-15,-6 0-259 16,-15 0-603-16</inkml:trace>
  <inkml:trace contextRef="#ctx0" brushRef="#br0" timeOffset="152748.6">27688 9305 1287 0,'0'0'241'0,"0"0"-196"15,0 0 78-15,0 0 12 16,-40 153-48 0,36-94 14-16,4 2-56 0,0-8-33 15,2-2-12-15,25-7-61 16,-10-14-159-16,3-14-396 0</inkml:trace>
  <inkml:trace contextRef="#ctx0" brushRef="#br0" timeOffset="153152.5">28043 9394 633 0,'0'0'742'0,"0"0"-542"15,0 0-50-15,0 0-71 16,0 0-3-16,0 0 37 16,0 0-30-16,-52 121 27 15,43-92-59-15,3-7-50 16,1-3 29-16,0-9-30 16,3-6 0-16,2-4 26 15,0 0-25-15,0 0 46 16,7-6-47-16,9-9 19 15,-1 1-32-15,-1 2 13 16,3 9 0-16,1 3-6 16,-2 0-4-16,-1 15 9 0,-4 14 1 15,-1 7 0-15,-8 3 7 16,-2 4-6-16,0-5-1 16,0-1 0-1,0-8-13-15,-9-4 12 0,0-9-48 16,-2-4-59-16,-5-12-46 15,1 0-105-15,-6-3-269 0</inkml:trace>
  <inkml:trace contextRef="#ctx0" brushRef="#br0" timeOffset="153311.14">27949 9390 684 0,'0'0'973'0,"0"0"-713"16,0 0-107-16,0 0-10 15,138-80-117-15,-101 72 5 0,2 4-12 16,-6 4-10 0,1 0-18-16,-12 4-113 0,0 8-129 15,-6-4-229-15,-5-4-570 0</inkml:trace>
  <inkml:trace contextRef="#ctx0" brushRef="#br0" timeOffset="153537.21">28425 9138 1534 0,'0'0'329'0,"0"0"-248"15,0 0-3-15,0 0-2 0,79 111 52 16,-61-48 2 0,-7 29-56-16,-7-3 5 0,-4 7-55 15,-2 2-23-15,-16-18 14 16,-8 9-14-16,-1-11-2 15,0-10-52-15,0-6-138 16,7-16-139-16,9-20-523 0</inkml:trace>
  <inkml:trace contextRef="#ctx0" brushRef="#br0" timeOffset="154038.65">28979 9564 1525 0,'0'0'600'16,"0"0"-358"-16,0 0-91 16,0 0-33-16,0 0-24 15,0 0-87-15,0 0 26 16,75-39-33-16,-39 31 2 15,2-1-25-15,0 7-16 0,0-1-68 16,-1 3-119 0,-8-2-78-16,-8 0-260 0</inkml:trace>
  <inkml:trace contextRef="#ctx0" brushRef="#br0" timeOffset="154256.15">29226 9302 1405 0,'0'0'631'16,"0"0"-494"-16,0 0-125 15,0 0-12-15,-66 102 67 16,43-44-22-16,5 12 10 0,5 3-32 16,4-1-22-1,9-2-2-15,0-7-116 0,11-5-79 16,14-14-104-16,-4-17-443 0</inkml:trace>
  <inkml:trace contextRef="#ctx0" brushRef="#br0" timeOffset="154557.11">30113 9126 1220 0,'0'0'380'0,"0"0"-254"16,0 0-56-16,-149 50-23 16,107 0 51-16,6 12-22 15,12 8 0-15,10 3-2 16,14-3-48-16,0-7 17 15,18-12-22-15,15-7-11 16,11-9 4-16,8-12-14 16,2-9-30-16,23-14-47 15,-11 0-215-15,-9-2-508 0</inkml:trace>
  <inkml:trace contextRef="#ctx0" brushRef="#br0" timeOffset="154804.15">30595 9663 1303 0,'0'0'227'16,"0"0"-117"-16,0 0 74 15,0 0-58-15,0 0-25 16,0 0-69-16,0 0-13 0,17-44-19 16,-19 42-72-1,-15 2-153-15,-4 0-577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2-10T06:55:46.588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2429 12340 358 0,'0'0'90'0,"0"0"557"16,0 0-387-16,0 0-109 15,0 0-52-15,0 0 38 16,0 0 32-16,0-3-86 16,0 0 43-16,0 1-42 15,0 2-31-15,0-2 17 16,0 2-48-16,0 0 15 16,0 0-6-16,0 0-25 15,0 0 17-15,0 7-23 16,5 12 0-16,-1 8 20 15,-2 6-12-15,3 6-5 16,-3 0-3-16,-2 0 12 16,0-1-9-16,0-2-3 0,0-4-67 15,0 0-89-15,0-8-114 16,0-7-337-16</inkml:trace>
  <inkml:trace contextRef="#ctx0" brushRef="#br0" timeOffset="298.12">2207 12305 380 0,'0'0'1035'0,"0"0"-795"16,0 0-91-16,0 0 37 15,0 0-15-15,0 0-61 16,0 0-24-16,48-84-64 16,-15 71 6-16,6 5-6 15,3 2-10-15,0 3-1 16,1 3-11-16,-5 0-11 16,-7 5-10-16,-7 13-104 15,-11 8-47-15,-13 24-81 16,0-8-150-16,-19 0-406 0</inkml:trace>
  <inkml:trace contextRef="#ctx0" brushRef="#br0" timeOffset="484.38">2091 12784 530 0,'0'0'75'0,"0"0"791"16,0 0-588-16,0 0-118 15,0 0 37-15,0 0-39 16,0 0-67-16,89-12-84 15,-47-2 8-15,3-1-23 16,-1 3 8-16,-1 2-72 16,8-4-79-16,-14 4-244 15,-6 2-422-15</inkml:trace>
  <inkml:trace contextRef="#ctx0" brushRef="#br0" timeOffset="771.9">2545 12489 770 0,'0'0'988'0,"0"0"-749"16,0 0-106-16,0 0-25 16,0 0-68-16,0 0 10 0,0 0-50 15,109-41 0 1,-82 41-6-16,-5 0-95 0,-13 12-58 16,-7 7-203-16,-2 1-389 15</inkml:trace>
  <inkml:trace contextRef="#ctx0" brushRef="#br0" timeOffset="902.15">2537 12661 838 0,'0'0'814'0,"0"0"-604"15,0 0-69-15,0 0 9 16,0 0-115-16,0 0 5 16,122-34-40-16,-86 32-128 15,-7 2-391-15</inkml:trace>
  <inkml:trace contextRef="#ctx0" brushRef="#br0" timeOffset="2408.15">22162 12596 408 0,'0'0'75'0,"0"0"326"15,0 0 164-15,0 0-367 16,0 0-26-16,0 0-40 16,0 0 16-16,16 7-81 15,-16-7-15-15,0 0 34 16,0 2-79-16,0-2 6 16,0 2-5-16,0 1 10 15,0 4-24-15,0 5 6 0,0 4 0 16,0 7 7-16,0 0-1 15,0 1-6-15,0-1 4 16,-2 0 17-16,-6 0-15 16,4-6-6-16,4 1 0 15,-4-4-21-15,-1-1 10 16,5-4-81-16,0-2-62 16,-2-7-118-16,2 0-23 15,-2-11-232-15</inkml:trace>
  <inkml:trace contextRef="#ctx0" brushRef="#br0" timeOffset="2604.34">21992 12538 446 0,'0'0'1059'16,"0"0"-675"-16,0 0-267 15,0 0-58-15,0 0 48 16,130-59-85-16,-92 52-1 15,-5 2-21-15,0 5 22 16,-4 0-53-16,-6 5-16 16,-23 31-110-16,0-3-134 15,0-1-273-15</inkml:trace>
  <inkml:trace contextRef="#ctx0" brushRef="#br0" timeOffset="2784.16">21896 12939 916 0,'0'0'497'16,"0"0"-404"-16,0 0 72 16,0 0 67-16,0 0-129 15,0 0-21-15,0 0-57 16,139-21-15-16,-99 15-20 16,-3-2-11-16,11 0-165 15,-15 2-180-15,-6-1-1126 0</inkml:trace>
  <inkml:trace contextRef="#ctx0" brushRef="#br0" timeOffset="3045.62">22369 12685 1280 0,'0'0'486'0,"0"0"-388"16,0 0-52-16,0 0-45 16,0 0-1-16,0 0 0 15,0 0-12-15,96 10-109 16,-85-2-226-16,-11 1-607 0</inkml:trace>
  <inkml:trace contextRef="#ctx0" brushRef="#br0" timeOffset="3174.22">22251 12869 1028 0,'0'0'567'16,"0"0"-437"-16,0 0-95 15,0 0 38-15,0 0-73 16,133-10-31-16,-108 6-179 0</inkml:trace>
  <inkml:trace contextRef="#ctx0" brushRef="#br0" timeOffset="4766.69">1391 14600 385 0,'0'0'55'15,"0"0"931"-15,0 0-831 16,0 0-111-16,0 0 36 15,0 0-4-15,0 0 9 0,10-71-5 16,-10 66-46-16,0 1 49 16,0 0-5-16,0 2 3 15,0 0 23-15,0 2-67 16,0 0-10-16,0 0-8 16,0 0-6-16,0 0-5 15,0 0-8-15,0 5-6 16,0 18 0-16,0 9 12 15,0 6 0-15,3 2-6 16,-3 6 22-16,2-3-21 16,0-2-1-16,0-2 0 15,1-7-10-15,2-4 10 16,-1-6-89-16,4-7-58 16,-1-6-174-16,3-9-259 0</inkml:trace>
  <inkml:trace contextRef="#ctx0" brushRef="#br0" timeOffset="5702.33">1482 14568 453 0,'0'0'24'15,"0"0"666"-15,0 0-420 16,0 0-179-16,0 0-46 16,136-44 57-16,-107 44 0 15,0 16-36-15,-5 10 10 16,-3 8-23-16,-8 6 4 15,-9 2-17-15,-4 5-30 16,0-4 40-16,-22 1-43 16,-7-2-1-16,-9-3 24 0,-4-9-29 15,-10-2 14-15,-4-8-15 16,-2-7-51-16,3-6 51 16,8-7-27-16,9 0 27 15,16-12 9-15,13-9-3 16,9-5 12-16,15-3-18 15,28-3 6-15,20 2-21 16,10 0 15-16,10 2 0 16,4 2-1-16,0 5 13 15,-8 3-12-15,0 4 0 16,-13 6 0-16,-5-1 59 16,-16 9-43-16,-14 0-7 0,-14 0-9 15,-17 0 15 1,0 20 1-16,-13-1 8 0,-18 12-17 15,-4-4 39-15,-4 1-45 16,3-7 8-16,10-7-9 16,6-7-3-16,11-2-6 15,9-5-45-15,0 0-26 16,2 0 6-16,18 0-16 16,5 0 60-16,2 0 29 15,-6 0-6-15,0 12 7 16,-5 4 16-16,-3 4 11 15,-3-1 26-15,4 1-52 16,-1-8 10-16,3-1 1 16,7-8-2-16,-1-3 13 15,4 0-23-15,1-17 7 0,-2-9-16 16,-8-6 6-16,-1-2-7 16,-5-4 2-16,-3 2-34 15,-2-3 34-15,0 5 1 16,-1 5 7-16,-1 12 9 15,-4 9-3-15,0 8 13 16,0 0-19-16,0 25 13 16,0 9 18-16,0 7-4 15,0 5 1-15,0 0 32 16,0 0-60-16,0-9 13 16,0-5-13-16,0-6 16 15,0-5-38-15,0-8 12 16,0-3-80-16,0-6-15 0,-4-4-117 15,-11 0-54-15,-1-16-240 16,5-10 217-16,9-8 126 16,2-4 173-16,0-3 108 15,19 6 191-15,6 1 27 16,8-1-4-16,5 9-81 16,3 3-115-16,1 1-33 15,1 3-80-15,-8 5-3 16,-4 6-10-16,-8 6-1 15,-12 2-80-15,-7 0-206 16,-4 0-368-16</inkml:trace>
  <inkml:trace contextRef="#ctx0" brushRef="#br0" timeOffset="6070.28">1985 14425 1114 0,'0'0'226'0,"0"0"-146"0,0 0 87 16,0 0-80-16,0 0-18 16,0 0-28-16,0 0-31 15,-89 29 92-15,80-3 1 16,7 2-34-16,2-2 6 16,5 1-52-16,17-6 2 15,7-3-10-15,9-4-7 16,5-4-16-16,12-1-10 15,-10-6-250-15,-10-1-543 0</inkml:trace>
  <inkml:trace contextRef="#ctx0" brushRef="#br0" timeOffset="6206.21">1892 15137 1113 0,'0'0'381'16,"0"0"-274"-16,0 0-45 15,0 0-8-15,0 0-52 16,0 0-2-16,0 0-224 0</inkml:trace>
  <inkml:trace contextRef="#ctx0" brushRef="#br0" timeOffset="6990.24">2900 14640 760 0,'0'0'653'0,"0"0"-404"16,0 0-78-16,0 0-79 15,0 0-10-15,0 0-71 16,0 0 18-16,2 72 57 0,-2-32-59 16,0 3 26-16,0-1-12 15,9-2-26-15,2-6 28 16,3-2-43-16,1-10 0 16,3-5 8-16,1-11 1 15,4-6-18-15,2 0-24 16,-1-15-61-16,-1-15 26 15,-2-6-89-15,-2-8-5 16,-6-4-67-16,-2-1-105 16,-4 3 81-16,-3 8 22 15,-2 12 231-15,-2 12 281 16,0 12 51-16,0 2-84 16,0 8-83-16,0 23-20 15,-4 7 43-15,-2 7-85 0,1 5-16 16,3 1 48-16,2-1-86 15,0-6-15-15,0-2-31 16,0-7-3-16,4-3-7 16,7-9-143-16,7-7-84 15,0-8-120-15,-4-6-627 0</inkml:trace>
  <inkml:trace contextRef="#ctx0" brushRef="#br0" timeOffset="7189.81">3312 14833 1190 0,'0'0'696'0,"0"0"-486"16,0 0-134-16,0 0-74 16,0 0 55-16,0 0-56 15,118-10-1-15,-89 16 0 16,-4 11-2-16,-8 16-79 15,-9-5-161-15,-8-2-389 0</inkml:trace>
  <inkml:trace contextRef="#ctx0" brushRef="#br0" timeOffset="7340.96">3341 15020 1510 0,'0'0'521'0,"0"0"-443"16,0 0-7-16,0 0-71 15,0 0 8-15,0 0-16 16,120 17-201-16,-88-8-545 0</inkml:trace>
  <inkml:trace contextRef="#ctx0" brushRef="#br0" timeOffset="8213.09">4014 14927 1400 0,'0'0'383'0,"0"0"-275"15,0 0-7-15,0 0 15 16,0 0-3-16,0 0-16 15,0 0-75-15,56-76-7 16,-21 32-15-16,3-6-15 16,1-9 13-16,0-3-36 15,-3-4-10-15,-5-4 47 16,-4 0-5-16,-9 4 6 16,-9 3 0-16,-5 11-40 15,-4 12 39-15,0 14 1 16,-6 18 0-16,-13 8 9 15,-2 14-8-15,-6 28-1 16,0 16 17-16,0 17-5 16,7 5 62-16,7 5-44 15,9-4 23-15,4-7 9 0,0-9-35 16,17-12 41-16,8-9-68 16,-1-9 11-16,10-12-13 15,-5-12 2-15,2-11-6 16,-2 0 6-16,-2-11-67 15,0-21 2-15,-6-3-51 16,-3-2-11-16,-7 2 42 16,-3 9 24-16,-6 9 61 15,0 12 34-15,-2 5-10 16,0 9 14-16,0 22 0 16,-9 7 9-16,-2 1 47 15,0-1-65-15,1-6 1 16,6-11-17-16,2-7 1 0,0-6-1 15,2-8-13 1,0 0-21-16,2-4 8 0,16-16-70 16,9-8-4-16,2-4-31 15,6-2-30-15,-1 2 77 16,-1 10 20-16,-4 8 51 16,-6 14 40-16,-8 0 1 15,-6 19 29-15,-4 16 5 16,-5 5-62-16,0 0 24 15,0-2-37-15,0-6-1 16,-5-9-49-16,0-8-149 16,3-10-343-16</inkml:trace>
  <inkml:trace contextRef="#ctx0" brushRef="#br0" timeOffset="8550.43">4817 14691 1024 0,'0'0'381'15,"0"0"-217"-15,0 0-11 16,0 0-42-16,0 0 52 16,19 128 6-16,-21-82-81 15,-6-4 22-15,1-6-100 16,1-12-2-16,3-4-1 16,3-10 12-16,0-8-38 15,0-2 4-15,0-4-90 0,11-20-14 16,0-8-134-1,-2-6-91-15,-2 2-168 0,-5 0 128 16,1 16 384-16,-3 8 304 16,2 12 181-16,-2 0-262 15,2 14-49-15,4 12-47 16,1 4-24-16,9 2-70 16,4-4 19-16,11 2-52 15,7-8-19-15,22-4-25 16,-8-7-274-16,-10-8-723 0</inkml:trace>
  <inkml:trace contextRef="#ctx0" brushRef="#br0" timeOffset="8918.04">5291 14819 1039 0,'0'0'568'0,"0"0"-335"15,0 0-6-15,0 0-16 0,0 0-91 16,0 0-49 0,0 0-13-16,39-4-44 0,-10 1-8 15,4 3-6-15,3 0 1 16,-1 0-4-16,1 0 3 16,-1 0-52-16,-4 0-71 15,8 0-108-15,-13 0-107 16,-6 0-683-16</inkml:trace>
  <inkml:trace contextRef="#ctx0" brushRef="#br0" timeOffset="9157.93">5325 14861 1505 0,'0'0'589'16,"0"0"-419"-16,0 0-121 16,0 0 10-16,0 0-50 15,0 0 9-15,0 0-21 16,140 6 3-16,-88-6-35 16,-6 0-58-16,-1 0-93 15,-5-2-105-15,-15-10-392 0</inkml:trace>
  <inkml:trace contextRef="#ctx0" brushRef="#br0" timeOffset="9316.24">5816 14703 1122 0,'0'0'377'16,"0"0"-188"-16,0 0-63 16,21 102-18-16,-21-46 40 15,-2 4-95-15,-25 6-35 16,-4 1-18-16,-25 8-2 15,8-14-279-15,3-15-825 0</inkml:trace>
  <inkml:trace contextRef="#ctx0" brushRef="#br0" timeOffset="9833.75">6593 14645 1699 0,'0'0'377'16,"0"0"-218"-16,0 0-79 15,0 0-10-15,0 0-60 16,-118-21-8-16,76 56 20 16,2 13-22-16,6 6 0 15,10 0 0-15,12-6 15 0,12-10-15 16,0-12 0-16,16-12-15 15,16-14-10-15,16-18-103 16,-3-18-141-16,-5-8-427 0</inkml:trace>
  <inkml:trace contextRef="#ctx0" brushRef="#br0" timeOffset="10302.93">6558 14333 765 0,'0'0'1136'0,"0"0"-745"16,0 0-316-16,0 0-74 15,0 0 100-15,-58 162 3 16,51-91 14-16,7-1-36 16,0-3-75-16,11-9 25 0,16-8-32 15,6-10 0-15,3-12-1 16,2-12 1-16,0-10-1 16,0-6-63-16,-3-2-50 15,-4-22-14-15,-6-10-112 16,-7-2-14-16,-7-1 47 15,-7 9 108-15,-4 14 99 16,0 14 164-16,0 4-84 16,0 31 115-16,-4 9-69 15,2 2-48-15,2-4 16 16,0-6-50-16,0-10 10 16,14-9-54-16,3-10 9 15,3-7-8-15,2-1-1 16,-2-24-94-16,3-9-131 15,-8-8-91-15,3-27-5 0,-3 1-228 16,-1 15-315-16,-1 10 864 16,-11 37 689-16,4 6 116 15,-4 0-461-15,0 17-283 16,-2 18 20-16,0 11-28 16,0 11-22-16,2 3-31 15,7 10-4-15,2-10-246 16,0-22-464-16</inkml:trace>
  <inkml:trace contextRef="#ctx0" brushRef="#br0" timeOffset="10570.3">7490 14656 1555 0,'0'0'619'16,"0"0"-523"-16,0 0-74 16,0 0 13-16,0 0-17 15,0 0 21-15,118 23-39 16,-78-13-2-16,0-1-10 0,-5 5-134 15,-10-1-220-15,-13-4-650 0</inkml:trace>
  <inkml:trace contextRef="#ctx0" brushRef="#br0" timeOffset="10720.05">7411 14943 1908 0,'0'0'323'16,"0"0"-218"-16,0 0-91 15,0 0-1-15,0 0-13 16,129 0-56-16,-90 0-192 16,-15-2-811-16</inkml:trace>
  <inkml:trace contextRef="#ctx0" brushRef="#br0" timeOffset="12074.63">8290 14538 1294 0,'0'0'393'15,"0"0"-238"-15,0 0 68 16,0 0-23-16,0 0-123 16,0 0 15-16,0 0-74 0,51-120 3 15,-26 79-21 1,-8-3-15-16,8-2 15 0,-7 0-50 15,-3 2 0-15,-4 8 48 16,-6 8-30-16,0 8 32 16,-5 10 26-16,0 10-7 15,0 0 0-15,0 14-19 16,-14 20 0-16,1 15 3 16,-1 6 3-16,1 9 1 15,4 5-7-15,0-3-7 16,2-4-8-16,5 12-105 15,0-19-105-15,0-16-268 0</inkml:trace>
  <inkml:trace contextRef="#ctx0" brushRef="#br0" timeOffset="12249.72">7966 14787 1156 0,'0'0'953'16,"0"0"-754"-16,0 0-105 15,0 0 29-15,0 0-55 16,161-15-2-16,-90 9-66 16,6 1 21-16,-2 1-18 15,-4 4-3-15,7 0-69 16,-13 0-176-16,-20 0-328 0</inkml:trace>
  <inkml:trace contextRef="#ctx0" brushRef="#br0" timeOffset="12710.5">8296 14933 1416 0,'0'0'348'0,"0"0"-223"15,0 0-106-15,0 0 44 16,0 0-38-16,0 0-24 16,0 0 40-16,83 10-40 0,-83 32 71 15,0 7 64-15,-9 3-49 16,-11-5 27-16,-3-5-59 16,2-8-40-16,5-7 7 15,7-13-14-15,7-8-8 16,2-6 0-16,0 0-9 15,19-20 3-15,15-16-137 16,0-10-26-16,-1-11 3 16,-4 1-54-16,-5 3 108 15,-8 15 112-15,-7 13 109 16,-5 15 185-16,-2 10-147 16,-2 0-114-16,0 18 1 15,3 8-24-15,10 2 33 0,10 0-43 16,8-2 19-1,11-6-41-15,27-12-49 0,-7-6-159 16,-8-2-580-16</inkml:trace>
  <inkml:trace contextRef="#ctx0" brushRef="#br0" timeOffset="12947.8">9228 14474 897 0,'0'0'276'15,"0"0"-118"-15,-118 46 66 0,64-5-35 16,12 5 15-16,5 1-62 16,12 2-97-16,14-10 10 15,11-6-55-15,0-13 10 16,24-10-20-16,11-10-40 15,21-21-97-15,-4-14-234 16,-10-7-813-16</inkml:trace>
  <inkml:trace contextRef="#ctx0" brushRef="#br0" timeOffset="13152.15">9226 13987 1472 0,'0'0'346'0,"0"0"-149"15,0 0-173-15,0 0 0 16,0 0 20-16,0 142-10 16,0-71 10-16,0 13 30 15,0 4-56-15,0 4 4 16,0-1-22-16,0-4-6 16,0 13-58-16,0-23-143 15,2-24-380-15</inkml:trace>
  <inkml:trace contextRef="#ctx0" brushRef="#br0" timeOffset="13563.12">9422 14504 719 0,'0'0'488'16,"0"0"-353"-16,0 0-9 15,0 0-1-15,0 0 56 16,65 106-42-16,-65-66-12 16,0 1-15-16,0-2-72 15,0-4 20-15,0-12-36 16,-5 0-18-16,3-13 10 16,2-8-16-16,0-2-1 15,0-7-27-15,14-22-81 16,3-14-82-16,-1-10-85 15,-3 0-118-15,-3 2 97 16,-6 12 297-16,-4 15 16 0,0 14 508 16,0 10-281-16,-12 3-52 15,4 26-105-15,1 3-8 16,7 4 34-16,0-2-69 16,2-2-11-16,21-5-18 15,8-4-14-15,2-6-9 16,23-7-120-16,-12-5-232 15,-2-5-518-15</inkml:trace>
  <inkml:trace contextRef="#ctx0" brushRef="#br0" timeOffset="18165.84">1161 16465 431 0,'0'0'661'15,"0"0"30"-15,0 0-575 16,0 0 3-16,0 0 36 0,0 0 11 15,0 0-10-15,0-10-106 16,0 10 1-16,0 0-10 16,0 0-35-16,0 0 11 15,16 0-17-15,5 0 0 16,11 4-6-16,6 2 6 16,6-4 0-16,1 5-94 15,8-7-193-15,-10 0-109 16,-12 0-695-16</inkml:trace>
  <inkml:trace contextRef="#ctx0" brushRef="#br0" timeOffset="18369.56">1158 16575 639 0,'0'0'1187'0,"0"0"-988"15,0 0-158-15,0 0 15 16,0 0-34-16,0 0-15 16,156-38 5-16,-102 26-12 15,13 2-94-15,-13 3-205 16,-15-4-430-16</inkml:trace>
  <inkml:trace contextRef="#ctx0" brushRef="#br0" timeOffset="18549.98">1713 16315 1343 0,'0'0'319'0,"0"0"-239"15,0 0-10-15,0 0-10 16,0 0 66-16,35 147-59 16,-35-94-45-16,-14 5 20 15,-1-4-42-15,1-4-132 16,5-13-145-16,9-18-637 0</inkml:trace>
  <inkml:trace contextRef="#ctx0" brushRef="#br0" timeOffset="18827.92">2222 16311 1573 0,'0'0'517'0,"0"0"-467"16,0 0-28-16,0 0 12 15,0 0-16-15,0 0 57 16,0 0-23-16,0 138-40 16,0-93 13-16,0-6-16 15,0-6-9-15,0-1 0 16,0-8-37-16,0-6-40 15,0-9-109-15,0-9-121 0,-13 0-79 16,-8-8-421-16</inkml:trace>
  <inkml:trace contextRef="#ctx0" brushRef="#br0" timeOffset="18999.84">2068 16266 1371 0,'0'0'338'0,"0"0"-150"16,0 0 20-16,116-58-132 15,-80 58-54-15,-1 0-9 16,-4 17-13-16,-4 14-12 16,-11 13-59-16,-9 7-93 15,-7 25-38-15,-21-9-308 16,-8-14-326-16</inkml:trace>
  <inkml:trace contextRef="#ctx0" brushRef="#br0" timeOffset="19128.05">1987 16782 823 0,'0'0'864'0,"0"0"-712"16,0 0-29-16,0 0 40 16,0 0-95-16,0 0-13 15,146 0-55-15,-91 0-14 16,-9 0-117-16,-7 0-398 0</inkml:trace>
  <inkml:trace contextRef="#ctx0" brushRef="#br0" timeOffset="19350.07">2527 16540 1487 0,'0'0'595'0,"0"0"-502"15,0 0-37-15,0 0-50 16,0 0 4-16,123-29-10 15,-92 29 10-15,-2 4-29 16,-7 21-100-16,-5-4-224 16,-13-1-533-16</inkml:trace>
  <inkml:trace contextRef="#ctx0" brushRef="#br0" timeOffset="19488.09">2489 16740 1352 0,'0'0'510'0,"0"0"-459"16,0 0-5-16,0 0-5 16,146-31-41-16,-88 26 0 15,-12 5-209-15,-5-2-441 0</inkml:trace>
  <inkml:trace contextRef="#ctx0" brushRef="#br0" timeOffset="19951.93">3357 15936 1273 0,'0'0'253'15,"0"0"-127"-15,0 0-54 16,0 0-23-16,0 0 61 0,0 0-41 15,-123 128 41-15,116-13-10 16,7 35-19-16,2 10 57 16,19-25-61-16,-1-33-40 15,-5-44 29-15,-1-8-65 16,1 6 6-16,-3 0-7 16,-6 0 21-16,-6-8-17 15,0-11-4-15,-14-11-25 16,-19-8 14-16,-9-12-116 15,-32-6-110-15,9 0-133 16,7-14-609-16</inkml:trace>
  <inkml:trace contextRef="#ctx0" brushRef="#br0" timeOffset="21491.36">3559 16529 1245 0,'0'0'359'0,"0"0"-186"16,0 0 0-16,0 0 16 15,0 0 5-15,0 0-111 16,0 0-56-16,16-35-24 16,-11 56 16-16,1 9-10 15,3 8 16-15,-2 3-25 16,0-2 42-16,-1-3-42 15,3-9 0-15,0-4 8 0,2-7 7 16,2-7-23 0,5-9 8-16,3 0-84 0,0-12-30 15,0-17-77-15,-3-6-51 16,-5-12 37-16,-5-1 37 16,0 2 91-16,-6 6 77 15,-2 12 118-15,0 18 221 16,0 10-154-16,0 10-125 15,0 24-26-15,0 12 12 16,0 9 13-16,2 1-47 16,3 0-12-16,3 2-9 15,4-15-254-15,-3-16-707 0</inkml:trace>
  <inkml:trace contextRef="#ctx0" brushRef="#br0" timeOffset="23699.67">4286 16559 447 0,'0'0'18'0,"0"0"494"15,0 0 85-15,0 0-377 16,0 0-70-16,0 0 89 16,0 0-36-16,20-65-58 15,-34 60-38-15,-3 1-86 16,-10 4 22-16,-8 10-43 15,-3 20 0-15,-5 9-14 16,3 2 15-16,9 3-1 16,9-3 0-16,7-10 13 15,7-3-20-15,8-12 7 16,0-5-18-16,18-8 2 16,14-3-57-16,7-14-14 15,4-13-79-15,1-13-60 16,-6-13-29-16,1-38-32 0,-16 10-102 15,-6 5-106-15</inkml:trace>
  <inkml:trace contextRef="#ctx0" brushRef="#br0" timeOffset="24150.21">4315 16138 613 0,'0'0'794'15,"0"0"-480"-15,0 0-156 16,0 0-91-16,0 0 1 16,-56 111 61-16,45-41-5 15,3 1-19-15,6 6 8 16,2-11-90-16,0-12-6 15,17-8-10-15,5-16 11 0,12-11-18 16,-1-10 0-16,0-9-45 16,3 0 16-16,-3-14-81 15,-8-14-3-15,-5-4 51 16,-7-4-42-16,-7 7 73 16,-4 6 31-16,-2 14 44 15,0 9 37-15,0 0-81 16,0 27 0-16,0 9 74 15,0 5-25-15,0-6 43 16,8-3-51-16,5-7-29 16,3-11 27-16,5-6-38 15,0-8 7-15,6 0-7 16,-2-17-1-16,-3-10-31 16,-2-9-83-16,-2-9 6 15,-5-2 32-15,-3 1-52 0,-4 7 55 16,-2 7 73-16,-4 19 78 15,3 13 81-15,-3 0-143 16,0 29 1-16,0 14 1 16,0 6-17-16,2 6 10 15,2-4-9-15,8-5 5 16,3-6-14-16,12-7-142 16,-5-13-190-16,1-8-566 0</inkml:trace>
  <inkml:trace contextRef="#ctx0" brushRef="#br0" timeOffset="24398.39">5144 16599 550 0,'0'0'1142'0,"0"0"-791"16,0 0-224-16,0 0-121 16,0 0 19-16,0 0 7 15,0 0-32-15,128 34 27 16,-93-23-27-16,3 1-56 16,-13 2-93-16,-12-2-221 0,-11 0-506 0</inkml:trace>
  <inkml:trace contextRef="#ctx0" brushRef="#br0" timeOffset="24534.85">5077 16828 935 0,'0'0'855'15,"0"0"-643"-15,0 0-146 16,0 0-11-16,0 0-20 16,116 0-34-16,-66 0-2 15,-13 0-232-15,-10 0-581 0</inkml:trace>
  <inkml:trace contextRef="#ctx0" brushRef="#br0" timeOffset="25855.74">5978 16247 469 0,'0'0'708'0,"0"0"-221"16,0 0-350 0,0 0-83-16,0 0 64 0,0 0-19 15,0 0-87-15,2 48 76 16,-10-14-7-16,-2 10-36 16,6-4 8-16,2-4-52 15,2-4 11-15,0-10 10 16,4-5-20-16,14-12 17 15,7-5-19-15,4 0-87 16,4-19 29-16,-4-14-106 16,5-4-76-16,-10-9 32 15,-4 7-47-15,-4 3 104 0,-10 9 151 16,-1 9 103 0,-5 18 176-16,0 0-128 0,0 18-78 15,-11 17 80-15,-3 9-83 16,3 5 14-16,0 2-55 15,7-1-27-15,1-8-4 16,3-10 1-16,0-11-134 16,5-14-182-16,6-7-742 0</inkml:trace>
  <inkml:trace contextRef="#ctx0" brushRef="#br0" timeOffset="26224.14">6337 15994 821 0,'0'0'771'0,"0"0"-495"16,0 0-157-16,0 0 4 15,0 0-23-15,0 0-72 16,0 0-16-16,38-40-12 16,-11 40 1-16,-5 0-14 15,-2 26 13-15,-11 6 0 16,-9 12 9-16,0 4-9 16,-14 2 65-16,-6-4 3 15,5-6-51-15,2-10 32 16,8-5-47-16,5-9-2 0,0-7 23 15,24-4-23-15,8-5-14 16,5 0-88-16,13 0-64 16,-13 0-95-16,-10-6-397 0</inkml:trace>
  <inkml:trace contextRef="#ctx0" brushRef="#br0" timeOffset="26635.96">5706 16881 342 0,'0'0'837'15,"0"0"-529"-15,0 0-45 0,0 0-30 16,0 0-109-16,0 0-20 15,0 0-69-15,96-23-19 16,-53 17 27-16,1 2-42 16,5 2 17-16,0 2-18 15,0 0-7-15,-5 0-2 16,17 3-154-16,-16 6-184 16,-10-7-558-16</inkml:trace>
  <inkml:trace contextRef="#ctx0" brushRef="#br0" timeOffset="27143.84">5951 17050 924 0,'0'0'543'0,"0"0"-363"15,0 0-38-15,0 0 24 16,0 0-13-16,0 0-103 15,0 0-29-15,27-30-21 0,-6 22 16 16,0 2-18-16,2 2 2 16,-5 4 0-16,-3 0-16 15,-11 10 17-15,-4 12-1 16,0 9 46-16,-21 5-22 16,-16 3 54-16,-5 2-22 15,7-7-32-15,-1-5 61 16,14-12-57-16,8-5-1 15,10-10-10-15,4-2-9 16,0 0 28-16,24 0-17 0,12 0-19 16,11-10 24-1,7-2-24-15,1-2-24 0,1 2-24 16,13 0-164-16,-14 2-41 16,-5 0-468-16</inkml:trace>
  <inkml:trace contextRef="#ctx0" brushRef="#br0" timeOffset="27401.78">6631 16811 1631 0,'0'0'596'0,"0"0"-473"16,0 0-85-16,0 0-1 16,0 0-36-16,0 0 29 15,0 0-30-15,145 3 6 16,-112 3-27-16,4-2-92 16,-6-4-129-16,-12 0-154 15,0 0-631-15</inkml:trace>
  <inkml:trace contextRef="#ctx0" brushRef="#br0" timeOffset="27578.9">6809 16661 1045 0,'0'0'833'0,"0"0"-720"16,0 0-74-16,0 0 46 0,-56 109-33 15,46-65-5-15,5 2-43 16,5-2-4-16,0-4-54 15,23-6-149-15,4-10-155 16,2-11-631-16</inkml:trace>
  <inkml:trace contextRef="#ctx0" brushRef="#br0" timeOffset="27791.62">7239 16605 1370 0,'0'0'356'16,"0"0"-245"-16,-117 54 31 16,74-14-5-16,14 5-33 15,16 1 34-15,13 1-111 16,0-3-1-16,27-7-5 16,13 3-10-16,9-8-22 15,29-3-88-15,-12-10-173 16,-10-9-466-16</inkml:trace>
  <inkml:trace contextRef="#ctx0" brushRef="#br0" timeOffset="28048.1">7677 16806 1545 0,'0'0'383'0,"0"0"-262"16,0 0-100-16,0 0-11 16,0 0 5-16,114-4-15 15,-85 10-2-15,-8 6-115 16,0-2-215-16,-15 0-476 0</inkml:trace>
  <inkml:trace contextRef="#ctx0" brushRef="#br0" timeOffset="28197.92">7579 17006 1702 0,'0'0'376'15,"0"0"-269"-15,0 0-99 16,0 0 22-16,133 0-30 15,-83 0-109-15,-10 0-223 16,-7 0-1195-16</inkml:trace>
  <inkml:trace contextRef="#ctx0" brushRef="#br0" timeOffset="31877.74">8457 16675 579 0,'0'0'1'15,"0"0"352"-15,0 0 247 16,0 0-402-16,0 0 30 15,0 0 1-15,0 0 13 16,-18 19-4-16,29-40-118 0,9-8-78 16,7-10-30-1,4-7 5-15,3-5-34 0,3-2 11 16,2-3-76-16,1-2 17 16,-5 0-90-16,3 1 36 15,-7 1 6-15,-8 5-14 16,-7 2 46-16,-12 8 31 15,-4 6 50-15,0 12 16 16,-12 9 21-16,-7 11 1 16,-8 3-33-16,-4 22 15 15,-5 22 16-15,7 16 30 16,5 14 41-16,5 9 0 16,15-1-57-16,4-2-1 15,2-12-13-15,23-10-30 0,6-12 34 16,7-14-39-16,7-11 0 15,1-9 13-15,-1-12-13 16,-1 0-1-16,-1-14 0 16,-5-10-69-16,-5-8 47 15,-6-1-38-15,-4 1-10 16,-8 4 45-16,-9 10 3 16,2 8 22-16,-6 10 0 15,-2 0-42-15,0 29 42 16,0 10 41-16,-10 2-9 15,4-2 20-15,-3-5-30 16,5-12 18-16,2-10-40 16,2-5 18-16,0-7-26 0,6 0 8 15,14-12-22-15,9-13 12 16,2-5-130-16,3-2 42 16,-3 3 39-16,-2 4 33 15,-5 9 26-15,-6 12 0 16,-5 4 10-16,-5 8 30 15,-8 18-31-15,0 4 43 16,0 2-47-16,-8-4 6 16,0-3-22-16,1-10-36 15,1-15-123-15,0 0-222 16,4 0-612-16</inkml:trace>
  <inkml:trace contextRef="#ctx0" brushRef="#br0" timeOffset="32312.3">9299 15790 553 0,'0'0'251'16,"0"0"290"-16,0 0-191 15,0 0-192-15,0 0-64 16,0 0 9-16,0 0 21 16,-44-15-74-16,40 13 23 15,-3-1-24-15,7 3-49 16,0 0 52-16,0 0-9 0,0-3-24 16,0-1 8-16,13 2-27 15,12-1 0-15,0 1-8 16,1 2 10-16,-6 0-10 15,-6 7 8-15,-10 14 0 16,-4 11 0-16,-7 7 12 16,-17 5 36-16,-7-2 10 15,4-7-57-15,7-5 60 16,11-12-61-16,7-8 0 16,2-3-2-16,11-2 22 15,13-1-26-15,14-4 6 16,5 2-78-16,10 7-30 0,-8-2-174 15,-10 3-290-15</inkml:trace>
  <inkml:trace contextRef="#ctx0" brushRef="#br0" timeOffset="32780.85">9542 16467 1128 0,'0'0'395'0,"0"0"-17"16,0 0-53-16,0 0-136 15,0 0-25-15,0 0-109 0,0 0-24 16,0-52-31-16,2 64 11 16,8 20-11-16,-6 6 10 15,-4 8-3-15,0 2 28 16,0-2-22-16,0-3-13 15,0-11 12-15,0-11 0 16,0-6 6-16,0-10-18 16,0-5 0-16,11 0-25 15,3-9 8-15,3-21-25 16,6-14-48-16,-3-11-126 16,0-8 89-16,-4 0-24 15,-8 17 75-15,1 12 76 16,-7 15 126-16,-2 19-5 15,0 0-81-15,0 19-29 16,-2 15 70-16,0 6-15 0,0 2-1 16,2-1 21-16,0-2-80 15,9-4 6-15,6-7-12 16,8-2-33-16,4 1-93 16,-8-4-147-16,-7-7-362 0</inkml:trace>
  <inkml:trace contextRef="#ctx0" brushRef="#br0" timeOffset="33349.45">8385 16958 722 0,'0'0'736'15,"0"0"-338"-15,0 0-87 16,0 0-90-16,0 0-62 15,0 0-110-15,0 0-20 16,19 0-29-16,14 0 18 16,13 4 0-16,18 4-18 15,11-2 12-15,8-2 18 16,10-4-23-16,5 0 22 0,2 0-29 16,3 0 22-1,-3 0-16-15,-2 0-6 0,-9 0-7 16,-6 0-4-16,-12 0-40 15,-11 0-5-15,-8 0-48 16,-17 0-100-16,-8 0-35 16,-11 0-157-16,-9 0-592 0</inkml:trace>
  <inkml:trace contextRef="#ctx0" brushRef="#br0" timeOffset="33883.9">9019 17224 1175 0,'0'0'647'0,"0"0"-473"16,0 0-23-16,0 0 38 16,0 0 47-16,0 0-139 0,0 0-61 15,35-101-26-15,-4 84 4 16,8 5-14-16,-10 11 0 15,-5 1-5-15,-6 0-16 16,-14 22 18-16,-4 10 3 16,0 10 10-16,-22 4-9 15,-7 2 35-15,-5-6-36 16,10-7 8-16,6-14-5 16,12-7-3-16,6-8 0 15,0-6 2-15,6 0 14 16,21 0-3-16,9-2-13 15,6-11 11-15,5-1-11 16,7-3 0-16,4 5-2 16,6 0-10-16,7 0-70 15,2 4-47-15,35-1-177 0,-21 0-293 16,-14 6-860-16</inkml:trace>
  <inkml:trace contextRef="#ctx0" brushRef="#br0" timeOffset="34436.37">10213 17006 1343 0,'0'0'562'0,"0"0"-370"16,0 0-80-16,0 0-25 16,0 0-55-16,145-40 31 15,-100 36-63-15,-3 4 0 0,0 0-17 16,-3 0-151-1,-10 0-98-15,-14 0-374 0</inkml:trace>
  <inkml:trace contextRef="#ctx0" brushRef="#br0" timeOffset="34653.41">10414 16790 1465 0,'0'0'383'0,"0"0"-276"16,0 0 16-16,0 0-29 16,-27 128-20-16,23-72 0 15,-5 3-55-15,9-3 5 16,0-8-24-16,0 1-113 0,9-14-71 16,7-12-160-16,1-9-445 15</inkml:trace>
  <inkml:trace contextRef="#ctx0" brushRef="#br0" timeOffset="34887.51">10981 16680 1252 0,'0'0'523'15,"0"0"-421"-15,0 0-96 16,-164 24 81-16,120 14 84 0,4 8-22 15,16 3-3 1,14 6-78-16,10-6 2 0,10-2-21 16,21-6-37-16,11-9 27 15,9-4-39-15,10-9-34 16,26-8-11-16,-14-2-225 16,-11-6-320-16</inkml:trace>
  <inkml:trace contextRef="#ctx0" brushRef="#br0" timeOffset="39152.71">20773 14354 332 0,'0'0'68'16,"0"0"636"-16,0 0-383 15,0 0-221-15,0 0-83 16,0 0 30-16,0-31-5 15,0 24 3-15,0 5 8 16,0-3-40-16,0 1 67 16,0 3 12-16,0-2-21 15,0 3 46-15,0 0-57 16,0 0 1-16,0 0 7 16,0 0-67-16,0 0 16 15,0 0-17-15,0 4-34 16,0 19 34-16,0 11-4 0,0 9 4 15,0 6 9-15,0 3 7 16,-7-6-3-16,3-2-13 16,4-10 1-16,0-6-21 15,0-7-14-15,0-9-159 16,-2-7-38-16,0-5-132 16,-3-5 17-16,1-14-316 0</inkml:trace>
  <inkml:trace contextRef="#ctx0" brushRef="#br0" timeOffset="39571.61">20907 14258 403 0,'0'0'55'0,"0"0"448"0,0 0-278 16,0 0-62 0,118 84 17-16,-113-35-62 0,-5 8-21 15,-21 7 41-15,-14-1-33 16,-19 4-8-16,-4-6-26 15,-2-6-46-15,-5-8 26 16,7-13-46-16,8-10-4 16,2-10 4-16,15-12-5 15,13-2 0-15,11-14 0 16,9-18-87-16,31-13-37 16,23-4 19-16,17-4 16 15,12 5 19-15,2 8-43 16,-8 10 57-16,-1 10 42 0,-9 8 14 15,-11 5 43-15,-12 7 88 16,-11 0-13-16,-8 0-39 16,-11 14-46-16,-14 7-2 15,-3 5 27-15,-23 6-26 16,-15-4 35-16,6 2-61 16,-1-7-6-16,9-9 0 15,14-11-18-15,10-3-13 16,3-2-117-16,25-30-338 15,8 2-89-15,6 2-33 0</inkml:trace>
  <inkml:trace contextRef="#ctx0" brushRef="#br0" timeOffset="39888.64">21244 14610 401 0,'0'0'396'15,"0"0"-32"-15,0 0-115 16,0 0-57-16,0 0-89 0,10 119-22 16,2-97 5-16,3-8-41 15,12-7 32-15,4-4-22 16,7-3-43-16,3-3 33 15,-8-15-45-15,-2-6-16 16,-4-6-6-16,-3-2-48 16,-8-3 48-16,-3 0-7 15,-1 1 8-15,-6 2-2 16,1 6 24-16,-5 8-1 16,0 12 46-16,-2 6-46 15,0 6 0-15,0 23 10 16,-11 12 21-16,-3 9 27 15,-1 4-52-15,4-2 7 0,4-1-11 16,-4-9 17-16,9-6-38 16,0-12 7-16,0-8-129 15,-5-12-24-15,-9-4-69 16,1-8-7-16,-1-10-265 0</inkml:trace>
  <inkml:trace contextRef="#ctx0" brushRef="#br0" timeOffset="39983.97">21511 14645 464 0,'0'0'306'15,"0"0"6"-15,115-63-6 16,-61 42-178-16,0 1-37 16,-7 8-86-16,-5 5-5 15,-11 2-2-15,-16 4-313 0</inkml:trace>
  <inkml:trace contextRef="#ctx0" brushRef="#br0" timeOffset="40308.46">21352 14134 1476 0,'0'0'356'0,"0"0"-274"16,0 0-45-16,0 0-27 0,-131 17-1 16,98 17 61-16,6 7-32 15,14 8 27-15,11-1-34 16,2 1-30-16,17-8 25 16,21-3-26-16,9-7 0 15,20-1-50-15,-9-8-185 16,-11-8-464-16</inkml:trace>
  <inkml:trace contextRef="#ctx0" brushRef="#br0" timeOffset="40435.61">21121 15079 1713 0,'0'0'303'15,"0"0"-289"-15,0 0-14 16,0 0-50-16,0 0 12 0,0 0-44 15,116 0-268-15</inkml:trace>
  <inkml:trace contextRef="#ctx0" brushRef="#br0" timeOffset="41059.46">22351 14558 679 0,'0'0'997'0,"0"0"-622"0,0 0-198 16,0 0-82-16,0 0-3 15,0 0-92-15,0 0 0 16,-13 40 14-16,-1 4 12 15,1 5 12-15,9-3-38 16,2-4 10-16,2-10 11 16,0-6-20-16,13-6-1 15,7-8 0-15,7-9-18 16,4-3-56-16,7-3-15 16,-7-20-65-16,0-11-44 15,-4-6-64-15,-9-7 4 16,-5-4 77-16,-2 7 162 15,-11 6 19-15,0 12 217 0,0 12 65 16,0 8-28-16,0 6-142 16,0 0-40-16,0 24-41 15,0 10 8-15,0 7 45 16,0 8-51-16,0 1-32 16,0-1 16-16,0-3-17 15,0-6-59-15,27-4-35 16,-9-12-181-16,7-10-277 0</inkml:trace>
  <inkml:trace contextRef="#ctx0" brushRef="#br0" timeOffset="41244.85">22942 14698 874 0,'0'0'854'16,"0"0"-513"-16,0 0-111 15,0 0-81-15,0 0-10 16,0 0-124-16,0 0-15 16,116-30-5-16,-82 30-121 15,-5 0-20-15,-10 3-214 16,-7 5-173-16</inkml:trace>
  <inkml:trace contextRef="#ctx0" brushRef="#br0" timeOffset="41377.61">22880 14839 910 0,'0'0'866'16,"0"0"-672"-16,0 0-127 0,0 0-11 16,0 0 10-1,0 0 57-15,0 0-123 0,113 30-63 16,-77-27-318-16</inkml:trace>
  <inkml:trace contextRef="#ctx0" brushRef="#br0" timeOffset="44839.8">23929 14540 354 0,'0'0'837'0,"0"0"-355"0,0 0-333 15,0 0-69-15,0 0 74 16,0 0-32-16,0 0-47 16,52-81 14-16,-32 52-29 15,2-8-58-15,-6-2 26 16,1-1-28-16,-3-1 0 15,-1 1-9-15,-1 0 7 16,-4 6 2-16,-1 4 0 16,-3 8 1-16,-4 8 30 15,2 5-18-15,-2 8-4 16,0 1-1-16,0 0-8 16,0 13-12-16,0 20 3 15,-2 15 9-15,-4 13-3 16,-5 6 3-16,2 4-15 15,2-3-6-15,-2-6-136 0,-4 2-37 16,6-18-149-16,-6-17-699 0</inkml:trace>
  <inkml:trace contextRef="#ctx0" brushRef="#br0" timeOffset="45045.62">23628 14682 204 0,'0'0'1392'16,"0"0"-917"-16,0 0-396 16,0 0-5-16,0 0 53 15,141 14 23-15,-58-12-76 16,6-2-72-16,9 0 26 0,0 0-28 16,-9 0-18-16,-6 0-68 15,-4 0-150-15,-21 0-252 16,-17 0-247-16</inkml:trace>
  <inkml:trace contextRef="#ctx0" brushRef="#br0" timeOffset="45525.88">23910 14947 227 0,'0'0'1553'0,"0"0"-1266"15,0 0-206-15,0 0 18 16,0 0-3-16,0 0-48 16,115-94-1-16,-81 92-46 15,0 2-1-15,-11 7 0 16,0 22 18-16,-11 11 35 15,-12 12-11-15,0 2-8 16,-12 0 30-16,-5-5-53 16,-4-13 14-16,8-10-22 15,6-11 19-15,0-7-23 0,7-8 1 16,0 0-55 0,0-1 15-16,14-24-56 0,1-8-89 15,4-10 74-15,-13-5-51 16,3 6 71-16,-7 8 91 15,-2 14 94-15,0 10 111 16,0 10-124-16,0 0-56 16,2 18-24-16,10 10 8 15,5 4 57-15,12 0-65 16,12-2 0-16,14-8-1 16,38-12-140-16,-8-6-93 15,-4-4-495-15</inkml:trace>
  <inkml:trace contextRef="#ctx0" brushRef="#br0" timeOffset="45937.86">25158 14684 841 0,'0'0'1143'0,"0"0"-868"16,0 0-85-16,0 0-40 15,0 0-29-15,0 0-57 16,0 0-63-16,96 0 40 16,-47 0-41-16,6 0-12 15,-1 0-7-15,-5 0-54 16,-7 0-121-16,-6 0-93 15,-18 0-284-15,-12 0-536 0</inkml:trace>
  <inkml:trace contextRef="#ctx0" brushRef="#br0" timeOffset="46133.44">25057 14807 760 0,'0'0'769'0,"0"0"-589"15,0 0-45-15,0 0 23 16,0 0-3-16,0 0-41 16,155 5-93-16,-105-5 1 15,2 0-22-15,-3 0-46 16,12-5-73-16,-22-9-214 16,-3-3-360-16</inkml:trace>
  <inkml:trace contextRef="#ctx0" brushRef="#br0" timeOffset="46296.61">25753 14497 1774 0,'0'0'343'15,"0"0"-278"-15,0 0 12 16,0 0 6-16,0 0 6 16,29 143-24-16,-38-79-58 15,-18 7-7-15,-24 26-65 16,2-19-194-16,2-15-300 0</inkml:trace>
  <inkml:trace contextRef="#ctx0" brushRef="#br0" timeOffset="47682.93">26743 14575 461 0,'0'0'17'0,"0"0"1003"15,0 0-798-15,0 0-140 16,0 0-44-16,0 0 37 16,-123-55-2-16,65 76 50 0,-4 18-31 15,4 7-23 1,2 4 47-16,14 0-66 0,13-6-29 16,15-7-5-16,12-10 4 15,2-10-6-15,18-11-14 16,22-6-17-16,9-8 8 15,7-26-112-15,4-11-41 16,-4-11-28-16,-7-8-76 16,-12-6 66-16,-2-6-60 15,-16-3 88-15,-5 4 172 16,-3 6 71-16,-11 17 206 16,0 20 113-16,0 20-30 15,0 12-144-15,-13 18-188 16,-3 28-28-16,-9 19 70 15,6 11-42-15,-2 5 29 0,7 0 1 16,12-9-57-16,2-10 30 16,0-11-31-16,14-16-10 15,11-12-5-15,4-11 3 16,0-12-11-16,2 0-12 16,-2-23-111-16,-3-12 29 15,-1-10-49-15,-9-5 19 16,-8 4 43-16,-1 13 104 15,-5 16 37-15,-2 17 43 16,0 6-68-16,0 28 84 16,0 8-20-16,0 2-40 15,0-2 29-15,0-7-28 16,10-12 4-16,5-7-17 0,3-11-24 16,7-5 9-1,-2-3-9-15,4-23-107 0,-2-8-8 16,0-10-96-16,-8-6-10 15,1 2 8-15,-5 0-41 16,-1 16 254-16,-1 14 198 16,-9 13 119-16,-2 5-129 15,0 27-162-15,0 17 123 16,-7 12-74-16,-1 4-41 16,0 3 43-16,8-5-77 0,0-8-14 15,10-8-69 1,9-14-124-16,4-16-158 0</inkml:trace>
  <inkml:trace contextRef="#ctx0" brushRef="#br0" timeOffset="47889.33">27617 14538 869 0,'0'0'1230'15,"0"0"-1031"-15,0 0-117 16,0 0-81-16,0 0 69 16,0 0 8-16,142 10-77 15,-95-6 32-15,5-1-33 16,-8 4-110-16,-1 3-81 16,-14 0-311-16,-21 0-433 0</inkml:trace>
  <inkml:trace contextRef="#ctx0" brushRef="#br0" timeOffset="48017.07">27516 14833 446 0,'0'0'1083'16,"0"0"-836"-16,0 0-124 15,0 0-76-15,0 0 19 16,0 0 16-16,114 59-82 16,-65-59-91-16,-7 0-458 0</inkml:trace>
  <inkml:trace contextRef="#ctx0" brushRef="#br0" timeOffset="50174.67">28375 14762 671 0,'0'0'355'0,"0"0"-226"16,0 0-21-16,0 0-54 16,0 0 26-16,0 0 33 15,-31-15-91-15,26 15-22 0,5 0-37 16,0 0 37 0,0 0 220-16,0 0-109 0,0 0-73 15,0 0 81 1,0 0-24-16,0 0 48 0,0 0-20 15,0 0-60-15,0 0 50 16,0 0-64-16,0 0-8 16,0 0-3-16,0 0-29 15,0 0 10-15,7 0-19 16,14 0 0-16,16-3 7 16,7-4-7-16,10-5-9 15,26-5-61-15,-13 0-233 16,-13 5-196-16</inkml:trace>
  <inkml:trace contextRef="#ctx0" brushRef="#br0" timeOffset="50642.96">29337 14425 1540 0,'0'0'332'16,"0"0"-214"-16,0 0-64 16,23-126 2-16,-7 76-39 15,-1-4-17-15,1-4 16 16,-3 0-16-16,1 4 0 16,-8 0 0-16,1 5 11 15,-3 13-1-15,-2 13 95 16,-2 11 9-16,0 9-28 15,0 3-86-15,0 15-9 16,0 22 8-16,-2 20 1 16,-9 16 9-16,-5 14-9 15,1 3 0-15,-1 2-3 0,3-3 3 16,-5 15-121-16,7-21-132 16,2-20-382-16</inkml:trace>
  <inkml:trace contextRef="#ctx0" brushRef="#br0" timeOffset="50819.33">29061 14780 1543 0,'0'0'394'0,"0"0"-222"16,118-40 55-16,-51 22-74 15,5 4-120-15,-1 4-14 0,1 6-14 16,-15 4-5-16,1 2-133 15,-15 14-149-15,-20-2-366 0</inkml:trace>
  <inkml:trace contextRef="#ctx0" brushRef="#br0" timeOffset="51345.6">29164 15059 1739 0,'0'0'399'0,"0"0"-167"15,0 0-85-15,0 0-119 16,0 0 32-16,0 0-60 15,0 0 0-15,102-51-16 16,-88 63 25-16,-3 17-9 16,-11 11 12-16,0 7 2 15,0 3 25-15,-16-3-15 16,1-1-24-16,-6-7 25 16,8-7-13-16,5-8-12 15,2-8 0-15,4-8 12 16,2-8-25-16,0 0 13 15,8-6-42-15,11-20 36 0,6-12-149 16,4-11 11-16,-2-9-21 16,-5 0-56-16,-2 8 91 15,-9 12 130-15,-2 14 6 16,-9 19 174-16,0 5-127 16,0 5 14-16,0 22 26 15,-4 4-28-15,4 4 17 16,0-2-55-16,0-2-14 15,0-6 6-15,19-4-19 16,8-8 0-16,27-13-133 16,-12 0-167-16,1 0-612 0</inkml:trace>
  <inkml:trace contextRef="#ctx0" brushRef="#br0" timeOffset="51713.56">29552 14901 1054 0,'0'0'335'16,"0"0"-167"-16,0 0 23 15,0 0 45-15,0 0-72 16,0 0-29-16,0 0-47 15,-10-24-70-15,15 19 25 16,13 2-43-16,7 1 6 0,-4 2-21 16,2 0 15-16,-7 2 0 15,-10 16 19-15,-6 13-18 16,0 4 51-16,-8 3-27 16,-8-4-16-16,-5-5 45 15,13-10-54-15,1-5 9 16,7-8-9-16,0-2 13 15,23-4-19-15,12 0 6 16,30-6-131-16,-7-14-110 16,-7-4-421-16</inkml:trace>
  <inkml:trace contextRef="#ctx0" brushRef="#br0" timeOffset="51961.33">30367 14488 362 0,'0'0'1145'15,"0"0"-963"-15,-113 4-61 16,59 21-29-16,5 10 37 16,5 13-7-16,15 2-73 15,6 0-20-15,17-3-26 16,6-6 15-16,4-8-28 15,23-9 10-15,8-12-71 0,28-12-86 16,-14-14-235 0,0-14-550-16</inkml:trace>
  <inkml:trace contextRef="#ctx0" brushRef="#br0" timeOffset="52549.75">30566 14427 95 0,'0'0'1465'0,"0"0"-1122"15,0 0-216-15,0 0-55 16,0 0 30-16,0 0 20 16,-14 157 0-16,-12-96-2 0,-3-2-72 15,4-5-12-15,3-12-17 16,9-13-1-16,11-9-5 16,2-12-13-16,0-8-30 15,13 0 12-15,16-11-43 16,0-19-47-16,-5-11-29 15,1-8-33-15,-3-3 80 16,-13 8-27-16,0 12 117 16,-5 16 94-16,-4 16-32 15,2 0-49-15,-2 19 0 16,5 13-1-16,-3 6 38 16,5-1-50-16,8 2 3 15,8-6-6-15,21 2-28 0,-1-11-119 16,-5-10-224-16</inkml:trace>
  <inkml:trace contextRef="#ctx0" brushRef="#br0" timeOffset="53249.75">30392 13798 901 0,'0'0'810'0,"0"0"-589"16,0 0-153-16,0 0-16 15,0 0-37-15,-27 116 10 16,12 3 93-16,-6 33-81 16,4 6-6-16,1-13-2 15,5-23-29-15,4-25 0 16,0-28-111-16,3-19-263 0</inkml:trace>
  <inkml:trace contextRef="#ctx0" brushRef="#br0" timeOffset="57350.7">20017 16365 396 0,'0'0'632'0,"0"0"-422"15,0 0-14-15,0 0 4 16,0 0 0-16,0 0 30 16,0 0-29-16,-2-14-25 15,2 14-20-15,0-5-75 16,0 5 21-16,0 0-49 16,2 0-44-16,23-3 16 15,8-1-24-15,10-3-1 16,5 4 0-16,6-1 20 15,4-1-25-15,-4 4 5 16,0 1-55-16,-8 0-5 16,-4 0-205-16,-13 0-93 0,-13 0-435 0</inkml:trace>
  <inkml:trace contextRef="#ctx0" brushRef="#br0" timeOffset="57590.41">20048 16415 1420 0,'0'0'560'0,"0"0"-375"16,0 0-24-16,0 0-58 15,0 0-7-15,0 0-33 0,166-20-53 16,-102 12 26-16,7 2-36 15,1 2-8-15,-3 0-23 16,6-4-189-16,-11 1-63 16,-20-5-423-16</inkml:trace>
  <inkml:trace contextRef="#ctx0" brushRef="#br0" timeOffset="57786.66">20689 16084 1264 0,'0'0'364'0,"0"0"-177"16,0 0-38-16,0 0-1 0,0 0-31 16,115 74-28-1,-111-28 26-15,-4 8-90 0,0 7-8 16,-19 1-1-16,-10 2-4 16,-2-3-24-16,-7-1-77 15,11-13-151-15,11-16-266 0</inkml:trace>
  <inkml:trace contextRef="#ctx0" brushRef="#br0" timeOffset="58086.71">21323 16327 732 0,'0'0'1112'16,"0"0"-753"-16,0 0-143 16,0 0-37-16,0 0-136 15,0 0-19-15,0 0-24 16,16 18 1-16,-7 15-10 16,-5 5 9-16,6 5 0 15,-6-3-9-15,7-2 11 16,-7-6-2-16,4-3 0 15,-6-8-124-15,0-4-49 16,-2-17-86-16,0 0-268 16,-2 0-331-16</inkml:trace>
  <inkml:trace contextRef="#ctx0" brushRef="#br0" timeOffset="58253.88">21250 16244 1326 0,'0'0'351'0,"0"0"-169"15,0 0 39-15,125-58-147 16,-82 52-39-16,-1 6-26 16,-9 0-9-16,-6 26-22 15,-14 12-118-15,-20 38-88 16,-22-9-46-16,-6-1-505 0</inkml:trace>
  <inkml:trace contextRef="#ctx0" brushRef="#br0" timeOffset="58395.66">21025 16748 882 0,'0'0'558'16,"0"0"-363"-16,0 0 27 0,0 0-54 16,0 0 1-16,0 0-43 15,163-8-102-15,-101 6-5 16,3 0-19-16,9 2-115 16,-16 0-113-16,-14 0-466 0</inkml:trace>
  <inkml:trace contextRef="#ctx0" brushRef="#br0" timeOffset="58605.27">21778 16489 1490 0,'0'0'728'15,"0"0"-479"-15,0 0-145 16,0 0-29-16,0 0-75 15,0 0 10-15,152-22-10 16,-114 22-28-16,-2 12-88 16,-23 12-141-16,-9-2-259 15,-4-4-520-15</inkml:trace>
  <inkml:trace contextRef="#ctx0" brushRef="#br0" timeOffset="58737.59">21678 16704 1508 0,'0'0'287'0,"0"0"-224"16,0 0 27-16,0 0-67 16,181-6-23-16,-121-2-187 15,-9 0-904-15</inkml:trace>
  <inkml:trace contextRef="#ctx0" brushRef="#br0" timeOffset="59071.13">22643 15881 1333 0,'0'0'317'0,"0"0"-262"15,0 0-40-15,0 0 157 16,-78 180-50-16,63-69-27 16,3 32-8-16,10-13-36 15,2-21 60-15,0-36-51 16,2-20-20-16,10 3 41 16,-6 4-80-16,3 0 8 15,-9-12-5-15,0-8 18 16,0-6-44-16,-4-10-46 15,-30-6-134-15,5-4-133 16,5-12-475-16</inkml:trace>
  <inkml:trace contextRef="#ctx0" brushRef="#br0" timeOffset="62316.75">22882 16686 633 0,'0'0'795'16,"0"0"-313"-16,0 0-313 15,0 0-68-15,0 0 51 16,0 0 45-16,0 0-118 16,46-41-39-16,-9 9-23 15,7-8-2-15,0-4-2 16,1 4-13-16,-3-4-2 16,-3 3-15-16,-10 2-14 15,-12 3-18-15,-6 7 13 16,-11 3-19-16,0 4 55 0,-13 8-15 15,-12 6 15-15,-8 8-16 16,-3 7 16-16,-1 21 0 16,-4 14-1-16,12 12 11 15,5 6 1-15,19 2 12 16,5-4-23-16,12-8 43 16,21-10-43-16,13-10 15 15,12-11-9-15,8-13-6 16,3-6-13-16,12-11-124 15,-13-13-113-15,-15-3-312 0</inkml:trace>
  <inkml:trace contextRef="#ctx0" brushRef="#br0" timeOffset="62752.02">23424 15819 1328 0,'0'0'485'0,"0"0"-228"0,0 0-141 16,0 0-79-1,0 0-3-15,0 0-21 0,0 0 33 16,-41 133-27-16,41-95-18 16,0-8 27-16,14-9-22 15,8-6-6-15,0-10 0 16,5-5-2-16,2 0-9 16,0-23-46-16,-4-5-62 15,-8-6 18-15,-5 2-20 16,-1-3 55-16,-9 7 66 15,-2 9 6-15,0 7 193 16,0 12-77-16,0 0-107 16,0 24-13-16,0 15-2 15,0 19 0-15,0 37-1 16,0-16-110-16,0-12-363 0</inkml:trace>
  <inkml:trace contextRef="#ctx0" brushRef="#br0" timeOffset="65946.23">22095 16601 530 0,'0'0'267'0,"0"0"-105"16,0 0-38-16,0 0 25 16,0 0 53-16,0 0-61 15,0 0-77-15,9-20 0 16,-7 18-41-16,-2 2 8 15,12-4-6-15,-6 2-19 16,7-5 14-16,3 5 1 16,1-1 0-16,4-1 50 15,-3 2-54-15,6 1 11 16,-4-1 3-16,5-3-31 16,-5 5 31-16,4-2-31 15,-6 0 2-15,3 0 10 16,-13 2-12-16,1-1 0 0,-7 1 0 15,0 0 17 1,-2 0-11-16,0 0-6 0,0 0 1 16,-6 0-10-1,-17 0-32-15,-4 0-45 0,-4 3 23 16,0 1-28-16,0 3 49 16,5-6 14-16,3 3 28 15,17-2-10-15,6 1 10 16,0-1-34-16,40 1 14 15,-3-1-84-15,6-2-381 0</inkml:trace>
  <inkml:trace contextRef="#ctx0" brushRef="#br0" timeOffset="67351.57">24056 16311 998 0,'0'0'401'16,"0"0"-199"-16,0 0-50 15,0 0-66-15,0 0 10 16,-115 14 13-16,82 22-27 16,-6 7 2-16,10 6-57 0,10 1-27 15,5-6 28-15,9-4-20 16,5-12-8-16,5-10 1 15,13-10 8-15,13-8-18 16,5 0 9-16,-1-26-62 16,6-11-9-16,-10-12-114 15,-5-3 10-15,-6-10-12 16,-6-7-103-16,-5-1 109 16,-9-6 48-16,0 2 133 15,0 9 92-15,-2 12 117 16,-8 16 97-16,6 18 11 15,2 17-125-15,-5 2-71 16,3 26-121-16,-7 27 34 16,4 16 79-16,-4 12-78 15,0 5 41-15,9-5-30 0,2-8-44 16,0-13 45-16,0-14-47 16,15-10 0-16,8-16 0 15,1-10 2-15,5-10-11 16,7 0-6-16,-5-20-42 15,0-11 22-15,-4-6-90 16,-5-1 57-16,-11 4 40 16,-2 12 28-16,-7 14 9 15,-2 8-8-15,0 14 13 16,0 24 23-16,0 8 29 16,0 2-29-16,0-2 8 15,0-12-45-15,11-5 49 16,5-13-49-16,2-8 2 0,4-8 7 15,7-3-9-15,-7-23-30 16,1-12-56-16,-4-9-32 16,-5-6 33-16,-5-3-18 15,-5 3 18-15,-2 10 68 16,3 14 17-16,-5 17 167 16,0 12-46-16,0 7-112 15,0 27 22-15,0 12 33 16,0 9-54-16,0 8 9 15,0-5-19-15,0-4-6 16,9-5-115-16,14-14-225 16,3-12-364-16</inkml:trace>
  <inkml:trace contextRef="#ctx0" brushRef="#br0" timeOffset="67598.65">24853 16473 1461 0,'0'0'566'0,"0"0"-418"16,0 0-12-16,0 0 7 15,0 0-82-15,0 0-21 0,0 0-20 16,87-14-7-16,-56 14-23 15,0 0 10-15,-4 6-122 16,-5 8-22-16,-18 6-124 16,-4-2-260-16,0-2-371 0</inkml:trace>
  <inkml:trace contextRef="#ctx0" brushRef="#br0" timeOffset="67736.14">24770 16668 126 0,'0'0'1411'0,"0"0"-1143"15,0 0-205-15,0 0-18 16,0 0 42-16,0 0-58 16,143 31-29-16,-87-26-47 0,-14 0-232 15,-7-2-629-15</inkml:trace>
  <inkml:trace contextRef="#ctx0" brushRef="#br0" timeOffset="67966.82">25434 16637 1277 0,'0'0'783'0,"0"0"-568"16,0 0-64-16,0 0-71 15,0 0-62-15,138-32 3 0,-97 32-21 16,7 0-59-16,-9 0-190 16,-8 0-423-16</inkml:trace>
  <inkml:trace contextRef="#ctx0" brushRef="#br0" timeOffset="69308.02">25927 16736 1152 0,'0'0'368'0,"0"0"-149"16,0 0-30-16,0 0-36 15,0 0-4-15,0 0-45 16,0 0-9-16,98-42-83 16,-60 11-1-16,4 1-22 0,0-5-21 15,-3-2-39-15,-10 1 19 16,-12 5-36-16,-8-1 13 16,-9 6-6-16,0-1 24 15,-26 8 47-15,-11 7 20 16,-2 11 5-16,-11 1 46 15,4 13-32-15,1 22 57 16,9 7-18-16,15 8-20 16,7 4 18-16,14-3-37 15,6-5 8-15,31-7 2 16,7-8-33-16,12-11 53 16,2-8-59-16,4-6-29 15,-2-6-6-15,-4 0-106 0,7-20-59 16,-19-3-156-1,-13-1-421-15</inkml:trace>
  <inkml:trace contextRef="#ctx0" brushRef="#br0" timeOffset="69694.89">26458 15862 1642 0,'0'0'331'0,"0"0"-192"15,0 0-89-15,0 0-49 0,0 0 54 16,0 0-9-16,-39 119-10 16,39-78-20-16,0-7 2 15,0-6-20-15,10-10 2 16,5-10 0-16,3-8-20 15,4 0 5-15,-6-6-31 16,2-20-28-16,-5-6-69 16,-2-2 44-16,-6-2 11 15,-1 10 88-15,-4 6 23 16,5 10 126-16,-5 10-3 16,0 0-81-16,0 32-54 15,0 14 27-15,0 18-31 16,0 10 1-16,0 6-16 0,8 15-42 15,3-19-257-15,1-20-497 16</inkml:trace>
  <inkml:trace contextRef="#ctx0" brushRef="#br0" timeOffset="69910.65">26821 16575 1774 0,'0'0'506'0,"0"0"-373"16,0 0-66-16,0 0-25 15,0 0 47-15,0 0-73 0,0 0-2 16,144-23-14 0,-105 12-129-16,-6-1-41 0,-4-9-108 15,-9 2-124-15,-6 1-452 0</inkml:trace>
  <inkml:trace contextRef="#ctx0" brushRef="#br0" timeOffset="70060.39">27028 16309 910 0,'0'0'752'16,"0"0"-512"-16,-53 106-135 16,33-47-4-16,-3 7-43 15,10-5-21-15,11-3-11 0,2-8-26 16,17-1-87-16,12-16-190 15,2-10-375-15</inkml:trace>
  <inkml:trace contextRef="#ctx0" brushRef="#br0" timeOffset="70272.69">27336 16337 1575 0,'0'0'405'15,"0"0"-291"-15,0 0-9 16,0 0-22-16,-114 122 8 16,108-73-12-16,6 2-64 15,2 0 25-15,25-5-40 16,13-7-18-16,4-8-47 0,28-8-134 16,-14-10-137-16,-1-10-405 15</inkml:trace>
  <inkml:trace contextRef="#ctx0" brushRef="#br0" timeOffset="70505.02">28036 16595 1335 0,'0'0'720'0,"0"0"-531"0,0 0-1 16,0 0-65-16,0 0-107 16,0 0 29-16,138 0-45 15,-101 0-17-15,-3 0-124 16,-16 10-188-16,-9 4-347 0</inkml:trace>
  <inkml:trace contextRef="#ctx0" brushRef="#br0" timeOffset="70646.55">27978 16753 1778 0,'0'0'321'16,"0"0"-220"-16,0 0-83 15,0 0 34-15,0 0 39 0,0 0-91 16,167 12-72 0,-118-7-256-16,-5-5-620 0</inkml:trace>
  <inkml:trace contextRef="#ctx0" brushRef="#br0" timeOffset="71338.98">28760 16808 1287 0,'0'0'585'0,"0"0"-365"16,0 0 62-16,0 0-86 15,0 0-141-15,122-34 17 16,-54 25-64-16,3 6-7 15,0 1-2-15,-1 0-1 16,3-3-123-16,-17 1-208 16,-14-1-530-16</inkml:trace>
  <inkml:trace contextRef="#ctx0" brushRef="#br0" timeOffset="71733.66">29509 16744 970 0,'0'0'996'0,"0"0"-836"15,0 0-82-15,0 0 37 16,0 0-93-16,116-64 9 16,-64 29-31-16,-6 0-25 15,-3-4-10-15,-12 1-66 16,-14 0 1-16,-12 5 16 15,-5 2-37-15,-13 4 118 16,-25 8 3-16,-7 9 45 16,-7 10 103-16,0 0-49 0,2 22 12 15,6 20 7-15,8 8-55 16,12 13 29-16,10-2-31 16,14-2-21-16,2-5 35 15,27-8-68-15,16-7 8 16,6-8-8-16,9-13-7 15,6-2 0-15,-4-9-53 16,5-7-89-16,14 0-91 16,-11-19-299-16,-14 1-480 0</inkml:trace>
  <inkml:trace contextRef="#ctx0" brushRef="#br0" timeOffset="74108.23">30234 15783 1109 0,'0'0'567'16,"0"0"-388"-16,0 0 9 15,0 0 74-15,0 0-57 0,0 0-107 16,0 0-6-16,0-18-77 15,0 11 30-15,0-7-27 16,0-9-18-16,4 0 0 16,7-9-16-16,-6 0-62 15,4 3 51-15,-7-3-55 16,2 6 24-16,-2 3 45 16,3 10 3-16,-5 4 10 15,0 6 0-15,0 3 4 16,0 0-20-16,0 21-27 15,-9 18 43-15,-2 7-12 16,2 6 25-16,-2 3-35 16,0 0 22-16,-3 7-172 0,1-14-106 15,1-12-431-15</inkml:trace>
  <inkml:trace contextRef="#ctx0" brushRef="#br0" timeOffset="74273.89">29914 15994 1060 0,'0'0'882'16,"0"0"-750"-16,0 0-15 15,119-14 42-15,-59 4-85 16,10-1-45-16,1 6-29 16,9 3-11-16,-17 2-195 15,-13 0-393-15</inkml:trace>
  <inkml:trace contextRef="#ctx0" brushRef="#br0" timeOffset="74760.73">30142 16138 1363 0,'0'0'233'16,"0"0"-190"-16,0 0-3 16,0 0 3-16,0 0-13 0,134-58 35 15,-118 58-53 1,-8 4-5-16,-8 20 62 0,0 13 54 16,-8 4-22-16,-21 3-11 15,0 0-35-15,0-7 46 16,6-14-37-16,10-11-48 15,9-7 31-15,4-5-46 16,0 0 31-16,13-8 2 16,9-19-34-16,12-6-89 15,-3-8 16-15,-2-1-31 16,-7 4 54-16,-4 7-21 16,-9 8 71-16,-2 11 2 15,-7 8 60-15,0 4 28 16,0 8-80-16,0 20-2 0,0 9 70 15,0 6-69-15,0 5 15 16,0-2-20-16,13-3 10 16,9-5-28-16,5-5-38 15,25-4-137-15,-8-12-336 16,-2-6-956-16</inkml:trace>
  <inkml:trace contextRef="#ctx0" brushRef="#br0" timeOffset="74979.18">30649 16547 713 0,'0'0'1336'0,"0"0"-1077"0,0 0-114 15,0 0-48-15,0 0-26 16,0 0-2-16,115-12-62 15,-57 6 0-15,2 0-7 16,-6 3-107-16,-7 3-55 16,-1-5-110-16,-10 3-244 15,-14-3-309-15</inkml:trace>
  <inkml:trace contextRef="#ctx0" brushRef="#br0" timeOffset="75167.73">30965 16339 1840 0,'0'0'274'16,"0"0"-185"-16,0 0 36 15,-92 140-67-15,68-82 31 16,4 4-59-16,11-2-17 16,4-3-26-16,5-11-48 15,23 0-111-15,8-14-107 16,0-14-486-16</inkml:trace>
  <inkml:trace contextRef="#ctx0" brushRef="#br0" timeOffset="75413.65">31694 16307 990 0,'0'0'115'16,"0"0"550"-16,0 0-540 15,-134-24-63-15,80 41 124 16,5 26-16-16,7 11-54 16,11 6-20-16,17 3-17 15,14 0 18-15,0-5-60 16,34-4-37-16,13-5 24 16,4-3-24-16,12-12-29 15,24-2-103-15,-16-10-198 16,-11-12-165-16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2-10T06:57:32.641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1618 5511 345 0,'0'0'59'0,"0"0"427"16,0 0-210-16,0 0-154 16,0 0-37-16,0 0-41 15,13 0 56-15,-13-3-7 16,0 3-5-16,0-2 4 15,0 2-40-15,0-2 8 16,0 2 9-16,-2 0-41 0,2 0 30 16,-2 0-11-16,2 0-24 15,0-2 33-15,0 2-27 16,-2 0 21-16,2 0 11 16,-3 0-40-16,3 0 34 15,0 0-33-15,0 0-22 16,0 0 24-16,0 0-24 15,-2 12-1-15,0 20 0 16,-3 17 2-16,-3 15 4 16,-1 10-5-16,-3 4 0 0,1-3 5 15,0-6-4 1,2-8-1-16,3-7 0 0,3-13 14 16,3-7-34-16,0-8-48 15,0-13-123-15,5-13-26 16,1-13-119-16,1-10-260 0</inkml:trace>
  <inkml:trace contextRef="#ctx0" brushRef="#br0" timeOffset="902.67">1569 5514 385 0,'0'0'322'15,"0"0"376"-15,0 0-531 16,0 0-75-16,0 0 7 15,140-35-16-15,-111 72-14 0,-4 11 29 16,-7 10-25-16,-9 11-23 16,-9 3 33-16,-3 2-56 15,-26 1 32-15,-8-6-23 16,-8-4-35-16,-4-10 42 16,-2-8-41-16,3-13 4 15,4-10 9-15,4-14-14 16,11-10 24-16,11-6-25 15,16-28 9-15,2-14-14 16,38-10 5-16,20-6 0 16,20 4-12-16,11 7 21 15,5 11-9-15,-3 12 0 16,-7 10 0-16,-10 10 11 0,-13 8 23 16,-15 2-16-16,-15 10 5 15,-15 16-22-15,-16 10 75 16,0 10-59-16,-22 5-17 15,-14-2 40-15,1-1-34 16,1-9-6-16,7-11 1 16,7-12 16-16,11-12-19 15,9-4 2-15,0-18-28 16,19-19-36-16,12-4-72 16,4-1 46-16,-4 12 32 15,-8 11 33-15,-10 15 10 16,-7 4 14-16,-3 12 1 15,-3 18 15-15,0 2 28 0,0 5 23 16,0-7-11 0,0-6-49-16,13-8 31 0,7-10-26 15,9-6-11-15,10-6 40 16,7-25-40-16,3-10 0 16,0-10-14-16,-4-5-39 15,-5-6 44-15,-7-1-27 16,-8 5-4-16,-9 12 34 15,-8 14 5-15,-8 18 1 16,0 14 18-16,0 9-12 16,0 28-6-16,-11 16 0 15,-2 12 10-15,0 9 34 16,1 2-33-16,3-2 10 16,5-7-21-16,4-4 19 0,0-13-25 15,0-8 6-15,0-14-76 16,0-8-11-16,2-14-57 15,-2-6-41-15,0-1 43 16,0-28-199-16,-8-15-16 16,0-10 181-16,8-6 72 15,0 0 104-15,8 5 73 16,13 11 218-16,6 10 23 16,4 7-27-16,5 5-72 15,4 3-126-15,2 5-48 16,0 2-13-16,-1 8-28 15,-8 2-7-15,-1 2-153 16,-12 0-196-16,-9 4-359 0</inkml:trace>
  <inkml:trace contextRef="#ctx0" brushRef="#br0" timeOffset="1321.5">2168 5406 646 0,'0'0'644'16,"0"0"-442"-16,0 0 69 16,0 0-84-16,0 0-43 15,0 0-1-15,-140 15-58 16,115 22 0-16,9 5-26 15,12 4-45-15,4-4 32 16,10-1-45-16,19-7 0 16,11-8-1-16,6-3-30 0,28-2-47 15,-12-5-166-15,-10-7-242 16</inkml:trace>
  <inkml:trace contextRef="#ctx0" brushRef="#br0" timeOffset="1485.15">1930 6699 2074 0,'0'0'0'0,"0"0"-28"16,0 0-62-16,0 0 0 15,0 0 15-15,0 0 33 0,113-50-516 16</inkml:trace>
  <inkml:trace contextRef="#ctx0" brushRef="#br0" timeOffset="23934.36">3417 5757 352 0,'0'0'91'0,"0"0"-84"16,0 0 281-16,0 0 78 15,0 0-159-15,0 0-26 16,22-2-31-16,-20-3-33 16,-2 4 51-16,0-1-38 0,0 0-43 15,0-2 21-15,0 1-34 16,0 3 18-16,0 0-18 16,0-3-37-16,0 3 35 15,0 0-66-15,0 0 3 16,0 0 11-16,0 0-6 15,0 0-13-15,0 3-1 16,0 20-1-16,0 12-10 16,0 14 17-16,-7 9-6 15,1 2 2-15,2-3 14 0,4-7-12 16,0-10-4 0,0-8 0-16,6-8-11 0,10-10 11 15,6-10-13-15,5-4-4 16,6-8-51-16,5-20 11 15,0-12-76-15,-2-6-39 16,-7-7 35-16,-4-1 29 16,-8-1 54-16,-5 9 45 15,-6 3 9-15,-4 11 41 16,-2 10 53-16,0 10 45 16,0 8 70-16,0 4-110 15,0 0-45-15,0 16-54 16,0 18 21-16,-2 14 8 15,-4 13-20-15,0 6 0 16,6 4-4-16,0-3-5 0,0-3-35 16,16 4-165-1,3-17-273-15,-4-18-387 0</inkml:trace>
  <inkml:trace contextRef="#ctx0" brushRef="#br0" timeOffset="24162.97">4076 5958 1817 0,'0'0'306'15,"0"0"-254"1,0 0-2-16,0 0-50 0,0 0 0 15,0 0-4-15,141 27 4 16,-89-17-94-16,-12 1-211 16,-9-3-550-16</inkml:trace>
  <inkml:trace contextRef="#ctx0" brushRef="#br0" timeOffset="24335.19">4148 6133 1106 0,'0'0'937'0,"0"0"-831"16,0 0-105-16,0 0 23 15,0 0-24-15,127 3-1 0,-60-3-82 16,-9 2-258-16,-9-2-387 16</inkml:trace>
  <inkml:trace contextRef="#ctx0" brushRef="#br0" timeOffset="24786.87">4721 6016 788 0,'0'0'1071'16,"0"0"-894"-16,0 0-149 15,0 0 25-15,0 0-29 16,0 0 32-16,0 0 44 16,142-26-85-16,-92 6 7 15,-4-3-22-15,-1-3 11 16,-5-2-25-16,-9 2 14 16,-8-2-19-16,-13 2 12 15,-10 4-44-15,0 1 19 16,-8 1 17-16,-19 8 15 15,-4 7-1-15,-3 5 1 16,-3 0 0-16,3 14-11 16,3 9 32-16,4 10-21 0,9 3 31 15,5 4-15 1,9 2 66-16,4 3-39 0,0-5-18 16,15-3 20-16,14-5-44 15,9-8 27-15,7-7-28 16,5-11 14-16,6-6-30 15,0 0-18-15,-4-2-89 16,-2-24-51-16,-11 4-316 16,-12 0-645-16</inkml:trace>
  <inkml:trace contextRef="#ctx0" brushRef="#br0" timeOffset="25338.71">5131 5456 1023 0,'0'0'693'15,"0"0"-510"-15,0 0-89 16,0 0-68-16,0 0 47 16,0 0-39-16,0 0-27 15,49-10 38-15,-36 38-32 0,1 6 30 16,-5 6 38-16,-5 0-59 16,-4 3 42-16,0-8-37 15,0-2-26-15,0-11 24 16,-2-5-17-16,0-8-8 15,2-6 0-15,0-3 12 16,0 0 3-16,0-17-15 16,11-19-94-16,3-12-7 15,3-10-121-15,-1-3-27 16,-3 7 98-16,-7 16 131 16,2 14 20-16,-8 16 95 15,0 8-5-15,0 8 22 16,-10 22 71-16,-1 8-18 0,3 5-40 15,0 5-72 1,8-4 33-16,0-4-74 0,8-5-11 16,11-5 10-16,6-5-2 15,6-5-18-15,7-6-43 16,20-4-141-16,-9-5-23 16,-7-5-261-16</inkml:trace>
  <inkml:trace contextRef="#ctx0" brushRef="#br0" timeOffset="25580.48">5575 5958 1707 0,'0'0'363'0,"0"0"-202"16,0 0-112-16,0 0-38 15,0 0 59-15,0 0-61 16,0 0 3-16,138-21-11 16,-105 19 17-16,0 2-36 15,2 0 18-15,-2 0-133 16,9 0-57-16,-11 0-147 16,-4-3-392-16</inkml:trace>
  <inkml:trace contextRef="#ctx0" brushRef="#br0" timeOffset="25823.44">5909 5709 1250 0,'0'0'859'16,"0"0"-644"-16,0 0-172 15,0 0 14-15,0 0-14 16,0 0 12-16,-51 102 21 15,38-52-69-15,1 5 8 16,3 3-15-16,1 0-48 16,0-4-7-16,6-8-101 15,2-7-36-15,0-14-35 16,8-9-320-16,5-11-638 0</inkml:trace>
  <inkml:trace contextRef="#ctx0" brushRef="#br0" timeOffset="26091.34">6080 5923 1277 0,'0'0'408'16,"0"0"-249"-16,0 0 24 15,39-122-14-15,-30 86-19 16,-1 2-6-16,-3 3-60 16,-1 8-45-16,1 7 62 15,-5 5-59-15,0 10 12 16,0 1-26-16,0 0-20 15,0 22-16-15,0 14-1 0,-5 12 9 16,-4 8 21 0,3 8-21-16,-1 2 0 0,7 0-1 15,0-3-106-15,0 7-96 16,0-19-294-16,0-13-872 0</inkml:trace>
  <inkml:trace contextRef="#ctx0" brushRef="#br0" timeOffset="35658.18">6734 5925 1144 0,'0'0'242'16,"0"0"-81"-16,0 0-24 0,0 0-6 15,0 0 87-15,0 0-85 16,-27-12-3-16,27 12-34 15,0 0-48-15,0 0 44 16,0 0-42-16,0 0-23 16,0 0 18-16,0 0-44 15,0 0 11-15,0 0-12 16,15 0 6-16,16 0 5 16,10 0-11-16,8 3 2 15,4-3 15-15,3 0-17 16,-2 0-1-16,-3 0-62 15,-4 0-106-15,-5 0-40 16,-13 0-266-16,-13 0-274 0</inkml:trace>
  <inkml:trace contextRef="#ctx0" brushRef="#br0" timeOffset="35896.84">6696 6066 1470 0,'0'0'394'16,"0"0"-233"-16,0 0-129 16,0 0 49-16,0 0 7 15,121-42-34-15,-71 35 15 16,8 6-69-16,3-1-12 0,-1 2-26 15,14 0-151-15,-19 0-161 16,-10-3-390-16</inkml:trace>
  <inkml:trace contextRef="#ctx0" brushRef="#br0" timeOffset="36106.48">7324 5649 1235 0,'0'0'637'16,"0"0"-503"-16,0 0-119 0,0 0 44 16,0 0 12-16,45 116-12 15,-45-58 36-15,0 5-69 16,-11 6-5-16,-9 0-21 16,0-6-49-16,5 6-29 15,5-19-135-15,8-16-307 0</inkml:trace>
  <inkml:trace contextRef="#ctx0" brushRef="#br0" timeOffset="36846.18">7806 5767 1631 0,'0'0'286'0,"0"0"-174"15,0 0-87-15,-123 64 2 16,90-21 88-16,6 3-55 16,12-3-23-16,13-2-7 15,2-7-21-15,4-12-18 16,20-8 0-16,8-14-40 16,4 0 42-16,3-22-85 15,-1-14-57-15,-5-10-97 16,-6-11-66-16,-6-5 60 15,-13-8 91-15,-1-4 121 16,-7 1 40-16,0 10 95 16,0 14 206-16,-2 19 76 0,-7 24-68 15,0 6-154 1,3 36-127-16,-8 23 18 0,3 13 68 16,-1 10-28-16,10-1-8 15,2-6-20-15,0-7-52 16,16-10 19-16,7-11-25 15,6-12-18-15,-1-12 8 16,6-12-45-16,0-11-2 16,-3 0-7-16,-4-22-34 15,-6-14 52-15,-5-3-20 16,-9-4 29-16,-7 8 29 16,0 11 16-16,0 11 69 0,0 13 32 15,-11 6-98 1,-1 25 26-16,4 8 0 0,3 5 9 15,5-1 22-15,0-7-66 16,7-4 9-16,13-13-11 16,7-4-10-16,2-15 3 15,2 0-41-15,0-15-47 16,-2-20-27-16,-3-7-82 16,-5-9 2-16,-5-2 57 15,-8-2 35-15,1 6 110 16,-5 14 15-16,2 12 144 15,-4 18 115-15,-2 5-175 16,0 16-62-16,0 22 8 16,0 8-10-16,0 9 33 15,0 3-68-15,4-2 0 0,5-3-8 16,11 0-109 0,-3-13-117-16,2-17-260 0</inkml:trace>
  <inkml:trace contextRef="#ctx0" brushRef="#br0" timeOffset="37060.34">8649 5921 810 0,'0'0'1245'0,"0"0"-988"16,0 0-161-16,0 0-42 0,0 0-53 15,0 0 32-15,0 0-30 16,73-8 10-16,-38 20-26 16,4 4-67-16,-6 6-144 15,-6-4-96-15,-12-2-582 0</inkml:trace>
  <inkml:trace contextRef="#ctx0" brushRef="#br0" timeOffset="37213.18">8691 6125 1877 0,'0'0'520'16,"0"0"-489"-16,0 0-19 15,0 0-12-15,0 0-69 16,136-28 22-16,-109 25-210 0,-10-1-583 16</inkml:trace>
  <inkml:trace contextRef="#ctx0" brushRef="#br0" timeOffset="38651.99">9220 6075 108 0,'0'0'1543'16,"0"0"-1300"-16,0 0-212 15,0 0 10-15,0 0-10 16,0 0 65-16,122-43-7 16,-68 8-79-16,3-4 24 15,1-6-34-15,-11 3-28 16,-5-1 7-16,-15 6-72 15,-18 3-22-15,-9 3 44 16,-20 9-25-16,-23 7 95 0,-7 11 1 16,-8 4 24-16,0 10 72 15,4 21-3-15,12 8 8 16,13 7-19-16,15 4-45 16,14-4 55-16,4 0-54 15,37-7-9-15,13-7 2 16,13-8-31-16,8-8-18 15,30-13-78-15,-18-3-135 16,-16 0-262-16</inkml:trace>
  <inkml:trace contextRef="#ctx0" brushRef="#br0" timeOffset="39238.42">9585 5305 1273 0,'0'0'321'16,"0"0"-86"-16,0 0-96 0,0 0-25 15,0 0-33 1,0 0-32-16,0 0 4 0,71-77-53 16,-40 77 0-16,3 1-1 15,-1 26 14-15,-4 8-10 16,-6 11-3-16,-7 5 1 15,-8 2 55-15,-8-2-44 16,0-5 7-16,0-8-5 16,0-10-1-16,0-10-4 15,0-8-9-15,0-8 0 16,0-2-6-16,0-12 6 16,0-24-22-16,0-16-134 15,9-12 9-15,-5-6-17 0,-4 6 0 16,0 12 164-1,0 17 13-15,0 19 104 0,0 16-7 16,0 0-53-16,2 23-44 16,8 10 130-16,1 7-79 15,5 1-36-15,3-2 18 16,10-2-39-16,5-7-14 16,1-2-1-16,15-2-132 15,-13-8-67-15,-1-6-499 0</inkml:trace>
  <inkml:trace contextRef="#ctx0" brushRef="#br0" timeOffset="40223.95">10408 5874 874 0,'0'0'793'0,"0"0"-478"0,0 0-133 16,0 0-83-1,0 0-62-15,0 0-3 0,0 0-28 16,-150 55-2-16,115-13 26 15,6 1-24-15,8-2 16 16,17-4-22-16,4-9-4 16,2-10-10-16,25-8-24 15,6-10-10-15,9 0 16 16,1-20-114-16,1-14-98 16,8-31-87-16,-19 10-166 15,-6-2-85-15</inkml:trace>
  <inkml:trace contextRef="#ctx0" brushRef="#br0" timeOffset="40409.14">10459 5418 350 0,'0'0'999'0,"0"0"-671"0,0 0-94 15,0 0-104-15,0 0-129 16,0 0 44-16,0 0 29 16,-14 170-36-16,12-81 49 15,2-1-67-15,0 1-3 16,0-6-17-16,0-9-13 15,2-10-50-15,9-11-91 16,7-15-86-16,-2-13-143 16,2-16-460-16</inkml:trace>
  <inkml:trace contextRef="#ctx0" brushRef="#br0" timeOffset="40776.15">10601 5849 973 0,'0'0'290'0,"0"0"-109"15,0 0-71-15,0 0-11 16,0 0-5-16,0 0-36 16,0 0 83-16,85 60-33 15,-83-10-57-15,-2 5 22 16,0-5-56-16,0-4 22 16,0-11-13-16,0-9-12 15,0-9 4-15,0-11-18 16,0-6 0-16,0 0-3 15,14-20 3-15,6-16-67 16,-2-10-34-16,1-10-88 0,-5-1 51 16,1 7 4-1,-5 16 134-15,-6 16 35 0,-2 16 80 16,3 2-64-16,-3 25 31 16,0 10 15-16,2 8 13 15,8-1-72-15,-1 0-32 16,7-5 21-16,6-4-27 15,3-9-19-15,16-9-104 16,-8-6-210-16,-4-9-718 0</inkml:trace>
  <inkml:trace contextRef="#ctx0" brushRef="#br0" timeOffset="44975.43">3138 2627 584 0,'0'0'65'0,"0"0"441"15,0 0-166-15,0 0-193 16,0 0-8-16,0 0 17 15,0 0-25-15,5 2 7 16,-5-2-36-16,0 0-53 16,0 0 28-16,0 0-47 15,0 2 22-15,0-2 13 16,0 0-41-16,0 0 46 16,0 0-27-16,0 0-28 15,0 0 34-15,0 0-47 16,0 0-2-16,0 1 0 15,0 3 10-15,0 8-29 16,0 8 19-16,-3 11 0 0,-1 5-7 16,-1 4 7-16,3-2-6 15,0-4-3-15,0-6-61 16,2-5-5-16,-2-7-136 16,-9-11-70-16,-3-5-59 15,-1 0-365-15</inkml:trace>
  <inkml:trace contextRef="#ctx0" brushRef="#br0" timeOffset="45139.38">2917 2571 1377 0,'0'0'318'0,"0"0"-197"0,0 0 10 16,141-61-41-16,-95 49-56 15,-3 8 9-15,-3 4-43 16,-9 2-18-16,-20 41-127 15,-11-1-124-15,0-1-240 0</inkml:trace>
  <inkml:trace contextRef="#ctx0" brushRef="#br0" timeOffset="45296.38">2875 3006 1515 0,'0'0'365'15,"0"0"-227"-15,0 0-64 16,0 0 41-16,0 0 40 15,121 1-117-15,-73-11-18 0,6-2-20 16,-5 2-87 0,6-7-95-16,-12 5-336 0,-9-3-863 0</inkml:trace>
  <inkml:trace contextRef="#ctx0" brushRef="#br0" timeOffset="45506.82">3301 2643 1448 0,'0'0'796'16,"0"0"-663"-16,0 0-112 16,0 0-3-16,0 0-8 15,0 0-10-15,0 0-13 0,111-4 12 16,-89 18-207-16,-5 1-167 15,-13 4-433-15</inkml:trace>
  <inkml:trace contextRef="#ctx0" brushRef="#br0" timeOffset="45643.17">3281 2875 1453 0,'0'0'376'15,"0"0"-243"-15,0 0-64 16,0 0-62-16,122-18-7 15,-88 15-57-15,-10 0-454 0</inkml:trace>
  <inkml:trace contextRef="#ctx0" brushRef="#br0" timeOffset="46730.24">1185 7782 1020 0,'0'0'382'16,"0"0"-167"-16,0 0-97 16,0 0 43-16,0 0 32 15,0 0-26-15,0 0 9 0,-6-33-60 16,6 33 6-1,0-3-58-15,0 3-41 0,0 0 18 16,0 0-41-16,13 0 0 16,14 0-1-16,6 0 16 15,10 0-21-15,1 3 6 16,3 6-43-16,-3 1-14 16,6 6-179-16,-10-2-99 15,-13-4-338-15</inkml:trace>
  <inkml:trace contextRef="#ctx0" brushRef="#br0" timeOffset="46961.87">1212 7890 1152 0,'0'0'537'0,"0"0"-281"15,0 0-67-15,0 0-132 16,0 0-20-16,0 0-1 16,0 0-30-16,129-50 23 15,-79 49-29-15,-2-2-9 16,4 3-59-16,6-8-211 16,-11 2-233-16,-12-4-539 0</inkml:trace>
  <inkml:trace contextRef="#ctx0" brushRef="#br0" timeOffset="47166.84">1729 7506 1360 0,'0'0'561'16,"0"0"-489"-16,0 0-28 16,0 0-37-16,0 0 2 15,0 0 128-15,79 126-48 16,-79-62-17-16,-10 8-23 15,-15 4-47-15,-4 1-4 16,1-8-50-16,2-1-75 16,7-16-88-16,11-23-351 0</inkml:trace>
  <inkml:trace contextRef="#ctx0" brushRef="#br0" timeOffset="47451.49">2137 7708 1472 0,'0'0'374'0,"0"0"-268"16,0 0-61-16,0 0 16 15,0 0-61-15,0 0 87 16,0 0-19-16,7 124-58 15,-2-75 30-15,1-2-40 16,-2-3 1-16,3-5-6 0,-2-9 5 16,-1-10-1-16,-1-6-86 15,-1-8-112-15,-2-6-36 16,-5-6-61-16,-13-12-783 0</inkml:trace>
  <inkml:trace contextRef="#ctx0" brushRef="#br0" timeOffset="47632.51">1993 7650 1543 0,'0'0'312'16,"0"0"-150"-16,0 0 2 15,0 0-69-15,142-72 11 16,-104 69-69-16,0 3-20 0,-3 7-17 16,-6 21-2-16,-6 12-53 15,-14 13-69-15,-9 14-122 16,-34 30-41-16,-11-14-241 15,-3-13-73-15</inkml:trace>
  <inkml:trace contextRef="#ctx0" brushRef="#br0" timeOffset="47774.45">1930 8257 1086 0,'0'0'549'16,"0"0"-316"-16,0 0-48 16,0 0-53-16,0 0 15 15,0 0-81-15,127 0-59 16,-85-1 3-16,1-3-10 15,-1-1-114-15,12 0-123 0,-10 3-360 16,-6-3-242-16</inkml:trace>
  <inkml:trace contextRef="#ctx0" brushRef="#br0" timeOffset="48029.37">2674 7892 1219 0,'0'0'901'0,"0"0"-644"16,0 0-64-16,0 0-137 15,0 0-50-15,0 0 17 0,0 0-22 16,63-10-2-16,-30 14-4 15,-2 10-126-15,-6 17-35 16,-7-5-143-16,-13-2-271 0</inkml:trace>
  <inkml:trace contextRef="#ctx0" brushRef="#br0" timeOffset="48185.5">2639 8127 1809 0,'0'0'569'0,"0"0"-468"15,0 0-91-15,0 0 20 16,0 0-30-16,160-38-12 16,-86 30-19-16,-16 2-192 0,-7 4-318 15</inkml:trace>
  <inkml:trace contextRef="#ctx0" brushRef="#br0" timeOffset="48788.42">3642 7060 1054 0,'0'0'705'15,"0"0"-583"-15,0 0-86 16,0 0-30-16,-114 99 15 15,87 23 20-15,14 49 89 16,13 19-59-16,0-5 68 16,25-26-77-16,0-48-8 15,-8-25 8-15,-3-24-55 16,-6-9 14-16,-3 3-18 16,-3 4 12-16,-2 0-2 15,-2-12-13-15,-23-8 0 16,-6-8-1-16,-9-9-17 0,-3-9-37 15,-3-7-74-15,-12-7-132 16,11 0-290-16,11 0-868 0</inkml:trace>
  <inkml:trace contextRef="#ctx0" brushRef="#br0" timeOffset="52768.14">4321 7240 876 0,'0'0'326'15,"0"0"-230"-15,0 0 20 16,0 0 66-16,0 0-16 16,0 0 37-16,0 0-53 0,-17-36-79 15,-3 36 11 1,-5 0-55-16,-6 3 19 0,-5 14 10 15,-1 15-43-15,1 1 44 16,5 9-30-16,9 1-27 16,5-6 31-16,11-4-31 15,6-7 0-15,0-6 0 16,14-11-29-16,13-6-12 16,8-3-40-16,5-10-49 15,4-18-65-15,-1-9-137 16,-5-7-21-16,-3-31 44 15,-10 10-33-15</inkml:trace>
  <inkml:trace contextRef="#ctx0" brushRef="#br0" timeOffset="53252.75">4369 6824 801 0,'0'0'562'0,"0"0"-313"16,0 0 57-16,0 0-189 16,0 0-116-16,0 0 9 15,0 0 58-15,-23 120 60 16,19-42-7-16,2 3-70 15,2-6 20-15,0-8-71 16,0-13 12-16,15-14 0 16,3-10-3-16,5-10-9 15,1-9 0-15,2-8-3 16,6-3-16-16,0-3 11 16,1-16-44-16,-6-8 27 15,-6-2-42-15,-5 3 52 0,-7 4 8 16,-7 6 14-16,-2 12 75 15,0 4-75-15,0 1 4 16,0 26-8-16,-2 7-3 16,2 4 35-16,0-2-21 15,0-6 1-15,4-8-2 16,17-10-13-16,3-11-39 16,3-1 29-16,2-5-66 15,-1-21-67-15,-3-4-210 16,-9-7-248-16,-9-4 64 15,-5-3 10-15,-2 2 527 16,0 4 137-16,0 9 443 16,0 12-77-16,0 13-181 0,0 4-163 15,0 16-87 1,0 20-45-16,0 14 24 0,0 8-26 16,-2 6-12-16,-5 2-26 15,-1 12-130-15,0-16-254 16,2-15-542-16</inkml:trace>
  <inkml:trace contextRef="#ctx0" brushRef="#br0" timeOffset="53540.93">3894 7724 1356 0,'0'0'571'0,"0"0"-344"15,0 0-36-15,0 0-71 16,0 0-24-16,0 0-81 16,0 0 29-16,97-74-44 15,-20 74 0-15,27 0-9 16,33 4 18-16,23 10-9 15,3-2 0-15,-30-3-10 16,-35-7 8-16,-8-2-182 16,-30 0-143-16,-9 0-454 0</inkml:trace>
  <inkml:trace contextRef="#ctx0" brushRef="#br0" timeOffset="54189.71">4327 8127 1558 0,'0'0'321'15,"0"0"-234"-15,0 0-59 0,0 0 42 16,0 0-19 0,0 0-20-16,0 0-9 0,-6 60-7 15,4-16 53-15,2 2-49 16,0-3-19-16,0-7 24 15,10-9-23-15,7-10-1 16,4-11 0-16,3-6-14 16,5-11 3-16,7-19-69 15,-1-10-197-15,-6-10-6 16,0 1-76-16,-6-2 188 16,-8 9 171-16,-4 10 52 15,-6 14 242-15,-5 16 3 0,0 2-137 16,0 18-71-1,0 19-25-15,-5 9 13 0,-2 5-22 16,5 4-54-16,2-3 20 16,0-6-21-16,0-14-146 15,14-10-161-15,-1-16-656 0</inkml:trace>
  <inkml:trace contextRef="#ctx0" brushRef="#br0" timeOffset="54540.94">4718 7886 1224 0,'0'0'519'15,"0"0"-358"-15,0 0-15 16,0 0-106-16,0 0 63 15,0 0-28-15,0 0-23 16,-13-30-40-16,34 27-12 16,6 3-15-16,-2 0 3 15,0 7 2-15,-9 19 10 16,-9 11 0-16,-7 5 0 16,-5 6 37-16,-15-4-23 15,-3-4 6-15,4-13 12 16,5-8-22-16,10-9 12 15,4-6-22-15,0-4-41 16,22 0 29-16,22-14-53 16,-3-5-173-16,-5-1-500 0</inkml:trace>
  <inkml:trace contextRef="#ctx0" brushRef="#br0" timeOffset="54974.48">5336 7521 1322 0,'0'0'628'0,"0"0"-461"15,0 0-10-15,0 0-45 16,0 0 4-16,0 0-48 0,0 0-67 16,25-5 38-16,1 5-39 15,5 0 0-15,6 8-7 16,-4 0-38-16,-2 1-75 16,-8 10-105-16,-8-5-302 15,-13-2-637-15</inkml:trace>
  <inkml:trace contextRef="#ctx0" brushRef="#br0" timeOffset="55143.4">5227 7853 1758 0,'0'0'265'16,"0"0"-199"-16,0 0-43 0,114 0 14 15,-68-3-35-15,3-3-4 16,18 2-17-16,-15 3-189 15,-8 1-575-15</inkml:trace>
  <inkml:trace contextRef="#ctx0" brushRef="#br0" timeOffset="56296.41">6065 7668 1375 0,'0'0'377'16,"0"0"-98"-16,0 0-86 16,0 0-13-16,0 0-6 15,0 0-96-15,0 0-17 16,7-4-61-16,15 4 9 0,5 0 3 15,4 2-12-15,7 3-14 16,0 2 13-16,15-3-144 16,-3 0-144-16,-10-4-344 0</inkml:trace>
  <inkml:trace contextRef="#ctx0" brushRef="#br0" timeOffset="56648.32">6751 7353 778 0,'0'0'110'0,"0"0"-92"15,0 0-18-15,50-142-56 16,-37 92 56-16,-2 2 10 15,-2 1 23-15,-5 5 32 16,4 10-2-16,-4 7 219 16,-4 11-6-16,2 9-31 15,-2 5-56-15,0 0-141 16,0 10-47-16,0 20 13 16,0 16 20-16,0 12 8 15,0 9-41-15,0 3-1 0,0 3 8 16,0-4-8-1,2 15-85-15,3-18-114 0,-3-13-307 0</inkml:trace>
  <inkml:trace contextRef="#ctx0" brushRef="#br0" timeOffset="56828.64">6629 7691 1260 0,'0'0'650'0,"0"0"-550"16,0 0-5-16,0 0-45 16,163-14-34-16,-101 5 54 15,3 5-63-15,4 0 0 16,11 4-7-16,-13 0-216 0,-20 0-445 16</inkml:trace>
  <inkml:trace contextRef="#ctx0" brushRef="#br0" timeOffset="57150.24">6759 7983 1605 0,'0'0'386'0,"0"0"-239"15,0 0-47-15,0 0 17 0,0 0-43 16,0 0 9 0,0 0-56-16,-6-11 3 0,2 46-30 15,0 7 0-15,2 2 13 16,2-1-2-16,0-9-11 16,0-7 0-16,10-9 0 15,11-7-12-15,1-11-22 16,5 0-76-16,0-15-80 15,4-31-119-15,-7 5-316 16,-6-2-176-16</inkml:trace>
  <inkml:trace contextRef="#ctx0" brushRef="#br0" timeOffset="57272.55">6952 7974 992 0,'0'0'687'16,"0"0"-393"-16,0 0-200 16,0 0-16-16,0 0 18 15,-27 141-22-15,21-85 31 0,2 2-90 16,4 1-15-16,0-10-18 15,6-4-175-15,12-17-121 16,2-12-369-16</inkml:trace>
  <inkml:trace contextRef="#ctx0" brushRef="#br0" timeOffset="57624.05">7369 7678 1079 0,'0'0'528'0,"0"0"-443"16,0 0-39-16,0 0-19 16,0 0-17-16,113 2 43 0,-76 1-43 15,-4 3-10-15,5-6-37 16,-11 0-308-16,-5 0-444 0</inkml:trace>
  <inkml:trace contextRef="#ctx0" brushRef="#br0" timeOffset="57835.81">7592 7429 1001 0,'0'0'750'15,"0"0"-664"-15,0 0-77 16,-42 121 50-16,26-65 5 16,3 8 9-16,1 1-13 0,10-2-58 15,2-5-4-15,2 2-91 16,14-15-178-16,7-17-267 16</inkml:trace>
  <inkml:trace contextRef="#ctx0" brushRef="#br0" timeOffset="58052.87">7935 7481 1460 0,'0'0'217'15,"0"0"-150"-15,0 0 4 0,-109 133 93 16,101-81-52-16,8 0-31 15,4-2-2-15,23-2-78 16,6-6 2-16,9-5-3 16,18-7-136-16,-4-12-112 15,-12-8-387-15</inkml:trace>
  <inkml:trace contextRef="#ctx0" brushRef="#br0" timeOffset="58608.63">8568 7654 1545 0,'0'0'511'0,"0"0"-360"16,0 0-21-16,0 0-16 16,0 0-92-16,0 0 23 15,0 0-17-15,103-26-9 0,-61 26-13 16,-4 12-6-16,-5 5-96 16,-4 6-39-16,-15 7-115 15,-12-5-88-15,-2-4-272 0</inkml:trace>
  <inkml:trace contextRef="#ctx0" brushRef="#br0" timeOffset="58772.47">8483 7882 1332 0,'0'0'642'0,"0"0"-513"16,0 0-70-16,0 0-58 15,0 0 16-15,121 8-17 16,-76-3-4-16,15-3-64 0,-14 0-260 15,-1-2-834-15</inkml:trace>
  <inkml:trace contextRef="#ctx0" brushRef="#br0" timeOffset="58990.44">9141 7793 1681 0,'0'0'654'16,"0"0"-475"-16,0 0-156 16,0 0-10-16,0 0-23 0,116 0 10 15,-60 0-48-15,-12 2-103 16,-1 1-423-16</inkml:trace>
  <inkml:trace contextRef="#ctx0" brushRef="#br0" timeOffset="59592.51">10385 7425 527 0,'0'0'340'15,"0"0"-107"-15,27-122-33 16,-18 62 36-16,-2-5-27 16,-3 2-9-16,3 2 40 15,-3 7-63-15,-2 12-33 16,-2 14-37-16,0 10-59 15,0 12 34-15,5 6-82 0,-5 0-15 16,2 24 7 0,2 20-17-16,-1 34 25 0,4 4 0 15,-7 13-17-15,0 4 8 16,0-16-148-16,0 35-72 16,-10-25-98-16,-1-21-436 0</inkml:trace>
  <inkml:trace contextRef="#ctx0" brushRef="#br0" timeOffset="60010.09">9870 7860 570 0,'0'0'1097'16,"0"0"-756"-16,0 0-74 15,0 0-137-15,0 0-84 16,0 0 25-16,0 0-70 15,116-30 21-15,-47 30-7 16,34 0 1-16,26 0 10 0,34 0-23 16,4 2 9-16,-29-2-1 15,-33 0-10-15,-36 0-1 16,-9 0 0-16,11 0 3 16,3 0-12-16,2 0-90 15,-20 0-87-15,-19 0 41 16,-14 10-116-16,-19-2-509 0</inkml:trace>
  <inkml:trace contextRef="#ctx0" brushRef="#br0" timeOffset="60579.01">9808 8476 743 0,'0'0'834'0,"0"0"-648"0,0 0-102 15,0 0-26-15,0 0 113 16,0 0-17-16,0 0-61 15,58-20-19-15,-23 0-74 16,5-4 0-16,-3-2 1 16,-8 0 14-16,-10 2-30 15,-9 2 3-15,-10 4-47 16,0 4 38-16,-14 4-29 0,-13 8 47 16,-9 2-18-1,3 5 36-15,-7 21-15 0,11 9 21 16,2 5-1-16,13 4 56 15,12 1-55-15,2-2 7 16,16-3-12-16,13-8 1 16,11-6-34-16,5-10-20 15,-1-10-78-15,23-6-52 16,-15-20-395-16,-15-2-843 0</inkml:trace>
  <inkml:trace contextRef="#ctx0" brushRef="#br0" timeOffset="60980.4">10122 8104 316 0,'0'0'978'0,"0"0"-756"16,0 0-160-16,0 0 37 15,0 0-26-15,0 0 9 16,0 0 48-16,74 32-61 15,-68 7 4-15,-6 3 4 16,0 1-68-16,0-7 41 16,0-7-50-16,0-8 1 15,0-11-3-15,0-8 14 16,0-2-12-16,11-4 0 16,3-22-13-16,1-9-17 15,1-6-145-15,-7-10-11 0,-3 1 78 16,-6 2-33-1,0 10 141-15,0 14 46 0,0 12 148 16,0 12 8-16,0 2-158 16,0 22-4-16,0 8 68 15,0 5-74-15,8 4 16 16,11 1-43-16,4-2-7 16,19 1-41-16,-4-11-164 15,-4-11-319-15</inkml:trace>
  <inkml:trace contextRef="#ctx0" brushRef="#br0" timeOffset="61160.2">10516 8346 1232 0,'0'0'752'15,"0"0"-632"-15,0 0-104 16,0 0-10-16,0 0-6 15,139 0 0-15,-92 0 13 16,20 0-13-16,-11 0-104 16,-10-2-250-16</inkml:trace>
  <inkml:trace contextRef="#ctx0" brushRef="#br0" timeOffset="61362.13">10817 8136 631 0,'0'0'1316'16,"0"0"-1172"-16,0 0-91 15,0 0-53-15,-58 146 0 16,50-92 18-16,1 2-17 16,5 0 4-16,2-2-5 15,2 2-213-15,13-16-149 16,6-11-378-16</inkml:trace>
  <inkml:trace contextRef="#ctx0" brushRef="#br0" timeOffset="61558.25">11031 8365 309 0,'0'0'978'0,"0"0"-695"16,43-113-98-16,-32 78 7 0,-7 13 4 15,1 12 149-15,-5 8-137 16,0 2-148-16,0 6-52 15,0 22-1-15,-5 11-7 16,-3 11 0-16,1 4 9 16,3 4-36-16,0 16-41 15,4-14-221-15,-6-14-236 0</inkml:trace>
  <inkml:trace contextRef="#ctx0" brushRef="#br0" timeOffset="62362.9">11647 7749 662 0,'0'0'1210'0,"0"0"-826"15,0 0-190-15,0 0-133 16,0 0 6-16,0 0-11 16,0 0-50-16,53 0 45 15,-14 0-49-15,5 0-1 16,3 3-2-16,-3-3 1 16,-1 0-45-16,-5 0-109 15,-3 0-138-15,-8-3-71 16,-12-6-567-16</inkml:trace>
  <inkml:trace contextRef="#ctx0" brushRef="#br0" timeOffset="62569.08">11849 7543 1088 0,'0'0'739'0,"0"0"-567"15,0 0-108-15,-48 125 14 16,32-69-48-16,3 4-29 16,1 0 26-16,8 0-27 15,4 1-135-15,0-18-161 16,0-14-679-16</inkml:trace>
  <inkml:trace contextRef="#ctx0" brushRef="#br0" timeOffset="62903.56">12570 7539 1249 0,'0'0'328'0,"0"0"-96"16,0 0-126-16,-141-40-13 15,84 40 30-15,1 18-39 0,4 22 64 16,17 11-75-16,10 9 1 16,14 1 17-16,11 3-79 15,9-4 20-15,22-6-24 16,11-7 13-16,14-7-42 15,4-9-27-15,25-13-203 16,-12-10-49-16,-10-8-487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2-10T06:59:17.743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6968 11078 205 0,'0'0'201'15,"0"0"652"1,0 0-618-16,0 0-127 0,0 0 36 15,0 0 52-15,0 0-95 16,0 0 30-16,5 0-32 16,-5 0-65-16,2 0 46 15,-2 0-35-15,0 0-5 16,0 0 33-16,0 0-44 16,0 0 25-16,0 0-6 15,0 0-48-15,0 0 47 16,0 0-47-16,0 0 0 15,0 0-6-15,0 0 23 16,0 0-17-16,0 0 0 16,0 0 10-16,0 0-4 15,0 0-4-15,0 0-2 0,0 0 28 16,0 0-19-16,0 0 9 16,0 0-18-16,0 0 1 15,0 0-26-15,-7-3 25 16,7-3-22-16,-3 1 21 15,1 2-46-15,2-1 40 16,-2 2-11-16,2 2 18 16,-2 0-19-16,2 0 19 15,0 0 0-15,0 0-5 16,0 0 29-16,0 0-18 16,0 0-6-16,0 0 1 15,0 0 10-15,0 0-5 16,0 0-6-16,0 0 13 0,0 0 4 15,0 0 1-15,0 0-18 16,2 0 0-16,18 0 18 16,14 0-11-16,5 2 11 15,9 5-18-15,1 2 24 16,-3 1-45-16,4 3 21 16,12-2-101-16,-13-1-124 15,-9-5-399-15</inkml:trace>
  <inkml:trace contextRef="#ctx0" brushRef="#br0" timeOffset="400.6">6946 11147 954 0,'0'0'1249'0,"0"0"-999"16,0 0-192-16,0 0-6 16,0 0-46-16,135-48 30 15,-77 38-36-15,5 6 5 16,17 4-14-16,-15 0-278 15,-14 0-447-15</inkml:trace>
  <inkml:trace contextRef="#ctx0" brushRef="#br0" timeOffset="1376.99">6905 11223 1315 0,'0'0'584'16,"0"0"-429"-16,0 0-49 16,0 0-41-16,0 0 0 15,0 0 41-15,159-38-89 16,-103 35 3-16,1 3-16 16,5 0-4-16,23 3-19 15,-11 5-175-15,-13 0-350 0</inkml:trace>
  <inkml:trace contextRef="#ctx0" brushRef="#br0" timeOffset="2090.62">8254 10357 424 0,'0'0'738'16,"0"0"-393"-16,0 0-49 15,0 0-97-15,0 0-34 16,0 0-78-16,0 0-77 15,-58-84 39-15,38 120-49 16,0 32 0-16,11 40 36 16,9 43-19-16,0 13 65 15,5-4 12-15,12-19-56 16,-1-41 64-16,-3-22-74 16,1-24-7-16,-5-6-15 0,-3 3 10 15,3 2-16-15,-5 0 0 16,-4-11 1-16,0-7 1 15,-13-8-2-15,-16-7-6 16,-6-9 0-16,-3-4-73 16,5-7 31-16,2-7-127 15,8-12-148-15,7-2-331 0</inkml:trace>
  <inkml:trace contextRef="#ctx0" brushRef="#br0" timeOffset="3361.5">9027 10345 766 0,'0'0'299'0,"0"0"-100"16,0 0-66-16,0 0 11 16,0 0-60-16,0 0 4 15,0 0 11-15,10-12-68 16,-8 10 40-16,0-4-5 15,0-3-49-15,-2 4 41 16,0-1-23-16,0 0 23 16,0 1 76-16,-4 5-45 15,-21 0-45-15,-6 0-44 16,-9 7 15-16,-3 17-39 16,6 4 23-16,1 4 1 15,16 6 10-15,7 0-4 16,13 4 33-16,0 5-8 15,13-1-1-15,9-2 33 0,3-4-62 16,-8-6 5-16,-3-1 8 16,-9-6 6-16,-5-3-2 15,0 0 0-15,-19-4-18 16,-2-4 35-16,-4-6-35 16,5-7-1-16,-1-3 0 15,13-7-32-15,3-18 18 16,5-12-81-16,9-7-35 15,22-2 43-15,12 3 17 16,3 10 48-16,4 8 21 16,-4 13-1-16,-1 10 3 15,-9 2 8-15,-5 11 12 16,-9 10 63-16,-4 7-47 0,-9 4 5 16,-4-3 23-16,-5-3-63 15,0-2 42-15,0-8-43 16,0-7 1-16,0-4-14 15,0-5 11-15,0 0-54 16,2-2 5-16,6-20-95 16,6-5-24-16,1-6 46 15,6 1-11-15,-2 5 109 16,2 10 26-16,-5 10 1 16,-3 7 52-16,-5 11 27 15,2 19 30-15,-6 8-39 16,-2 1-20-16,-2 2 66 15,0-7-77-15,0-7-10 0,0-10-25 16,0-7 13 0,0-6-5-16,0-4-13 0,0 0-24 15,0-5 5-15,0-21-160 16,13-3 27-16,3-7 28 16,11-1-85-16,2 3 49 15,7 8 60-15,-5 14 100 16,-4 12 4-16,-8 0 72 15,-3 26 30-15,-7 9-7 16,-7 3-48-16,-2 0 27 16,0-4-67-16,0-8-11 15,0-6 9-15,-2-8-9 0,0-12-104 16,0 0-103-16,-3-9-290 16</inkml:trace>
  <inkml:trace contextRef="#ctx0" brushRef="#br0" timeOffset="3679.53">9658 10626 1048 0,'0'0'327'16,"0"0"-123"-16,0 0-31 15,0 0-72-15,23 104 56 16,-23-70-2-16,0-5-56 16,0-3-4-16,0-9-88 15,0-5-1-15,0-9 5 16,0-3 2-16,0 0 0 15,2-7-13-15,11-18-112 16,1-4 44-16,-1-7-71 0,-1-6-28 16,-6 4 38-16,-4 4-40 15,-2 12 169-15,0 15 42 16,0 7 26-16,0 18 24 16,0 19-21-16,0 5 13 15,9 2-7-15,7-3-63 16,9-6 22-16,4-5-36 15,6-6-47-15,5-6-68 16,-7-8-234-16,-10-3-1058 0</inkml:trace>
  <inkml:trace contextRef="#ctx0" brushRef="#br0" timeOffset="4281.61">8599 11048 796 0,'0'0'908'0,"0"0"-646"16,0 0-141-1,0 0 44-15,0 0-76 0,0 0-59 16,0 0 68-16,154-1-52 15,-84 5 25-15,7 9-13 16,13 4-49-16,1 1 54 16,0-2-63-16,7 0 1 15,-4-2 0-15,0-2 20 16,-8-1-21-16,-1-4 0 16,-13 0-21-16,-9 2 5 15,-13 1-164-15,-9 4-80 16,-14-3-120-16,-12-2-526 0</inkml:trace>
  <inkml:trace contextRef="#ctx0" brushRef="#br0" timeOffset="5234.92">8819 11275 742 0,'0'0'872'0,"0"0"-590"15,0 0-118-15,0 0-39 16,0 0 58-16,0 0-119 15,0 0-34-15,-52-82-14 16,14 110-16-16,4 12 0 0,1 13 0 16,4 5 18-1,9 0-10-15,6-6-8 0,14-8 0 16,0-8-10-16,5-9 11 16,17-10-1-16,7-8 0 15,7-9-5-15,7 0 4 16,1-14-74-16,3-12-32 15,-7-6 58-15,-7 0-20 16,-6 6 25-16,-11 3 10 16,-9 7 31-16,-7 9 3 15,0 7 37-15,0 0-31 16,-19 19 20-16,9 3-14 16,-2 4-3-16,5-2 4 15,7-2 6-15,0-6 1 16,0-6-20-16,19-6 0 0,3-4-13 15,0 0 13-15,0 0-18 16,-7-16-29-16,-1 0-12 16,-14-2 53-16,0-3-36 15,0 4-20-15,-22-1 52 16,-1 4 10-16,-3 3 16 16,10 4 106-16,8 2-75 15,3 3 48-15,5 1-60 16,0-1-35-16,7-2 10 15,15-3-9-15,16-4-2 16,2-5-33-16,3-2-83 16,-8-2 55-16,1-3-38 15,-14 3-1-15,-9 5 84 0,-6 0 17 16,-7 7 27 0,0 4 111-16,0 4-69 0,-9 0 12 15,-2 14-62-15,4 13-8 16,0 5 30-16,7 10-25 15,0 2 27-15,0 2-25 16,0 2-6-16,0-5 9 16,0-2-21-16,0-4 0 15,-2-8-8-15,-2-7-78 16,2-12-58-16,2-8-204 16,0-2-439-16</inkml:trace>
  <inkml:trace contextRef="#ctx0" brushRef="#br0" timeOffset="5454.45">9324 11422 1273 0,'0'0'374'0,"0"0"-226"15,0 0-67-15,0 0 80 16,0 0-29-16,0 0-31 16,0 0 25-16,20 130-100 15,-20-104-17-15,0-3-4 16,0-9 14-16,0-5-35 15,0-7 16-15,0-2-131 16,7 0 11-16,-1-22-104 16,4-20-109-16,-10 2-200 0,0 6-65 15</inkml:trace>
  <inkml:trace contextRef="#ctx0" brushRef="#br0" timeOffset="5552.13">9324 11422 954 0,'27'60'554'16,"-34"-34"-312"-16,5 9-49 15,2 2-55-15,0 1-104 16,22-4 22-16,14-6-56 15,37-12-44-15,-4-9-154 16,3-7-633-16</inkml:trace>
  <inkml:trace contextRef="#ctx0" brushRef="#br0" timeOffset="6046.99">10314 10994 1585 0,'0'0'265'0,"0"0"-175"16,0 0-89-16,0 0 46 16,-129 113 34-16,113-69-80 15,7-2 66-15,9-6-67 16,0-5-17-16,22-14 11 15,7-10-70-15,16-12-90 0,-7-21-127 16,-7-6-648-16</inkml:trace>
  <inkml:trace contextRef="#ctx0" brushRef="#br0" timeOffset="6286.58">10389 10444 1753 0,'0'0'402'0,"0"0"-318"16,0 0-65-16,0 0 2 16,-2 116-4-16,0-50 46 15,2 9 24-15,0 12-68 16,0 2 24-16,0-2-38 16,0-3 16-16,0-3-20 0,0-10-1 15,0-10-25-15,0-8-51 16,0-13-125-16,14-18-81 15,-3-10-326-15,0-12-372 0</inkml:trace>
  <inkml:trace contextRef="#ctx0" brushRef="#br0" timeOffset="6499.24">10514 11067 978 0,'0'0'539'15,"0"0"-417"-15,0 0-45 16,0 0 24-16,0 0 54 15,0 0-5-15,94 134-44 0,-94-89 11 16,0-2-79-16,0-2-23 16,0-11 0-16,0-9 3 15,-7-9-10-15,7-9-8 16,0-3-55-16,0-15-3 16,16-51-235-16,-1 6-86 15,-1-4-444-15</inkml:trace>
  <inkml:trace contextRef="#ctx0" brushRef="#br0" timeOffset="6622.77">10514 11067 687 0,'145'29'803'0,"-153"11"-487"16,3 9-131-16,5 6-95 15,0-3 22-15,13-9-54 16,21-6-57-16,3-11-2 16,29-14-15-16,-16-8-201 15,0-4-615-15</inkml:trace>
  <inkml:trace contextRef="#ctx0" brushRef="#br0" timeOffset="11122.2">1530 12557 363 0,'0'0'104'16,"0"0"435"-16,0 0-212 15,0 0-189-15,0 0-110 0,0 0 11 16,0 0 19 0,19-32-35-16,-19 23 30 0,0 4-36 15,0-3-1-15,0 2 78 16,0 1 2-16,0 2 0 15,0 3-22-15,0 0-53 16,0 0 24-16,0 0-45 16,0 0 11-16,0 14-29 15,2 16 36-15,-2 16-8 16,0 8 34-16,0 6-32 16,0-4 28-16,0-4-40 15,0-7 3-15,0-12-2 0,0-7 0 16,-2-9-1-16,0-9 0 15,2-6 2 1,-3-2-9-16,1-2-13 0,0-23-61 16,2-11-104-16,0-14 61 15,4-8-27-15,21-8-139 16,8 0 32-16,9 6 183 16,6 12 75-16,-2 17 166 15,-3 20 85-15,-8 11-101 16,-3 11-44-16,-12 28 29 15,-9 11-43-15,-11 5 15 16,0 6-38-16,-23 2-10 16,-12-5 42-16,-9-5-67 0,-6-6 12 15,-1-12-12 1,0-8-28-16,2-11 23 0,7-10-29 16,7-6 1-16,12 0 23 15,13-22-24-15,10-12-20 16,18-9-39-16,28-4-39 15,22-2 84-15,10 9-6 16,9 6 16-16,2 12-12 16,-2 10 13-16,-10 6 3 15,-7 6 0-15,-14 0 14 16,-14 0-11-16,-13 6-3 16,-16 6 0-16,-11 5 32 15,-2 3-32-15,-17 4 45 16,-16 3 16-16,-3-1-51 15,0-3 39-15,7-7-48 0,9-9-1 16,8-7 30-16,12 0-30 16,0-19-30-16,23-13-133 15,13-5 6-15,6 5 96 16,-4 6 4-16,-9 12 42 16,-12 14 2-16,-7 0 26 15,-8 17 35-15,-2 15 27 16,0 3-26-16,-2 0 38 15,-2-1-34-15,4-8-32 16,0-6-5-16,0-6-4 16,17-6-11-16,8-8-1 15,6 0-55-15,4-12 15 16,1-16-79-16,-2-7-15 0,-6-9-34 16,-3-8-51-1,-5-4-49-15,-7 2 48 0,-5 8 100 16,-6 16 120-16,-2 19 288 15,0 11-147-15,0 22-16 16,0 27 53-16,0 7-35 16,-4 8-14-16,-2-1-62 15,4-7 11-15,0-5-64 16,2-6-14-16,0-11 11 16,0-7-11-16,0-8-20 15,0-12-58-15,0-7-88 16,-2 0 20-16,-11-9-54 0,1-21-333 15,6-12 341 1,6-7 91-16,4-2 101 0,25 0 90 16,9 5 63-16,5 8 122 15,5 6-69-15,1 5-100 16,-1 10-46-16,-4 5-59 16,-4 6-2-16,-11 6-101 15,-11 0-405-15</inkml:trace>
  <inkml:trace contextRef="#ctx0" brushRef="#br0" timeOffset="11430.62">2122 12326 1300 0,'0'0'325'0,"0"0"-189"16,0 0-63-16,0 0 46 16,0 0-26-16,0 0-46 15,0 0 14-15,-94 45-54 16,99-18-7-16,24-1 0 15,13-2 13-15,7-4-26 16,24-1-8-16,-8-7-196 16,-16-7-324-16</inkml:trace>
  <inkml:trace contextRef="#ctx0" brushRef="#br0" timeOffset="11581.06">2001 13214 179 0,'0'0'1640'16,"0"0"-1490"-16,0 0-131 16,0 0-19-16,0 0-52 15,0 0-62-15,132-21-585 0</inkml:trace>
  <inkml:trace contextRef="#ctx0" brushRef="#br0" timeOffset="12008.48">3176 12691 1380 0,'0'0'253'16,"0"0"-211"-16,0 0 21 15,0 0 108-15,0 0-38 0,-24 110 1 16,22-68-70 0,2-4-35-16,0-3-18 0,0-7 14 15,8-6-22-15,10-10-3 16,0-8-32-16,6-4 31 16,1-4-79-16,2-20-62 15,-5-12-127-15,-2-6-106 16,-6-4 88-16,-3 0 96 15,-7 8 191-15,0 9 129 16,-4 12 437-16,0 17-214 16,0 0-180-16,0 15-143 15,0 17 79-15,-4 10-50 16,2 6-36-16,2 3 16 16,0-3-38-16,6-6-59 15,21-4-106-15,0-14-307 0,-4-9-643 16</inkml:trace>
  <inkml:trace contextRef="#ctx0" brushRef="#br0" timeOffset="12218.53">3619 12726 880 0,'0'0'1058'0,"0"0"-885"15,0 0-95-15,0 0-32 16,0 0 2-16,0 0 15 16,0 0-62-16,127 25 40 15,-90-13-41-15,-4 6-89 16,-8-2-144-16,-14-2-495 0</inkml:trace>
  <inkml:trace contextRef="#ctx0" brushRef="#br0" timeOffset="12359.48">3575 12904 1328 0,'0'0'629'0,"0"0"-559"15,0 0-69-15,0 0-1 16,0 0-46-16,145 16-207 16,-103-13-722-16</inkml:trace>
  <inkml:trace contextRef="#ctx0" brushRef="#br0" timeOffset="13446.84">4504 12472 1435 0,'0'0'475'15,"0"0"-301"-15,0 0-140 16,0 0-25-16,-120-17 18 16,67 47-26-16,-3 18 17 15,-2 15 37-15,4 9-23 16,10 7 33-16,13-7-26 15,13-10-17-15,11-9 44 16,7-11-65-16,0-12 7 16,13-10 2-16,16-10 1 15,9-10-8-15,9 0-3 16,3-16-76-16,0-12 28 0,-2-6-43 16,-11-1 15-16,-8 5 23 15,-13 9 3-15,-7 8 50 16,-9 12 53-16,0 1-42 15,-4 6 22-15,-17 18-24 16,6 4 28-16,1-3 8 16,8 2-44-16,6-7 29 15,0-4-30-15,6-4 6 16,12-6-6-16,4-4 0 16,3-2-15-16,-5 0-4 15,-5-8-50-15,-5-11 30 16,-10-2-29-16,0-4-30 15,-4 1 54-15,-17 5 44 0,1 2 38 16,5 5 96 0,1 5-35-16,9 4 71 0,5-1-81 15,0 3-52-15,19-8 5 16,16 0-36-16,11-7-6 16,10-7 0-16,0 0-58 15,0-6 31-15,-9 0-61 16,-5-4-2-16,-15 1 71 15,-10-2-34-15,-9 3 29 16,-8 4 15-16,0 5 9 16,-2 8 62-16,-12 7-12 15,1 7-38-15,1 7-3 16,1 19 6-16,3 14-15 0,0 6 37 16,4 4-7-1,4 1 32-15,-2-6-62 0,-3-1 1 16,1-3 5-16,-7-8 3 15,4-3-18-15,-2-7-7 16,3-9-127-16,6-14-27 16,0 0-205-16,2-5-251 0</inkml:trace>
  <inkml:trace contextRef="#ctx0" brushRef="#br0" timeOffset="13747.71">4930 12700 1121 0,'0'0'239'15,"0"0"-82"-15,0 0-29 16,0 0 6-16,14 111 72 0,-14-76-55 16,-4-3-53-16,-6-5-39 15,1-7-58-15,5-6 13 16,2-7-14-16,2-7 15 16,0 0-34-16,0-7-12 15,13-16-138-15,3-10-62 16,-1-3-70-16,-3-4-63 15,-8 6 89-15,-2 7 275 16,-2 14 171-16,0 13 204 16,0 0-199-16,-2 28 17 15,0 7-79-15,2 4-39 16,0 4-36-16,19-5-38 16,35-4-2-16,-7-13-222 0,7-8-506 15</inkml:trace>
  <inkml:trace contextRef="#ctx0" brushRef="#br0" timeOffset="14028.8">5436 12850 1445 0,'0'0'534'0,"0"0"-331"16,0 0-27-1,0 0-22-15,0 0-87 0,0 0-60 16,0 0 13-16,83 5-19 16,-43 2-1-16,3-4 0 15,-1 1-24-15,0 1-56 16,3-3-105-16,-12 0-126 15,-8-2-350-15</inkml:trace>
  <inkml:trace contextRef="#ctx0" brushRef="#br0" timeOffset="14291.14">5399 12908 1620 0,'0'0'373'0,"0"0"-189"16,0 0-106-16,0 0-16 16,0 0 27-16,0 0-83 15,147 10 36-15,-99-8-42 16,2 0-30-16,-1-2-26 15,8 0-110-15,-12-2-174 0,-11-9-450 16</inkml:trace>
  <inkml:trace contextRef="#ctx0" brushRef="#br0" timeOffset="14470.6">5960 12717 717 0,'0'0'900'0,"0"0"-801"15,0 0 9-15,0 0 17 16,0 0-27-16,43 148 65 16,-79-91-56-16,-15 5-78 15,-14 6-11-15,-49 28-18 16,19-15-136-16,3-13-225 0</inkml:trace>
  <inkml:trace contextRef="#ctx0" brushRef="#br0" timeOffset="15270.24">6830 12709 1549 0,'0'0'403'16,"0"0"-233"-16,0 0-69 15,0 0-99-15,-116 0 4 16,69 32 53-16,4 8-27 16,10 7 16-16,8-6-41 15,12-5 17-15,11-11-30 16,2-11 6-16,15-14-13 16,22 0 13-16,7-22-103 15,23-49-102-15,-14 7-316 16,-3-4-518-16</inkml:trace>
  <inkml:trace contextRef="#ctx0" brushRef="#br0" timeOffset="15621.02">6910 12226 504 0,'0'0'1441'15,"0"0"-1129"-15,0 0-263 16,-80 169-15-16,46-79 62 16,12 4-13-16,13-16 50 15,5 3-54-15,4-14-70 16,13-10 19-16,20-14-27 15,8-11-1-15,3-13 0 16,8-13-30-16,-2-6 6 16,0-12-119-16,-5-18-118 0,-10-11-13 15,-13-3-87 1,-8 2-29-16,-10 8 201 0,-4 14 189 16,0 20 323-16,-4 4-128 15,-10 32-10-15,1 13 46 16,0 4-112-16,3 2-19 15,10-9 1-15,0-8-74 16,0-10 20-16,21-12-47 16,1-10 11-16,5-6-28 15,4-2-24-15,5-23-89 16,-3-10-64-16,5-32-107 16,-7 12-21-16,-11-1-336 0</inkml:trace>
  <inkml:trace contextRef="#ctx0" brushRef="#br0" timeOffset="15724.13">7418 12689 880 0,'0'0'774'0,"0"0"-630"0,0 0-19 16,0 0-1-16,0 116-61 16,0-71 42-16,0-2-104 15,0-2 12-15,0-1-13 16,0-10-155-16,7-12-221 0</inkml:trace>
  <inkml:trace contextRef="#ctx0" brushRef="#br0" timeOffset="15939.16">7750 12741 851 0,'0'0'1183'0,"0"0"-947"0,0 0-129 15,0 0-107-15,0 0 10 16,0 0-8-16,134 12 20 15,-100 2-44-15,-12 8-100 16,-9-4-222-16,-13 0-390 0</inkml:trace>
  <inkml:trace contextRef="#ctx0" brushRef="#br0" timeOffset="16054.3">7679 12974 876 0,'0'0'872'16,"0"0"-689"-16,0 0-122 15,0 0 28-15,0 0-89 16,133 6-1-16,-94-6-153 16,-12 0-607-16</inkml:trace>
  <inkml:trace contextRef="#ctx0" brushRef="#br0" timeOffset="16910.57">8145 12874 636 0,'0'0'928'0,"0"0"-356"16,0 0-357-16,0 0-162 16,0 0-52-16,0 0 29 15,140 4-29-15,-84 4-1 16,9-3 0-16,20 1-92 15,-19-3-135-15,-3-3-473 0</inkml:trace>
  <inkml:trace contextRef="#ctx0" brushRef="#br0" timeOffset="17410.56">9168 12562 367 0,'0'0'1048'15,"0"0"-882"-15,0 0-98 16,0 0-68-16,-139-25 9 16,108 38 14-16,5 16 8 15,10 9 77-15,14 10 7 16,2 4-41-16,2 4 33 15,14 3-45-15,2-5-12 16,-8-4 24-16,0-2-64 16,-10-8 14-16,0-6 13 15,-20-5-36-15,-5-12 31 16,-4-8-32-16,5-9-50 0,6-7 12 16,9-21-84-16,9-10-72 15,5-10-78-15,28-7-314 16,11 6-27-16,3 7 613 15,7 12 47-15,-8 18 334 16,-5 12-70-16,-12 5-80 16,-12 23-20-16,-3 9-69 15,-7 2 41-15,-7 2-61 16,0-7-25-16,0-5-11 16,-7-6-85-16,0-8 14 0,0-8-15 15,5-7-6 1,2 0-41-16,0-28-181 0,0-6-517 15,0-2-320-15</inkml:trace>
  <inkml:trace contextRef="#ctx0" brushRef="#br0" timeOffset="17778.98">9415 12721 677 0,'0'0'344'0,"0"0"34"16,0 0-78-16,-13 107-65 15,9-80-84-15,-3-3-76 16,2-3-6-16,1-3-45 16,2-4-12-16,2-5 3 15,0-2-15-15,0-4 0 0,0 0-3 16,0-3 16-16,0 0-13 16,0 0 19-16,16 0-8 15,10-18 36-15,10-6-47 16,6-7-50-16,2-3 35 15,8 1-40-15,-5 6 30 16,2 12 16-16,-11 8 9 16,-2 7 31-16,-9 5 24 15,-10 16-2-15,-5 7 26 16,-12 4-41-16,0 5 7 16,-6-2-29-16,-9-2-2 15,-3-5-28-15,1-6-45 16,-4-11-146-16,13-6-170 15,1-5-588-15</inkml:trace>
  <inkml:trace contextRef="#ctx0" brushRef="#br0" timeOffset="18029.68">9901 12687 652 0,'0'0'364'16,"0"0"-150"-16,0 0 2 15,0 0-25-15,0 0-28 16,36 120-5-16,-36-77 32 16,0 0-108-16,-7 0 13 15,-8-8-2-15,1-6-92 16,8-12 33-16,-3-5-34 16,9-9-24-16,0-3 12 0,0-8-83 15,9-20-189-15,18-41-203 16,-5 7 112-16,2 2-527 15</inkml:trace>
  <inkml:trace contextRef="#ctx0" brushRef="#br0" timeOffset="18135.04">9901 12687 431 0,'112'13'1118'16,"-112"-13"-768"-16,0 12-249 15,0 11-62-15,0 5 86 16,0 6-23-16,2 1-51 16,13-2-3-16,14-5-48 15,25-1-84-15,-7-11-133 0,0-6-618 16</inkml:trace>
  <inkml:trace contextRef="#ctx0" brushRef="#br0" timeOffset="18509.53">10628 12693 1179 0,'0'0'726'0,"0"0"-540"15,0 0-104-15,-125-16-74 16,76 30-5-16,-2 18 59 16,4 10-3-16,7 4 13 15,13 1-47-15,17-5-23 16,10-8 9-16,0-9-11 16,17-10-25-16,14-11-39 15,25-11-127-15,-9-23-198 16,-5-3-819-16</inkml:trace>
  <inkml:trace contextRef="#ctx0" brushRef="#br0" timeOffset="19066.91">10628 12232 1378 0,'0'0'396'0,"0"0"-127"16,0 0-28-16,0 0-207 15,0 0-27-15,0 0 6 16,-6 116-13-16,-15-4 40 15,8 1-39-15,-1-11 17 16,6-14-18-16,3-19 20 16,5-1-42-16,0 3-31 15,0-16-76-15,7-13 5 0,5-16-110 16,-4-16-36-16,5-10-77 16,1-6-51-16,1-24 3 15,6-14 246-15,3-6 132 16,3-8 17-16,4 1 326 15,5 7 58-15,-7 13-74 16,-2 12-120-16,-10 17 5 16,-3 8-83-16,-8 12 10 15,1 18 23-15,-7 10-57 16,0 6 35-16,-2 3 0 16,-11-6-67-16,-3-2 33 15,3-9-67-15,5-9-21 16,4-10 8-16,2-9 9 15,2-4-20-15,0 0 2 16,0-24-50-16,6-10-137 16,8-9 11-16,1-8-18 0,-1 3-36 15,-5 9 100-15,-5 11 130 16,-4 16 237-16,0 12-107 16,0 3-73-16,0 20-28 15,0 8 22-15,7-2 40 16,7 1-61-16,3-2 4 15,12-6-34-15,4-5-79 16,35-13-42-16,-12-4-192 16,-8 0-660-16</inkml:trace>
  <inkml:trace contextRef="#ctx0" brushRef="#br0" timeOffset="23706.47">2518 10921 421 0,'0'0'58'15,"0"0"-40"-15,0 0-10 16,0 0 500-16,0 0-221 15,0 0-109-15,0 0 33 0,5-31 22 16,-5 26-77-16,2 0 26 16,-2 2-62-16,2 0-64 15,-2 3 24-15,0 0-60 16,0 0 9-16,0 0-21 16,0 4 1-16,0 17-9 15,0 6 12-15,2 9-11 16,3 5 29-16,-2-1-30 15,1-5 0-15,0-3 0 16,3-3-9-16,-3-7-10 16,0-6-158-16,-4-11-78 15,0 0-88-15,0-5-484 0</inkml:trace>
  <inkml:trace contextRef="#ctx0" brushRef="#br0" timeOffset="23885.58">2400 10824 565 0,'0'0'757'16,"0"0"-362"-16,0 0-212 15,0 0-133-15,143-38 8 16,-97 34-26-16,4 4-20 16,-4 0-14-16,-5 6 2 15,-16 24-182-15,-12-2-126 16,-13 0-443-16</inkml:trace>
  <inkml:trace contextRef="#ctx0" brushRef="#br0" timeOffset="24036">2382 11191 1109 0,'0'0'503'0,"0"0"-372"16,0 0-56-16,0 0 93 15,0 0-27-15,126 2-120 16,-78-2-2-16,19 0-19 15,-13 0-208-15,-9 0-344 0</inkml:trace>
  <inkml:trace contextRef="#ctx0" brushRef="#br0" timeOffset="24318.25">2897 10993 1450 0,'0'0'624'16,"0"0"-507"-16,0 0-106 15,0 0 29-15,0 0-40 16,124-4-38-16,-101 4-139 0,-5 4-347 16,-13 6-774-16</inkml:trace>
  <inkml:trace contextRef="#ctx0" brushRef="#br0" timeOffset="24433.53">2811 11139 1370 0,'0'0'349'15,"0"0"-241"-15,0 0-51 16,0 0-55-16,125-4-2 16,-92 4-212-16</inkml:trace>
  <inkml:trace contextRef="#ctx0" brushRef="#br0" timeOffset="25273.58">1237 14401 1136 0,'0'0'985'16,"0"0"-771"-16,0 0-46 16,0 0-61-16,0 0-6 15,0 0-45-15,0 0-55 16,13-18 25-16,16 14-26 16,9 2 0-16,2 2-1 15,2 0-80-15,-4 0-15 16,-5 0-166-16,-8 6-209 0,-9 1-162 0</inkml:trace>
  <inkml:trace contextRef="#ctx0" brushRef="#br0" timeOffset="25455.1">1172 14529 763 0,'0'0'1040'16,"0"0"-816"-16,0 0-31 15,0 0-101-15,0 0-45 16,132-7-19-16,-72 2-9 16,-2 2-38-16,11-5-62 15,-18 2-211-15,-11-2-321 0</inkml:trace>
  <inkml:trace contextRef="#ctx0" brushRef="#br0" timeOffset="25632.9">1692 14249 1380 0,'0'0'697'16,"0"0"-635"-16,0 0-55 15,0 0 46-15,0 0-7 16,21 137 21-16,-21-86-3 16,-15 7-63-16,-7-1-2 15,-16 11-82-15,9-16-182 16,2-12-472-16</inkml:trace>
  <inkml:trace contextRef="#ctx0" brushRef="#br0" timeOffset="25979.46">2336 14509 1343 0,'0'0'764'15,"0"0"-618"-15,0 0-117 16,0 0 31-16,0 0-60 15,0 0 22-15,0 0-17 16,-16 95 4-16,11-49-9 16,1 2 11-16,4-4-10 15,0-3-2-15,0-12-57 16,0-7-106-16,0-7-116 16,0-13-348-16</inkml:trace>
  <inkml:trace contextRef="#ctx0" brushRef="#br0" timeOffset="26158.23">2180 14444 1051 0,'0'0'663'15,"0"0"-518"-15,0 0-22 16,0 0 40-16,127-68-118 16,-90 66-34-16,1 2-1 15,-4 8-10-15,-10 19-18 16,-24 34-153-16,0-5-76 15,-11-2-312-15</inkml:trace>
  <inkml:trace contextRef="#ctx0" brushRef="#br0" timeOffset="26309.54">1914 15015 1313 0,'0'0'863'15,"0"0"-757"-15,0 0-50 0,0 0 24 16,127 2-10-16,-62-4-8 15,4-8-62-15,5 0-1 16,21 2-88-16,-16 4-206 16,-13 0-465-16</inkml:trace>
  <inkml:trace contextRef="#ctx0" brushRef="#br0" timeOffset="26579.44">2799 14679 810 0,'0'0'1510'0,"0"0"-1334"15,0 0-154-15,0 0-22 16,0 0 11-16,0 0-19 16,114 5 8-16,-76 14-111 15,-9-4-101-15,-11-3-362 0</inkml:trace>
  <inkml:trace contextRef="#ctx0" brushRef="#br0" timeOffset="26726.08">2764 14851 806 0,'0'0'1348'0,"0"0"-1207"16,0 0-121-16,0 0-20 15,149 0-24-15,-78 0-60 16,-11 0-179-16,-8-2-954 0</inkml:trace>
  <inkml:trace contextRef="#ctx0" brushRef="#br0" timeOffset="27261.53">3775 14011 1832 0,'0'0'290'0,"0"0"-246"16,0 0-38-16,0 0 15 15,-151 172-2-15,104-10 96 16,10 29-17-16,14 3-13 15,19-20 1-15,4-58-49 16,0-24-8-16,9-31-1 16,1-13-12-16,0 3-2 0,-4 0-14 15,-3-4 0-15,-3-9-18 16,0-10 18-16,-21-7-74 16,-10-12-27-16,-29-9-108 15,7 0-139-15,4-2-414 0</inkml:trace>
  <inkml:trace contextRef="#ctx0" brushRef="#br0" timeOffset="31175.81">3167 14797 816 0,'0'0'9'16,"0"0"-7"-16,0 0-2 16,0 0 676-16,0 0-484 0,0 0-81 15,0 0-11-15,27 8 72 16,-27-8-64-16,0 0-30 15,0 0 0-15,0 0-77 16,0 0 10-16,2 0-8 16,0 0 25-16,2 0-38 15,4 0 10-15,3 0 0 16,5 2-9-16,1 0 9 16,-1 0 0-16,-1-1 0 15,-3-1-33-15,-6 3 27 16,-4-3-54-16,-2 0 4 15,0 0 5-15,-10 1-18 0,-13 4 32 16,-8-3-27-16,0 0 13 16,2-2 33-16,4 0 27 15,7 0-9-15,9 0 114 16,7 0-12-16,2 0 38 16,0 0-14-16,0 0-89 15,18-6 9-15,8-2-46 16,5 2 0-16,4-1-7 15,0 4-25-15,9-4-100 16,-10 3-178-16,-8 0-717 0</inkml:trace>
  <inkml:trace contextRef="#ctx0" brushRef="#br0" timeOffset="31978.09">4230 14284 1373 0,'0'0'501'0,"0"0"-443"16,0 0-23-16,0 0-16 15,0 0-12-15,-138 35 69 16,101-4-27-16,2-2-23 15,12 1 1-15,9-5-20 16,12-8-2-16,2-4-5 16,10-7 13-16,19-6-29 15,8 0 11-15,5-16-113 16,14-30-95-16,-10 2-105 16,-13-1-81-16</inkml:trace>
  <inkml:trace contextRef="#ctx0" brushRef="#br0" timeOffset="32430.45">4271 14025 215 0,'0'0'1192'16,"0"0"-894"-16,0 0-209 16,0 0 43-16,-79 102-25 15,57-36-19-15,0 6 26 16,13 2-40-16,4-4 25 16,5-9-48-16,0-9-50 15,12-12 31-15,10-12-32 16,9-10 9-16,4-12-9 15,6-6-56-15,1-4-38 16,3-19-35-16,-5-9-30 16,-7-1 70-16,-8 1 11 15,-10 4 64-15,-7 7 14 0,-6 12 74 16,-2 9 44 0,0 0-63-16,0 9-40 0,-10 18 97 15,2 5-58-15,3-3-1 16,5-3-1-16,0-6-51 15,2-5 40-15,17-13-41 16,2-2-9-16,8 0-13 16,-2-17-123-16,2-12-78 15,-4-8-87-15,-5-2-77 16,-5-1 164-16,4 1 113 16,-11 10 110-16,1 9 269 15,-5 10 98-15,-1 10-151 0,-3 1-139 16,0 30-69-1,0 14 56-15,0 14-39 0,-16 28-25 16,-2-12-98-16,5-14-651 0</inkml:trace>
  <inkml:trace contextRef="#ctx0" brushRef="#br0" timeOffset="33135.41">4005 14812 1211 0,'0'0'672'0,"0"0"-525"15,0 0-98-15,0 0 54 16,0 0 30-16,0 0-53 16,0 0 15-16,11-3-83 15,39 13 7-15,14 0 10 16,12 4-16-16,6-4 3 16,3-2-16-16,-9 0-38 15,10 0-65-15,-20-4-221 16,-22-1-570-16</inkml:trace>
  <inkml:trace contextRef="#ctx0" brushRef="#br0" timeOffset="33471.38">4095 15154 1491 0,'0'0'751'16,"0"0"-576"0,0 0-140-16,0 0-5 0,0 0-30 15,0 0 0-15,0 0 34 16,-23 72-16-16,21-36 39 15,2 0-57-15,0-9 6 16,0-10 1-16,14-9 1 16,7-8-16-16,11 0-5 15,3-22-191-15,10-30-161 16,-14 6-282-16,-2 0-117 0</inkml:trace>
  <inkml:trace contextRef="#ctx0" brushRef="#br0" timeOffset="33584.54">4335 15073 1468 0,'0'0'490'15,"0"0"-445"-15,0 0 31 0,-2 102 8 16,-4-45-78-16,-4 7 9 16,4 18-15-16,-1-16-150 15,3-13-755-15</inkml:trace>
  <inkml:trace contextRef="#ctx0" brushRef="#br0" timeOffset="35889.78">5017 14780 431 0,'0'0'79'15,"0"0"-71"-15,0 0 963 16,0 0-656-16,0 0-110 15,0 0 23-15,0 0-37 16,0 0 2-16,0 0-98 16,0 0-48-16,8 0-3 15,2 0-44-15,11 0 0 16,2 0 0-16,9 3-10 16,-1 2 10-16,-2 5-85 0,-2 3-89 15,-18 13-53-15,0-2-140 16,-9-4-253-16</inkml:trace>
  <inkml:trace contextRef="#ctx0" brushRef="#br0" timeOffset="36026.31">4919 15020 582 0,'0'0'1171'16,"0"0"-903"-16,0 0-149 16,0 0-71-16,0 0-22 15,0 0 2-15,170-9-28 16,-88 9 0-16,-18 0-139 15,-6 9-485-15</inkml:trace>
  <inkml:trace contextRef="#ctx0" brushRef="#br0" timeOffset="36295.37">5842 15008 1647 0,'0'0'724'15,"0"0"-632"-15,0 0-89 0,0 0-3 16,0 0-24-16,0 0 18 15,174 0-151-15,-120 7-241 16,-10-2-1029-16</inkml:trace>
  <inkml:trace contextRef="#ctx0" brushRef="#br0" timeOffset="36933.55">6437 15069 1785 0,'0'0'393'0,"0"0"-327"0,0 0-56 15,45-112-20-15,-7 54-5 16,4-4-32-16,5-5-59 16,-5 0-128-16,-2 0 15 15,-11 1-73-15,-11 2 164 16,-7 4 128-16,-11 5 73 15,0 9 11-15,-6 10 70 16,-12 16 47-16,-2 18 0 16,-7 2-145-16,-2 29-43 15,0 22 90-15,0 28-24 16,4 4 22-16,12 8 50 16,9 6-87-16,4-14 19 15,2 8-64-15,21-15-11 0,8-14 7 16,2-16-14-1,9-16-1-15,3-13 0 0,4-15-66 16,-2-2-20-16,-1-20-92 16,2-15-79-16,-9-9 15 15,-3 2-35-15,-9 0 49 16,-9 10 228-16,-9 14 34 16,-9 11 204-16,0 7-129 15,0 17-7-15,-19 9 98 16,4 6-102-16,1-6 0 15,8-6-29-15,4-10-63 16,2-5 35-16,0-5-41 0,16 0-14 16,11-19-14-16,6-6-141 15,0 2-26-15,5 0 100 16,-5 8 67-16,-4 11 21 16,-8 4 14-16,-6 16 40 15,-9 22 53-15,-6 5-54 16,0 3-6-16,0-5-40 15,0-7 15-15,0-9-20 16,0-17 5-16,0-7-168 16,10-1-367-16</inkml:trace>
  <inkml:trace contextRef="#ctx0" brushRef="#br0" timeOffset="37135.37">7630 14395 1793 0,'0'0'397'16,"0"0"-330"-16,-11 119 50 15,-5-46 36-15,-4 11-33 16,2 20-5-16,5-10-109 16,1 4-6-16,8-2-7 15,4-9-238-15,0-13-123 16,0-24-847-16</inkml:trace>
  <inkml:trace contextRef="#ctx0" brushRef="#br0" timeOffset="37609.17">7862 14765 1377 0,'0'0'352'16,"0"0"-155"-16,0 0-90 16,0 0-79-16,0 0 38 15,0 0-31-15,0 0-17 16,60 14 133-16,-58 50-102 15,-2 6 12-15,0-7-26 16,2-8-24-16,5-15 22 16,2-14-33-16,4-14 0 15,8-12 0-15,0 0-77 16,8-26-98-16,6-37-192 0,-12 0-239 16,2 1 120-16</inkml:trace>
  <inkml:trace contextRef="#ctx0" brushRef="#br0" timeOffset="37748.32">8178 14696 179 0,'0'0'1382'15,"0"0"-876"-15,0 0-469 16,0 0 53-16,5 123-37 16,-5-59 40-16,-3 3 17 15,-8-4-89-15,7-5 0 16,2-7-21-16,2-10-192 16,0-9-151-16,0-14-648 0</inkml:trace>
  <inkml:trace contextRef="#ctx0" brushRef="#br0" timeOffset="38089.57">8539 14404 876 0,'0'0'1069'15,"0"0"-841"-15,0 0-208 0,0 0-3 16,0 0-16-16,-4 137 25 15,-9-28 105-15,-1 34-68 16,3-13-22-16,0-28-27 16,8-30-14-16,3-25-27 15,0 13-141-15,0-10-193 16,0-10-603-16</inkml:trace>
  <inkml:trace contextRef="#ctx0" brushRef="#br0" timeOffset="38308.28">8871 14875 1639 0,'0'0'204'0,"0"0"-204"15,0 0 97-15,0 0-16 16,0 0-14-16,156-10-8 15,-98 10-58-15,5 4-2 16,17 4-29-16,-11-2-196 16,-15-5-414-16</inkml:trace>
  <inkml:trace contextRef="#ctx0" brushRef="#br0" timeOffset="38539.95">9257 14616 1083 0,'0'0'955'15,"0"0"-759"-15,0 0-168 16,0 0-21-16,0 0 76 16,-49 114-3-16,36-51 52 15,-1 7-112-15,5 4-20 16,3-3 0-16,4-10-56 15,2 3-65-15,6-15-103 16,10-18-377-16</inkml:trace>
  <inkml:trace contextRef="#ctx0" brushRef="#br0" timeOffset="38802.17">10140 14494 1640 0,'0'0'341'0,"0"0"-341"16,-118-2-10-16,55 26 10 15,1 12 126-15,8 20 88 16,12 10-68-16,13 9-56 0,21 5 9 16,8 0-81-16,6-6-3 15,30-10 0-15,11-10-2 16,10-10-26-16,6-7-5 15,23-10-205-15,-14-8-110 16,-9-9-365-16</inkml:trace>
  <inkml:trace contextRef="#ctx0" brushRef="#br0" timeOffset="39891.44">4946 16363 778 0,'0'0'331'0,"0"0"-56"15,0 0-40-15,0 0-10 16,0 0 54-16,0 0-73 15,0 0-29-15,-40-22 5 16,40 22-71-16,0-2 4 16,0 2-43-16,0 0-63 15,2 0 14-15,16 0-23 16,9 0-9-16,6 0-3 16,6 2-69-16,-2 8-3 15,-6 2-65-15,-16 12-191 16,-5-4-167-16,-10-2-289 0</inkml:trace>
  <inkml:trace contextRef="#ctx0" brushRef="#br0" timeOffset="40027.58">4828 16554 1677 0,'0'0'397'0,"0"0"-290"16,0 0-33-16,0 0-58 15,0 0-4-15,131 0-24 16,-61 0-68-16,-15 5-272 15,-6 2-931-15</inkml:trace>
  <inkml:trace contextRef="#ctx0" brushRef="#br0" timeOffset="40401.34">5664 16575 1825 0,'0'0'613'0,"0"0"-457"16,0 0-66-16,0 0-90 16,0 0 10-16,113-35-10 15,-70 35 0-15,3 0-24 16,17 12-193-16,-12 2-374 15,-9-5-730-15</inkml:trace>
  <inkml:trace contextRef="#ctx0" brushRef="#br0" timeOffset="41277.75">6159 16758 1580 0,'0'0'507'0,"0"0"-395"16,0 0-69-16,0 0-42 15,122-95 29-15,-61 42-24 16,-1-10-6-16,2-7 0 16,-2-3 0-16,-8-4-18 0,-8-1-20 15,-13 8-2-15,-10-1 28 16,-15 7 15-16,-6 10-3 15,0 12 40-15,-6 16-16 16,-13 13 51-16,-3 13-75 16,-2 13 21-16,-3 28-21 15,-2 20 6-15,2 11 92 16,7 12-3-16,7 2-45 16,9-1 22-16,4-11-45 15,0-10-26-15,13-13 17 16,7-16-18-16,3-11-1 15,0-11 1-15,4-13-47 16,0 0 23-16,2-14-61 0,0-15-49 16,-2 0 41-16,-7 0-5 15,-2 7 87-15,-10 12 2 16,-6 10 12-16,-2 6-3 16,0 26 17-16,-8 10 7 15,-7 2 41-15,-6-6-38 16,13-7 1-16,-2-13 4 15,8-13-31-15,2-5 42 16,7 0-43-16,17-13-13 16,9-11-27-16,10-10-24 15,-3 3 24-15,1 4 30 16,-10 13-2-16,-5 9-12 16,-10 5 24-16,-5 17-41 15,-7 14 35-15,-4 1-46 16,3 0-40-16,-3-11-150 0,7-15-341 0</inkml:trace>
  <inkml:trace contextRef="#ctx0" brushRef="#br0" timeOffset="41476.11">7405 15909 1565 0,'0'0'636'15,"0"0"-546"-15,-7 111-50 0,-13-39 75 16,-5 16 63 0,1 20-93-16,2-9-18 0,6 3-67 15,7-8-13-15,9-5-102 16,0-17-168-16,5-18-259 0</inkml:trace>
  <inkml:trace contextRef="#ctx0" brushRef="#br0" timeOffset="43269.39">7849 16198 781 0,'0'0'517'0,"0"0"-414"15,0 0-23-15,0 0 45 16,0 0 15-16,0 0 34 15,0 0-83-15,0-9-38 16,0 9-33-16,0 0-1 16,0 0-24-16,0 0 5 15,0 0 0-15,0 0-18 16,0 0 5-16,0 0-9 0,0 0 21 16,0 0-5-16,0 0 0 15,0 0 6-15,0 0 0 16,0 0 10-16,0 0-3 15,0 0 36-15,-8 0 37 16,-9 0-68-16,-12 2 16 16,-6 19-28-16,-13 14 0 15,4 13 11-15,-3 13-11 16,3 10 35-16,7 3 14 16,14-4-28-16,7-5 31 15,13-15-30-15,3-10-1 16,9-13 25-16,20-8-45 15,12-12-2-15,7-7-36 0,6-9-82 16,2-19 14-16,-8-7-50 16,0 1-19-16,-15 1 27 15,-13 6 40-15,-7 9 107 16,-13 10 45-16,0 8 74 16,0 0-5-16,-15 16-70 15,-1 8 31-15,3 7 34 16,6-3-57-16,7-2 0 15,0-7-25-15,7-2-26 16,15-7 35-16,7-8-36 16,0-2-16-16,4-2 7 15,-4-16-71-15,-6-4 16 16,-7-5 13-16,-12-1-18 0,-4 1 68 16,-12 1 1-16,-17 3 16 15,-4 7 47-15,-5 6-4 16,9 4 44-16,10 5-17 15,5 1-54-15,10 0 24 16,4 0-55-16,2 0-1 16,20 1 15-16,14 1-15 15,6-2-14-15,5 0-57 16,-3-10-74-16,1-12-4 16,-9-4-97-16,-9-6-86 15,-10 1 38-15,-10-1 112 16,0-3 182-16,-7 11 141 0,0 6 197 15,0 6-19 1,0 8-150-16,2 4-107 16,2 5-43-16,1 25-13 0,-1 11 115 15,-2 15-65-15,-2 4-40 16,0 1 19-16,-2-6-34 16,-9-6-2-16,-2-13-16 15,-1-9-142-15,8-14-109 16,-1-8-499-16</inkml:trace>
  <inkml:trace contextRef="#ctx0" brushRef="#br0" timeOffset="43602.43">8475 16439 684 0,'0'0'402'0,"0"0"-119"15,0 0-97-15,-18 116-25 16,-2-72 15-16,0-3 18 15,0-8-81-15,6-8-46 16,6-9-42-16,3-9-12 16,5-7 1-16,0 0-14 15,0 0-40-15,13-22-47 16,3-5-180-16,-3-9 71 16,-2-1 28-16,-6 4 14 15,0 4 154-15,-5 12 39 16,0 12 171-16,0 5-60 15,0 8-132-15,0 16 75 16,0 10 20-16,0 0-73 0,4 0 16 16,11-3-56-1,3-7 0-15,7-7-37 0,8-8-136 16,-4-8-109-16,-4-1-537 0</inkml:trace>
  <inkml:trace contextRef="#ctx0" brushRef="#br0" timeOffset="44480.09">8341 16520 447 0,'0'0'675'0,"0"0"-378"16,0 0-102-16,0 0 50 15,0 0-43-15,0 0-74 16,0 0 69-16,0-55-103 16,0 47-21-16,-2 4-73 15,-12 4-22-15,-5 0-64 16,-8 30-106-16,2 4-103 16,5-4-292-16</inkml:trace>
  <inkml:trace contextRef="#ctx0" brushRef="#br0" timeOffset="45125.37">8811 16087 1054 0,'0'0'731'0,"0"0"-525"15,0 0-152-15,0 0 3 16,0 0-56-16,0 0 9 16,0 0 85-16,-15 162-50 15,3-82 50-15,-1 14-58 16,5-2-36-16,-4-2 18 16,3-1-19-16,3 7-71 0,4-26-99 15,2-14-340-15</inkml:trace>
  <inkml:trace contextRef="#ctx0" brushRef="#br0" timeOffset="45425.57">9121 16483 1986 0,'0'0'565'16,"0"0"-565"-16,0 0 19 15,0 0-33-15,0 0 23 16,0 0-9-16,151 18 0 15,-101-11-3-15,6-2-153 16,-12-3-183-16,-11-2-464 0</inkml:trace>
  <inkml:trace contextRef="#ctx0" brushRef="#br0" timeOffset="45626.58">9386 16270 1068 0,'0'0'874'0,"0"0"-712"16,0 0-132-16,-60 117 7 15,35-55 40-15,6 6-49 16,3 2 25-16,7-1-53 16,9 5-68-16,0-20-105 15,9-14-314-15</inkml:trace>
  <inkml:trace contextRef="#ctx0" brushRef="#br0" timeOffset="45859.42">10007 16300 876 0,'0'0'1204'16,"0"0"-1093"-16,0 0-111 15,-156 51 0-15,113-5 37 16,14 6 135-16,16 7-58 16,13-1-37-16,4-2-25 15,27-6-46-15,9-6-6 16,5-8-15-16,26-9-191 16,-13-12-133-16,-8-9-559 0</inkml:trace>
  <inkml:trace contextRef="#ctx0" brushRef="#br0" timeOffset="46685.04">8441 16501 18 0,'0'0'973'15,"0"0"-600"-15,0 0-178 16,0 0-45-16,0 0-61 16,0 0-47-16,0 0-8 15,-22-16-27-15,15 12 8 16,5 0-11-16,0 1 5 16,0 3-3-16,0 0 109 15,2 0-28-15,0 0 18 0,0 0 0 16,0 0-58-16,0 5-30 15,0 17-17-15,4 10-23 16,-4 26-5-16,0-5-193 16,-13-11-539-16</inkml:trace>
  <inkml:trace contextRef="#ctx0" brushRef="#br0" timeOffset="49924.3">22436 2075 510 0,'0'0'83'16,"0"0"200"-16,0 0-162 0,0 0-46 16,0 0 2-1,0 0 44-15,0 0 27 0,16-4-91 16,-14 0 4-16,0 0 36 16,3 1 20-16,-5 3 44 15,2 0-52-15,-2 0-29 16,0 0 29-16,0 0-51 15,0 0-2-15,0 0 8 16,0 0-49-16,0 0 41 16,0 0-23-16,0 0-10 15,0 0 19-15,0 0-41 16,0 5-2-16,0 22-8 16,0 12 9-16,0 7 5 15,0 7-5-15,0-5 0 16,0-7-9-16,0-2 9 15,0-11-55-15,0-2-89 16,0-10-165-16,0-9-348 0</inkml:trace>
  <inkml:trace contextRef="#ctx0" brushRef="#br0" timeOffset="50147.38">22322 1959 1737 0,'0'0'569'15,"0"0"-406"-15,0 0-34 16,0 0-75-16,0 0-45 16,125-46 13-16,-78 38-22 0,2 8-16 15,-2 0-65-15,-14 13-179 16,-6 10-106-16,-21 3-334 0</inkml:trace>
  <inkml:trace contextRef="#ctx0" brushRef="#br0" timeOffset="50327.67">22255 2526 973 0,'0'0'627'16,"0"0"-387"-16,0 0-9 15,0 0-24-15,0 0-43 0,139-8-121 16,-93 0-29-16,6 2-14 16,4 4-189-16,-14 2-208 15,-11 0-647-15</inkml:trace>
  <inkml:trace contextRef="#ctx0" brushRef="#br0" timeOffset="50660.56">22841 2217 1217 0,'0'0'967'0,"0"0"-692"15,0 0-139-15,0 0-1 16,0 0-72-16,0 0-26 16,0 0-37-16,54-29 0 15,-29 29 0-15,-7 0-109 16,-5 6-181-16,-7 8-87 15,-6 0-498-15</inkml:trace>
  <inkml:trace contextRef="#ctx0" brushRef="#br0" timeOffset="50785.25">22786 2368 1468 0,'0'0'400'0,"22"0"-241"15,3 0-69-15,6-2-40 16,2-4-15-16,12 0-35 15,-7 3-200-15,-11 0-650 0</inkml:trace>
  <inkml:trace contextRef="#ctx0" brushRef="#br0" timeOffset="70195.53">18586 3721 403 0,'0'0'585'16,"0"0"-356"-16,0 0-44 15,0 0-61-15,0 0-19 16,0-8 39-16,0 4-68 15,0-2 2-15,2 2-17 16,-2 3-7-16,0-1 61 16,2 2-55-16,-2 0 10 0,0 0 23 15,0 0-41-15,0 0 31 16,0 0-41-16,0 0-42 16,0 0 56-16,0 0-56 15,0 0 18-15,0 0 4 16,0 0-10-16,0 0 9 15,0 0-21-15,0 0 2 16,0 0 3-16,0 0-5 16,0 0 0-16,0 0-1 15,0 2 3-15,0 17-15 16,-4 13 13-16,-9 12 0 16,-3 9-2-16,1 7 3 15,-8 1-1-15,3-5 6 0,-2-3 16 16,2-5-22-16,5-8 0 15,1-9-74-15,3-8-46 16,9-12-162-16,2-7-241 16,0-4-268-16</inkml:trace>
  <inkml:trace contextRef="#ctx0" brushRef="#br0" timeOffset="70673.1">18370 3713 1303 0,'0'0'499'16,"0"0"-297"-16,0 0-11 16,0 0 65-16,0 0-107 15,0 0-78-15,0 0 14 16,2-10-77-16,29 3 9 16,21-4-17-16,8 3 18 15,2 1-19-15,3 3 1 16,-7 4-25-16,-11 0 23 15,-7 0-135-15,-9 23-83 16,-8 0-52-16,-19-1-295 0</inkml:trace>
  <inkml:trace contextRef="#ctx0" brushRef="#br0" timeOffset="70951.14">17996 4328 1373 0,'0'0'668'16,"0"0"-559"-16,0 0-29 15,0 0 6-15,0 0 78 16,0 0-18-16,0 0-106 0,156-19-6 15,-94 9-32-15,7 4 16 16,-7 2-36-16,-6 2-6 16,11 2-198-16,-20 0-93 15,-7 0-481-15</inkml:trace>
  <inkml:trace contextRef="#ctx0" brushRef="#br0" timeOffset="71544.87">19199 4087 1220 0,'0'0'624'16,"0"0"-394"-16,0 0 15 15,0 0 1-15,0 0-106 16,0 0-16-16,0 0-99 0,18-9-7 16,9 9-7-16,6 0 9 15,7 0-40-15,-1 0 11 16,-8 0-84-16,-4 9-23 15,-21 7-216-15,-6-1-243 16,0-1-271-16</inkml:trace>
  <inkml:trace contextRef="#ctx0" brushRef="#br0" timeOffset="71684.12">19173 4281 1416 0,'0'0'577'0,"0"0"-476"16,0 0-84-16,0 0 37 0,0 0-54 15,154 6-22-15,-104-6-123 16,-5 0-505-16</inkml:trace>
  <inkml:trace contextRef="#ctx0" brushRef="#br0" timeOffset="73273.15">20220 3395 42 0,'0'0'790'0,"0"0"-623"16,0 0-78-16,0 0 19 16,0 0 49-16,0 0 2 15,0 0-51-15,-11 0-40 16,9 0-5-16,0 0-47 16,0 0 35-16,-3 0-8 0,-2 0-42 15,5 0 53 1,-9 0-46-16,5 5 5 0,-6 5 34 15,-1 7-31-15,-1 3 38 16,1 4-19-16,1 5-34 16,6 10 55-16,-3 5-39 15,5 8 26-15,2 9 3 16,2 7-15-16,0 6 9 16,0 6-9-16,0 6-22 15,0 1 35-15,2-3-44 16,0-4 0-16,0 0 14 15,5-3-1-15,-5-6-5 16,-2-4-8-16,0-4 1 16,0-10-1-16,-2-7 0 15,-11-8 0-15,-8-8 9 0,1-8 3 16,-4-5 3-16,2-8-15 16,-5-3-9-16,2-6-11 15,-2 0-131-15,10-1-146 16,1-9-386-16</inkml:trace>
  <inkml:trace contextRef="#ctx0" brushRef="#br0" timeOffset="76434.38">20775 3800 532 0,'0'0'396'15,"0"0"-161"-15,0 0-48 16,0 0-37-16,0 0 2 16,0 0 22-16,0 0-85 15,0-30-12-15,0 26 0 0,0 0-58 16,-2 1 36-16,-5 3-23 16,1 0-31-16,-8 0 34 15,3 0-26-15,-4 0 0 16,-1 0 6-16,-7 0-4 15,2 15 15-15,-8 7-26 16,-2 6 17-16,-8 11 50 16,8 7-60-16,-5 5 27 15,5 5 15-15,4 1-34 16,10-6 49-16,1-4-64 16,12-7 11-16,4-8 17 15,0-5-13-15,8-8 23 16,17-5-24-16,6-4 1 15,9-7-30-15,5-3 4 16,1 0-15-16,6-15 25 0,-7-2-66 16,-3-4 2-16,-11 3 16 15,-4 2 19-15,-12 5 20 16,-3 6 10-16,-12 1 0 16,0 4 44-16,0 0-26 15,0 0 25-15,-14 8-25 16,5 6-6-16,5 0 12 15,4 2-24-15,0-4 0 16,0-1 16-16,13-4-5 16,12-2-11-16,-1-5 0 15,3 0-46-15,2 0 22 16,-4-3-43-16,-10-9 29 16,-4-2 30-16,-11-3-13 0,0 2-20 15,-13-2 26-15,-10 6 15 16,2 1 28-16,-4 4 11 15,9 2 28-15,5 4 5 16,7 0-70-16,4-2 16 16,0 2-18-16,0-3 9 15,15 1-24-15,12-5 7 16,6-3-5-16,8-4-52 16,1-3-33-16,-4-5 34 15,-9 0 18-15,-9-4 20 16,-5 5 14-16,-5 0 24 15,-10 7-3-15,0 7 88 0,0 1-12 16,0 6 2-16,0 0-87 16,0 0 2-16,4 23-16 15,9 7 12-15,1 11 2 16,-1 4 24-16,-2 3-23 16,-6-5 18-16,-5-3-19 15,0-4 12-15,0-5-6 16,-14-7-6-16,-3-4 0 15,-6-6 0-15,-4-13-107 16,7-1-76-16,7 0-292 0</inkml:trace>
  <inkml:trace contextRef="#ctx0" brushRef="#br0" timeOffset="76801.53">21381 3534 988 0,'0'0'626'0,"0"0"-479"16,0 0-122-16,0 0-4 16,0 0 150-16,0 0-57 0,-106 116-28 15,77-81-29-15,2-7-51 16,14-3 15-16,8-9-21 16,5-4 1-16,5-3 14 15,24 0-15-15,9-4 0 16,-1-1-6-16,7-1-74 15,10-3-22-15,-13 0-129 16,-8 0-343-16</inkml:trace>
  <inkml:trace contextRef="#ctx0" brushRef="#br0" timeOffset="76994.88">21418 3639 1418 0,'0'0'369'0,"0"0"-254"16,0 0 42-16,-23 159-48 15,15-89-89-15,-2 3 19 16,-1-4-39-16,7-1-5 16,-4 3-99-16,8-20-246 15,0-16-432-15</inkml:trace>
  <inkml:trace contextRef="#ctx0" brushRef="#br0" timeOffset="77421.15">21424 4217 1423 0,'0'0'549'16,"0"0"-346"-16,0 0-91 15,0 0-65-15,0 0 26 16,0 0-66-16,0 0 10 16,44-8-17-16,-34 30 9 15,-8 6 11-15,-2 4-5 16,0 0-13-16,0-4 41 16,-2-5-42-16,-8-9-1 15,8-9 4-15,2-3 16 16,0-2-22-16,0-4 2 0,12-22-92 15,7-11-68-15,4-10-81 16,-3-3-12-16,0 6 56 16,-11 7 157-16,-2 19 40 15,-7 17 144-15,0 1-64 16,0 23 62-16,-12 12-15 16,6 7-9-16,-1-2-8 15,7 0-44-15,0-4-4 16,11-6-62-16,9-7-65 15,22-10-65-15,-3-6-209 0,-8-7-317 16</inkml:trace>
  <inkml:trace contextRef="#ctx0" brushRef="#br0" timeOffset="77648.59">21859 4311 1149 0,'0'0'577'15,"0"0"-475"-15,0 0 11 16,0 0 32-16,0 0-52 16,0 0 12-16,0 0-58 15,-25 68-16-15,27-64 21 16,8-4-46-16,-6 0 22 16,0 0 7-16,3 0-34 15,-5-9-2-15,-2 0-66 0,0 3-68 16,0 2-143-16,-4 4-481 15</inkml:trace>
  <inkml:trace contextRef="#ctx0" brushRef="#br0" timeOffset="78827.45">22461 3850 1280 0,'0'0'347'0,"0"0"-227"0,0 0-81 16,0 0 8-16,0 0-5 16,0 0 11-16,-125-12 4 15,87 49-3-15,0 20 52 16,0 10-26-16,5 7-28 15,8-5 29-15,8-4-65 16,7-11 2-16,10-14 13 16,0-10-29-16,12-10 28 15,9-10-30-15,16-8-64 16,5-2 42-16,2-8-71 16,5-16-14-16,1-4-6 15,-10 0-42-15,-11 3 74 16,-14 10 81-16,-13 9 25 0,-2 6 108 15,0 0-64-15,-22 20 30 16,2 6 45-16,3 0-65 16,5 1-8-16,3-8-55 15,9-1-14-15,0-6 50 16,11-3-52-16,14-6-8 16,2-3-32-16,4 0-52 15,-2-10 24-15,0-12-85 16,-12-7-56-16,-5-6 34 15,-12 1-3-15,0 1 178 16,-12 7 13-16,-12 8 125 16,0 9 64-16,-1 7-8 15,7 2-58-15,5 0 33 0,4 0-122 16,9 2-19 0,0 0-11-16,11 0-2 0,18-2 7 15,9 0-22-15,7-2-24 16,-1-19 0-16,1-4-105 15,-12-8 58-15,-4-1 37 16,-9-3 6-16,-11 4 28 16,-4 5 10-16,-5 5 60 15,0 8 97-15,0 10-97 16,0 5-21-16,-5 0-49 16,3 29 23-16,2 11-23 15,0 12 6-15,0 6 3 16,-2 2 3-16,-1-5-12 15,-1-7 0-15,-7-6 0 0,-5-5-1 16,-4-8-26-16,2-7-122 16,5-15-88-16,7-7-160 15,0 0-754-15</inkml:trace>
  <inkml:trace contextRef="#ctx0" brushRef="#br0" timeOffset="79210.11">22895 4118 1575 0,'0'0'386'0,"0"0"-279"16,0 0-87-16,0 0 54 15,0 0 34-15,0 0 40 16,16 103-38-16,-16-61-86 0,-2 0 32 16,-8-5-54-1,4-5 8-15,4-11-3 0,-3-4-6 16,5-9-1-16,0-7 0 15,0-1-78-15,13-5 40 16,10-22-15-16,4-11-92 16,-7-6-19-16,2-2-55 15,-6 6 109-15,-10 10 110 16,-1 16 131-16,-5 14 36 16,0 0-128-16,-9 26 25 15,-7 9 81-15,3 8-78 16,2-1-2-16,7-2-32 15,4-3-15-15,0-3-36 0,17-10 3 16,19-8-107 0,9-10-5-16,30-6-160 0,-5-14-194 15,-8-9-315-15</inkml:trace>
  <inkml:trace contextRef="#ctx0" brushRef="#br0" timeOffset="79383.31">23466 4153 1071 0,'0'0'797'15,"0"0"-582"-15,0 0-150 16,0 0 7-16,-125 52 52 16,94-19-51-16,4 6 4 15,9 0-35-15,9-4-35 0,7-3-14 16,2-6-23-16,9-12-95 16,11-7 32-16,22-12-81 15,-1-17-162-15,-10-6-457 16</inkml:trace>
  <inkml:trace contextRef="#ctx0" brushRef="#br0" timeOffset="79645.7">23542 3605 1326 0,'0'0'646'16,"0"0"-429"-16,0 0-45 15,0 0-4-15,0 0-19 16,0 0-103-16,0 0-15 15,0 40-31-15,-3 21 0 16,-6 13-7-16,-1 9 17 0,-2 7-10 16,-1-5 0-16,2-5 8 15,4-7-14-15,0-11 6 16,7-10-81-16,0-10-80 16,0-12-111-16,9-12-94 15,7-13-240-15,-3-5-570 0</inkml:trace>
  <inkml:trace contextRef="#ctx0" brushRef="#br0" timeOffset="79996.67">23597 4122 1408 0,'0'0'259'16,"0"0"-163"-16,0 0 1 16,0 0-72-16,0 0 35 0,0 0 13 15,0 0-17 1,76 63 53-16,-76-22-46 0,0 4 2 15,0-7-1-15,0-5-43 16,-4-8 16-16,2-6-37 16,0-12 12-16,2-7 7 15,0 0-19-15,2-16-46 16,11-19-98-16,3-14-140 16,3-11 16-16,2-6-224 15,-6 5 26-15,-8 12 466 16,2 17 528-16,-9 23-120 15,0 9-118-15,0 29-214 16,0 14 47-16,0 11 0 16,0 3-43-16,0-3 15 15,0-6-95-15,18-7-1 0,13-12-47 16,26-12-75-16,-3-12-75 16,0-5-389-16</inkml:trace>
  <inkml:trace contextRef="#ctx0" brushRef="#br0" timeOffset="80261.07">24224 4221 709 0,'0'0'861'16,"0"0"-553"-16,0 0-59 16,0 0-38-16,0 0-3 15,0 0-63-15,0 0-101 16,29 2 10-16,-7 1-54 16,2 2 0-16,3-1-12 15,0 2-95-15,-11 0-192 16,-5-3-289-16</inkml:trace>
  <inkml:trace contextRef="#ctx0" brushRef="#br0" timeOffset="80414.63">24224 4221 23 0,'-58'121'1966'0,"58"-121"-1606"0,0 3-285 16,14-1 52-16,3-2-19 15,10 0-42-15,0 0-66 16,8 2-15-16,-4-2-241 15,-8 2-448-15</inkml:trace>
  <inkml:trace contextRef="#ctx0" brushRef="#br0" timeOffset="82455.03">25017 3577 375 0,'0'0'1053'0,"0"0"-864"16,0 0-154-16,0 0 3 0,0 0 22 15,0 0 16 1,0 0 35-16,-77-43-82 0,52 69 9 15,-2 19 56-15,-4 39 8 16,4 49 52-16,7 37-16 16,9 9-58-16,11-17 8 15,0-44-69-15,0-40 20 16,0-20-11-16,4-7-26 16,3 3 30-16,0 0-32 15,0 0 2-15,-5-16-2 16,-2-8 1-16,0-9-1 15,-7-10 0-15,-11 0-2 16,-2-6 1-16,-7-5-76 16,1 0-153-16,6 0-52 15,6-9-442-15</inkml:trace>
  <inkml:trace contextRef="#ctx0" brushRef="#br0" timeOffset="83575.7">25526 3793 1279 0,'0'0'334'15,"0"0"-238"-15,0 0 2 16,0 0-18-16,-143 21 20 16,99 21 52-16,-8 20-84 15,8 13 27-15,3 13 17 16,12-2-60-16,14-8 20 15,11-10-55-15,4-10-11 0,2-12 8 16,25-12-13-16,2-11-2 16,13-14-10-16,2-9-70 15,5 0 32-15,5-17-52 16,0-14-43-16,-10-4 24 16,-11 2-60-16,-8 5 136 15,-12 8 44-15,-11 8 54 16,-2 10 107-16,0 2-110 15,-4 11-37-15,-9 15 81 16,-3 6-28-16,5 1 1 16,9-1-19-16,2-4-48 15,0-6 50-15,15-7-51 16,3-8-19-16,7-4 5 0,-3-3-35 16,0-3 14-16,-4-15-8 15,-7-5-47-15,-9-8 44 16,-2-1-65-16,-4-1 111 15,-19 1 0-15,2 7 37 16,-2 7 89-16,7 8-14 16,7 5-38-16,7 5 9 15,2 0-69-15,0 0-7 16,23 0 5-16,17 0-12 16,7 0 0-16,6-5-63 15,-2-10-55-15,1-6 5 16,-10-5-38-16,-11-6-15 0,-6-4 39 15,-17-4 58-15,0-1 69 16,-8 7 139-16,0 10 78 16,0 13 34-16,0 11-125 15,-8 1-101-15,6 31-15 16,2 14 11-16,0 13 34 16,0 4-21-16,0 0-22 15,0-5 23-15,0-5-35 16,0-10 0-16,-13-7 8 15,-3-6 6-15,-1-9-22 16,-6-8 8-16,3-6-111 16,3-7-13-16,-2-17-177 15,11-5-565-15</inkml:trace>
  <inkml:trace contextRef="#ctx0" brushRef="#br0" timeOffset="84194.87">26174 3789 1058 0,'0'0'556'15,"0"0"-314"-15,0 0-42 16,0 0-8-16,0 0-22 15,0 0-92-15,0 0-13 16,14-23-65-16,5 21-6 16,2 2-6-16,-8 2-19 15,-6 24 29-15,-7 12-23 16,-9 12 25-16,-25 5 58 16,-1 2-31-16,-3-7 28 15,9-11 18-15,11-14-61 16,9-10 24-16,9-7-36 15,0-6 7-15,25-1-22 0,8-1 8 16,23-1-112 0,-5-13-159-16,-6-3-448 0</inkml:trace>
  <inkml:trace contextRef="#ctx0" brushRef="#br0" timeOffset="84612.8">26342 4243 1213 0,'0'0'540'15,"0"0"-363"-15,0 0-19 16,0 0-35-16,0 0-103 0,0 0-11 16,0 0 5-1,17 38-13-15,-17 0 56 0,0 8-4 16,-15 1-17-16,-1-3 56 15,3-8-68-15,4-11-8 16,2-8-5-16,7-9 6 16,0-8-6-16,0 0-11 15,20-17-55-15,3-15-108 16,4-12-166-16,-6-5-188 16,2-6 178-16,-9 6-287 15,-6 12 626-15,-1 16 569 16,-7 12-2-16,0 9-268 15,0 9-171-15,0 20 31 16,2 9-12-16,4 2-65 0,13 3 19 16,1-6-86-16,11-4-9 15,7-10-12-15,4-5-103 16,14-13-91-16,-11-5-169 16,-5 0-522-16</inkml:trace>
  <inkml:trace contextRef="#ctx0" brushRef="#br0" timeOffset="84870.5">27127 3754 1273 0,'0'0'733'0,"0"0"-614"15,0 0-66-15,0 0-18 16,75 199 60-16,-75-64 7 16,-29 15-28-16,-23-11 23 15,4-28-81-15,3-33 1 16,7-19-17-16,-2-4-42 16,-36 23-68-16,9-12-157 15,3-9-705-15</inkml:trace>
  <inkml:trace contextRef="#ctx0" brushRef="#br0" timeOffset="85733.26">25183 3749 183 0,'0'0'896'15,"0"0"-677"-15,0 0-160 16,0 0 39-16,0 0 105 16,0 0-41-16,0 0-9 15,-128 81-32-15,102-36-47 16,-6 30 50-16,-8 35-26 15,9 1 4-15,6-9 13 16,10-10-87-16,13-22 9 16,2 9-37-16,0 0 18 15,17-6-39-15,12-9 9 16,27-6-165-16,-2-18-156 0,-6-13-877 16</inkml:trace>
  <inkml:trace contextRef="#ctx0" brushRef="#br0" timeOffset="86772.34">27472 3479 646 0,'0'0'573'0,"0"0"-359"15,0 0-132-15,0 0 9 16,0 0-12-16,0 0-12 0,0 0 34 16,-13-23-89-16,13 23-2 15,0 0-10-15,0 0 20 16,0 0-18-16,0-1-2 15,0 1 0-15,-3 0 34 16,-2-2-18-16,1 0 34 16,2-2 45-16,2 2-48 15,0-2 32-15,0 0-32 16,0-1-46-16,0 0 49 16,14-1-50-16,-1-2 0 15,7 4-8-15,4 4 8 16,-8 0 0-16,-3 0 0 15,-8 14 0-15,-5 12 24 0,-3 8-23 16,-25 10 41 0,-6 2 57-16,-4-4-57 0,7-7 25 15,10-5-36-15,15-12-30 16,6-3 42-16,16-1-41 16,22-2 2-16,13-4-4 15,12-3-43-15,12-1-89 16,-8-3-159-16,-18 1-500 0</inkml:trace>
  <inkml:trace contextRef="#ctx0" brushRef="#br0" timeOffset="87318.64">27543 4493 1618 0,'0'0'872'16,"0"0"-669"-16,0 0-174 0,0 0-10 15,0 0-19-15,0 0-27 16,0 0-7-16,0 0-272 16,20 0-193-16,5 0-226 0</inkml:trace>
  <inkml:trace contextRef="#ctx0" brushRef="#br0" timeOffset="88141.99">28560 3964 1482 0,'0'0'543'0,"0"0"-390"15,0 0-125-15,0 0 13 16,0 0-13-16,-141-29-9 16,81 68 79-16,-7 19-49 15,0 15 37-15,7 7 8 16,11 2-67-16,11-4 35 16,20-7-60-16,11-12 10 15,7-9-5-15,9-9-7 16,20-11-1-16,12-13-16 0,3-10-87 15,10-7 16 1,-5 0-71-16,2-20-50 0,-6-6-6 16,-12-2-11-16,-8 2 150 15,-12 5 76-15,-9 10 147 16,-4 4 92-16,0 7-95 16,-2 0-76-16,-9 2 1 15,-3 12-61-15,8 5 26 16,-1-1-8-16,7-2-17 15,0-2 11-15,9-4-20 16,9-4-5-16,5-6-7 16,-6 0-4-16,3 0-6 15,-7-14 5-15,-3-6-43 16,-8-2 33-16,-2-5-7 0,0 4 34 16,-18-2 59-16,2 8-25 15,1 5 61-15,2 4 16 16,5 5-75-16,8 1 30 15,0 2-66-15,0 0 3 16,8 0-12-16,13-2-18 16,8-5-4-16,7-8-65 15,5-5-34-15,-8-10-50 16,0-7-124-16,-6-9-179 16,-4-4 235-16,-8-4 134 15,-9 3 114-15,1 8 286 16,-7 14 73-16,0 12 129 15,0 13-313-15,0 4-89 0,0 14-28 16,0 22-19-16,-7 15 63 16,1 5-38-16,4 6-56 15,-5-2 28-15,3-2-36 16,-4-6 0-16,2-6-8 16,-5-8-66-16,-1-11-72 15,4-13-8-15,-1-9-175 16,5-5-271-16</inkml:trace>
  <inkml:trace contextRef="#ctx0" brushRef="#br0" timeOffset="88476.2">28861 4243 1377 0,'0'0'350'0,"0"0"-250"16,0 0 8-1,0 0 16-15,13 128-15 0,-20-79 38 16,-4-6-60-16,2-2-59 15,-2-11-9-15,7-9-10 16,4-10-9-16,0-11 0 16,0 0-68-16,15-11 68 15,7-24-184-15,5-10-137 16,0-7-41-16,-2-3-15 16,-6 4-199-16,-5 11 576 15,-5 16 545-15,-9 18 21 16,0 6-364-16,-7 20-60 0,-7 16 27 15,4 8-86-15,3 0 2 16,7 0-56-16,0-8-29 16,22-5 0-16,10-9-64 15,14-10-97-15,41-12-103 16,-8-2-317-16,-6-16-450 0</inkml:trace>
  <inkml:trace contextRef="#ctx0" brushRef="#br0" timeOffset="88655.78">29590 4221 1527 0,'0'0'382'0,"0"0"-255"16,0 0 6-16,0 0-73 15,-135 40 5-15,98 0 69 16,1 4-78-16,14 4-2 0,9-4-54 16,8-7-5-16,5-9-2 15,7-13-84-15,20-8-24 16,15-14-21-16,-7-18-253 15,1-6-760-15</inkml:trace>
  <inkml:trace contextRef="#ctx0" brushRef="#br0" timeOffset="89312.47">29721 3563 783 0,'0'0'1227'16,"0"0"-1011"-16,0 0-187 15,0 0-29-15,0 0 1 16,0 0-1-16,-9 184 83 0,-5-68-22 16,-1-5 35-16,3-12 26 15,2-19-62-15,1-20 11 16,-3 6-45-16,-1 6-18 16,0-10 12-16,4-5-20 15,0-11 0-15,7-10-1 16,0-8-44-16,2-10-16 15,0-6-57-15,0-9-29 16,2-3 73-16,9 0-9 16,3-17 37-16,1-13-2 15,3-8-7-15,1-9 55 16,2-2 0-16,6-2 0 16,-5 5 10-16,3 7-10 0,-1 7 49 15,-6 11 57-15,-3 7-51 16,-1 8 2-16,-3 6-32 15,-2 0-18-15,-2 12 35 16,-3 16-20-16,-4 10 3 16,0 3 36-16,-2 8-47 15,-16-3 42-15,-2-3-26 16,0-6-30-16,4-6 37 16,5-12-31-16,7-4-6 15,4-11 0-15,0-4-9 16,0 0 0-16,22-20-43 15,12-17-226-15,3-11 31 16,5-8-117-16,-3-1-292 16,-10 12 205-16,-14 15 451 0,-11 18 487 15,-4 12-187-15,0 6-1 16,-15 24 9-16,1 4-110 16,6 4-71-16,3 0 38 15,5-4-104-15,13-2-1 16,23-5-35-16,20-8-25 15,6-3-1-15,35-11-208 16,-22-3-274-16,-8-2-380 0</inkml:trace>
  <inkml:trace contextRef="#ctx0" brushRef="#br0" timeOffset="90222.86">18985 6034 1343 0,'0'0'770'15,"0"0"-437"-15,0 0-206 16,0 0-45-16,0 0 17 0,0 0-68 15,0 0 26-15,62-23-57 16,-21 23 7-16,1 0-13 16,3 3 6-16,-3 7-25 15,-2 2-71-15,-11 4-194 16,-11-2-184-16,-9-2-347 0</inkml:trace>
  <inkml:trace contextRef="#ctx0" brushRef="#br0" timeOffset="90383.09">18959 6196 1925 0,'0'0'549'0,"0"0"-442"0,0 0-7 15,0 0-66-15,0 0 22 16,127 0-56 0,-67 0-5-16,29 4-32 0,-11 2-277 15,-8 0-369-15</inkml:trace>
  <inkml:trace contextRef="#ctx0" brushRef="#br0" timeOffset="91385.96">20185 5356 396 0,'0'0'1021'15,"0"0"-845"-15,0 0-152 16,-96 128 27-16,65-24 75 16,4 30 9-16,9 13 68 15,9-7-93-15,9-11-39 16,0-31 37-16,4-20-89 0,5-20 27 15,1-5-6 1,-4 1-31-16,-2-1 34 0,-4 2-35 16,0-15 4-1,-2-10 3-15,-18-12-14 0,-9-9-2 16,-9-9-39-16,5 0-126 16,-7-27-56-16,9-1-277 15,6 3-445-15</inkml:trace>
  <inkml:trace contextRef="#ctx0" brushRef="#br0" timeOffset="91868.86">20708 5606 1162 0,'0'0'531'15,"0"0"-349"-15,0 0 28 16,0 0-72-16,0 0-93 15,-131 30 41-15,102 31 6 16,0 26-8-16,9 4 20 16,9 4-86-16,9 1 3 15,2-20-21-15,0 2 11 16,17-10-25-16,12-15-47 16,25-12-104-16,-9-14-66 15,-1-15-323-15</inkml:trace>
  <inkml:trace contextRef="#ctx0" brushRef="#br0" timeOffset="92188.89">20880 6249 1913 0,'0'0'363'15,"0"0"-256"-15,0 0-103 16,0 0 11-16,0 0-22 15,0 0 7-15,67-127-21 16,-40 80 13-16,-9 0-144 16,-3-3 6-16,-4 4 47 15,1 3 99-15,-8 11 31 0,0 10 152 16,-4 10 76-16,0 12-69 16,0 0-154-16,0 16-22 15,0 20 4-15,0 10-17 16,0 11 46-16,0 3-47 15,-4-1-21-15,2-2-61 16,2 1-188-16,0-14-127 16,0-13-766-16</inkml:trace>
  <inkml:trace contextRef="#ctx0" brushRef="#br0" timeOffset="92657.14">21426 6133 1859 0,'0'0'584'0,"0"0"-449"16,0 0-93-16,0 0-30 15,0 0 4-15,152-8-16 16,-110 8-21-16,12 0-132 0,-17 0-206 15,-3 0-477-15</inkml:trace>
  <inkml:trace contextRef="#ctx0" brushRef="#br0" timeOffset="93443.89">22189 5793 1092 0,'0'0'649'0,"0"0"-516"16,0 0-107 0,0 0-5-16,0 0 7 0,-127 12 67 15,100 22 34-15,13 10 0 16,5 10-3-16,9 4-15 15,0 4-38-15,0-1-60 16,14-5 52-16,-3-6-64 16,-2-6 2-16,-5-10 15 15,-4-8-2-15,0-8-16 16,0-8 0-16,-4-8-28 16,-7-2 19-16,2-12-33 15,7-20-63-15,2-12-39 16,9-10-55-16,20-5-45 15,2 8 64-15,9 9 148 0,-7 16 32 16,-2 16 31-16,-2 10 7 16,-6 10 56-16,-8 19 7 15,-1 10 57-15,-14 3-29 16,0 1-64-16,0-5 42 16,0-6-82-16,0-9-25 15,0-7 17-15,0-9-11 16,0-7-7-16,2 0 1 15,13-16-74-15,8-14-87 16,-3-9-110-16,7-3 48 16,2-2 157-16,0 5 36 15,0 12 30-15,-3 12 137 16,-6 13 18-16,-4 2 5 0,-5 19-82 16,-9 10-7-1,-2 10 48-15,0-1-46 0,0-4 10 16,-6-8-52-16,-1-6-22 15,5-10 18-15,2-6-27 16,0-4-15-16,0-6-15 16,22-18-161-16,7-6-70 15,4-6 34-15,10 0-13 16,-1 6 120-16,1 10 120 16,-5 9 103-16,-7 11 147 15,-11 0-80-15,-7 20-67 16,-4 13-49-16,-9 3-42 15,0 4 27-15,-7-4-39 0,-8-2-110 16,6-12-179 0,0-10-498-16</inkml:trace>
  <inkml:trace contextRef="#ctx0" brushRef="#br0" timeOffset="93861.87">22955 5709 1640 0,'0'0'385'15,"0"0"-218"-15,0 0-167 16,0 0-6-16,0 0 5 16,0 0-21-16,0 0 21 15,58-67 1-15,-53 79-25 16,-5 19 25-16,0 8 40 15,-18 4 14-15,0 1 39 16,5-6-29-16,6-4 33 0,7-8-29 16,0-8-47-16,3-6 49 15,18-5-48-15,15-7-22 16,18 0-77-16,-7-17-220 16,-5 1-420-16</inkml:trace>
  <inkml:trace contextRef="#ctx0" brushRef="#br0" timeOffset="94262.93">23152 6038 988 0,'0'0'496'0,"0"0"-303"15,0 0 15-15,0 0-19 0,0 0-95 16,0 0-22-16,0 0-14 15,42 40-49-15,-42-8 65 16,0 6-24-16,-11-2-38 16,-5-4 52-16,5-8-64 15,5-8 0-15,4-8 17 16,2-8-10-16,0 0-14 16,10-8-45-16,13-19-142 15,4-11-39-15,-6-5-83 16,2-6-64-16,-5 5-29 15,-7 9 409-15,-7 17 374 16,-4 13 170-16,0 5-411 16,0 19-35-16,-4 13-12 15,0 4-17-15,4-2 27 0,0-2-44 16,4-4 10-16,16-10-62 16,14-6-13-16,-1-12-20 15,18-2-109-15,-11-18-134 16,-4-7-309-16</inkml:trace>
  <inkml:trace contextRef="#ctx0" brushRef="#br0" timeOffset="94450.96">23680 5719 747 0,'0'0'1379'16,"0"0"-1188"-16,0 0-89 15,0 0-78-15,74 140 69 0,-63-79 43 16,-11 7-56-16,0 6 2 15,-7 0-71-15,-13 2 4 16,-11-6-30-16,-7-6-32 16,-11-6-166-16,9-15-91 15,2-18-539-15</inkml:trace>
  <inkml:trace contextRef="#ctx0" brushRef="#br0" timeOffset="95200.76">23952 5392 789 0,'0'0'226'15,"0"0"-113"-15,0 0-63 16,0 0 36-16,0 0 134 15,0 0-86-15,0 0-15 16,13-22-66-16,5 18-35 16,7 4 81-16,-5 0 4 15,2 9-35-15,-13 22 47 16,-9 11-53-16,0 9-1 16,-18 0 24-16,-9-2-42 15,0-9 16-15,10-11-50 16,5-8 4-16,12-11 20 15,0-6-33-15,29-4-1 0,9 0-27 16,22 0-165-16,-6-4-130 16,-11-6-490-16</inkml:trace>
  <inkml:trace contextRef="#ctx0" brushRef="#br0" timeOffset="95743.42">24266 6261 434 0,'0'0'1733'0,"0"0"-1395"15,0 0-328-15,0 0-10 16,0 0-175-16,0 0 61 0,0 0 27 16,2 7-213-16,14-9-619 15</inkml:trace>
  <inkml:trace contextRef="#ctx0" brushRef="#br0" timeOffset="96470.83">24980 5703 1215 0,'0'0'715'16,"0"0"-592"-16,0 0-122 15,-139 28 33-15,88 11 47 0,2 14 15 16,5 10 66 0,13 4-109-16,4 4 16 0,15-5-2 15,12-6-59-15,0-10 32 16,14-12-40-16,13-10-44 16,6-10 31-16,5-10-98 15,4-8 2-15,1 0 44 16,-8-14-105-16,1-10-6 15,-12-1 2-15,-11 4 96 16,-5 4 78-16,-8 6 174 16,0 11 59-16,-10 0-104 15,-9 6-120-15,3 14 59 16,-5 3 6-16,13 0-19 16,3-3 37-16,5-5-77 15,0-6-8-15,21-5-7 0,0-4 2 16,8 0-17-16,0-12-56 15,0-8-30-15,-8-8 58 16,-6-2-114-16,-10-2 15 16,-5-1 94-16,0 1 48 15,-2 9 113-15,-8 7 103 16,2 8-87-16,6 4 23 16,-3 4-114-16,5 0-11 15,0 0 19-15,9 0-29 16,18 0 1-16,2-2-18 15,4-6-27-15,5-6 3 16,-7-3-91-16,-4-5 11 0,-7-3 62 16,-7-2-14-16,-4-3 49 15,-4 4 7-15,2 2 38 16,-5 8 118-16,0 7-34 16,0 6-43-16,2 3-73 15,3 8 12-15,-2 22-18 16,2 14 0-16,-7 9 1 15,0 2 9-15,0 2-10 16,-5-5 0-16,-4-8 0 16,-4-10-20-16,-1-10-39 15,12-18-148-15,2-6-118 16,0 0-172-16</inkml:trace>
  <inkml:trace contextRef="#ctx0" brushRef="#br0" timeOffset="96788.64">25501 5975 1930 0,'0'0'469'0,"0"0"-459"16,0 0-10-16,0 0 10 15,0 0 27-15,-6 122 97 16,-6-81-94-16,-1-1-22 16,11-8-10-16,-3-10 11 15,5-8-38-15,0-11 19 16,7-3-61-16,11-11 61 15,6-17-174-15,-2-8-110 16,1-5 70-16,-8 0 88 0,-1 2 126 16,-5 10 25-1,-7 9 196-15,-2 13 109 0,0 7-187 16,0 9-109-16,-2 21-10 16,-7 8-18-16,7 6 15 15,2 0-21-15,0-3-53 16,31-6-57-16,38-12-174 15,0-9-256-15,-7-14-684 0</inkml:trace>
  <inkml:trace contextRef="#ctx0" brushRef="#br0" timeOffset="96964.9">26328 5990 1041 0,'0'0'1043'15,"0"0"-749"-15,0 0-248 0,0 0-46 16,0 0-40-16,-154 5 40 15,110 36 38-15,6 5-37 16,9 2 25-16,13-4-26 16,14-6-45-16,2-12 24 15,31-18-108-15,7-8-76 16,-3 0-194-16</inkml:trace>
  <inkml:trace contextRef="#ctx0" brushRef="#br0" timeOffset="97199.45">26330 5416 1788 0,'0'0'482'15,"0"0"-355"1,0 0-120-16,0 0 31 0,0 0-16 16,0 148 91-16,-9-66-57 15,-1 10 31-15,-9-5-63 16,4 8 3-16,1-6-5 15,6-6-6-15,-3-11-32 16,8-10 4-16,3-13-158 16,0-17-85-16,14-15-355 15,1-15-347-15</inkml:trace>
  <inkml:trace contextRef="#ctx0" brushRef="#br0" timeOffset="97540.85">26460 6002 409 0,'0'0'1379'0,"0"0"-1147"0,0 0-180 16,0 0-45-16,0 0 20 16,0 0-18-16,0 0 90 15,40 37-11-15,-40 3-29 16,0 3 36-16,0-3-53 16,0-6-35-16,0-13 32 15,4-6-30-15,5-13-9 16,9-2 30-16,7-14-30 15,2-18-75-15,-4-11-137 16,2-6-24-16,-7-4 93 16,-7 7-24-16,-7 10 167 15,-4 16 111-15,0 16 175 0,-6 4-126 16,-11 26-125-16,-6 15 1 16,7 7 81-16,5 4-62 15,11-2 0-15,0-4-55 16,21-6-24-16,27-2-72 15,4-9-136-15,-8-12-313 0</inkml:trace>
  <inkml:trace contextRef="#ctx0" brushRef="#br0" timeOffset="100171.07">17980 7175 1328 0,'0'0'573'16,"0"0"-347"-16,0 0-120 16,0 0-73-16,0 0 41 15,0 0-64-15,0 0-8 16,-9 61 35-16,-2-6 3 16,-3 7 13-16,1 5-53 15,4-6 8-15,-2-6-25 16,7-12 14-16,-3-11-72 0,7-11-29 15,0-21-182-15,0 0-73 16,7-4-174-16</inkml:trace>
  <inkml:trace contextRef="#ctx0" brushRef="#br0" timeOffset="100886.67">18114 7084 702 0,'0'0'804'16,"0"0"-654"-16,0 0-67 15,0 0-43-15,118 140 56 16,-111-68 0-16,-7 3 13 16,-21-1-5-16,-12-3-41 15,-11-9 2-15,-8-9-22 16,-4-13-36-16,7-11 23 16,-2-14-30-16,8-8 2 0,10-7 4 15,16-8 13-15,17-23-21 16,2-10 2-16,42-9-89 15,23-4 21-15,18 4-25 16,6 9 5-16,5 15 60 16,-9 16-11-16,-13 8 33 15,-7 2-1-15,-21 6 14 16,-17 11 69-16,-15 4-11 16,-14 7 13-16,-2 2 46 15,-25 5-69-15,-11-3-18 16,2-2-18-16,0-7-5 15,17-12-28-15,5-8 8 16,14-3-23-16,0-13 9 0,18-20-224 16,22-6 35-1,5-1 34-15,-1 3-46 0,-2 11 137 16,-13 13 84-16,-6 13 57 16,-17 0 83-16,-4 26 32 15,-2 7-22-15,0 3-36 16,0 3-65-16,8-7 32 15,5-9-61-15,5-6-18 16,11-11 42-16,2-6-44 16,9-4 0-16,4-23-9 15,3-8-128-15,-5-9-7 16,-3-7-58-16,-10-3-9 0,-3-1 4 16,-10 2 61-1,-3 9 146-15,-8 13 242 0,2 18 55 16,-7 13-45-16,0 8-199 15,0 32-6-15,0 14 72 16,0 10-101-16,0 3 18 16,-7 1-5-16,4-4-24 15,1-8-1-15,0-10-6 16,2-12-102-16,0-12-16 16,0-9-65-16,-9-13 0 15,-11-11 73-15,-2-15-298 16,4-6-357-16</inkml:trace>
  <inkml:trace contextRef="#ctx0" brushRef="#br0" timeOffset="100996.77">18983 7499 945 0,'0'0'385'0,"0"0"-76"16,0 0-109-16,151-84-43 15,-97 72-116-15,-7 4-41 16,2 4 16-16,-11 2-16 16,-2 2-77-16,-11 0-257 15,-17 0-599-15</inkml:trace>
  <inkml:trace contextRef="#ctx0" brushRef="#br0" timeOffset="101260.89">18571 7032 1532 0,'0'0'370'0,"0"0"-279"16,0 0 29-16,0 0-58 15,0 0-41-15,-74 104 84 16,90-69-47-16,19 1-2 16,17-5-56-16,6-4-21 15,22-5-91-15,-16-6-219 16,-8-6-524-16</inkml:trace>
  <inkml:trace contextRef="#ctx0" brushRef="#br0" timeOffset="101381.25">18646 8035 1881 0,'0'0'22'15,"0"0"-22"-15,0 0-1016 0</inkml:trace>
  <inkml:trace contextRef="#ctx0" brushRef="#br0" timeOffset="101873.3">20008 7458 1549 0,'0'0'342'0,"0"0"-306"15,0 0-35-15,0 0 92 16,-24 121-32-16,11-69 60 15,2-1-26-15,6-5-70 16,5-4 13-16,0-10-38 16,5-10 0-16,14-13-7 0,6-9 6 15,4 0-10-15,4-21-42 16,1-10-176-16,-3-14-18 16,-4-2-11-16,-7-9 75 15,-5 5 144-15,-1 5 39 16,-5 9 130-16,-7 16 151 15,0 10 28-15,-2 11-98 16,0 0-94-16,0 16-74 16,0 18 74-16,0 10-83 15,0 9-17-15,0 3-17 16,0-2-17-16,0 8-112 16,0-18-133-16,7-14-354 0</inkml:trace>
  <inkml:trace contextRef="#ctx0" brushRef="#br0" timeOffset="102063.05">20534 7525 920 0,'0'0'1068'15,"0"0"-753"-15,0 0-183 16,0 0-51-16,0 0-58 15,0 0 36-15,0 0-59 16,103-5-31-16,-74 14-106 16,-6 1-354-16,-17 1-344 0</inkml:trace>
  <inkml:trace contextRef="#ctx0" brushRef="#br0" timeOffset="102207.57">20528 7689 1242 0,'0'0'980'0,"0"0"-690"15,0 0-226-15,0 0-64 16,0 0 0-16,130 5-9 16,-66-5-65-16,-6 0-296 15,-9-4-1104-15</inkml:trace>
  <inkml:trace contextRef="#ctx0" brushRef="#br0" timeOffset="102995.86">21549 7365 1083 0,'0'0'504'15,"0"0"-344"-15,0 0 41 16,0 0 14-16,0 0-40 16,0 0-21-16,0 0-133 15,-71-76-6-15,28 102-27 16,1 16 36-16,9 10-24 16,8 13 71-16,9 2-32 15,16 0 41-15,0-4-44 16,2-6-30-16,12-10 34 15,-1-10-39-15,-7-7-1 16,2-9 0-16,-8-6 24 16,0-7-50-16,-18-4 25 15,-5-4-54-15,4-4 43 0,3-24-73 16,7-14-18 0,9-8-44-16,13-4-59 0,20 2 85 15,8 12 73-15,3 14 48 16,-1 15 25-16,-5 11 9 15,-7 7 57-15,-6 18-26 16,-10 8-22-16,-9 2 75 16,-6 4-23-16,0-3-62 15,0-1 19-15,0-9-51 16,-4-9-2-16,2-3-53 16,-9-11-114-16,7-3-123 15,-6 0-488-15</inkml:trace>
  <inkml:trace contextRef="#ctx0" brushRef="#br0" timeOffset="103183.03">21622 7267 1910 0,'0'0'790'16,"0"0"-597"-16,0 0-21 15,0 0-172-15,0 0-36 16,0 0-54-16,0 0-105 16,0-94-471-16</inkml:trace>
  <inkml:trace contextRef="#ctx0" brushRef="#br0" timeOffset="103696.15">21734 7620 1452 0,'0'0'243'0,"0"0"-205"16,0 0 4-16,0 0 21 0,0 0 45 15,0 0-19-15,0 0 54 16,-16 98-11-16,7-55-64 16,7-6-47-16,-2-5 17 15,-1-8-32-15,5-10-6 16,0-8 18-16,0-6-12 15,0 0 18-15,11-16-24 16,14-18-52-16,4-8-26 16,6-11-27-16,5 1-7 15,3 0 12-15,-3 13 99 16,-2 13 1-16,-7 12 128 16,-11 14-46-16,1 0 0 15,-13 21-54-15,-6 14 24 0,-2 8 19 16,0 6-53-16,-4-3 28 15,-7-2-46-15,2-8-86 16,0-10-3-16,7-14-142 16,2-7-96-16,0-5-237 0</inkml:trace>
  <inkml:trace contextRef="#ctx0" brushRef="#br0" timeOffset="104047.02">22191 7457 1303 0,'0'0'358'0,"0"0"-261"16,0 0-32-16,0 0-4 16,0 0 121-16,0 0 20 0,58 118-84 15,-58-68 35-15,-7 3-74 16,-9-5-52-16,3-8 18 16,4-10-44-16,0-10-1 15,9-12 7-15,0-8-1 16,0 0-12-16,14-22-10 15,12-14-197-15,1-15 31 16,0-7-99-16,-3-5-34 16,-1 1-223-16,-8 8 182 15,-3 17 356-15,-10 23 779 16,-2 14-477-16,0 14-130 16,-16 24-36-16,3 8-22 0,1 7 27 15,10 0-67 1,2-4-13-16,0-5-61 0,18-7-80 15,45-8-93-15,-12-11-168 16,2-10-440-16</inkml:trace>
  <inkml:trace contextRef="#ctx0" brushRef="#br0" timeOffset="104592.62">22947 7640 810 0,'0'0'1078'0,"0"0"-742"16,0 0-151-16,0 0-118 15,0 0 5-15,0 0 2 16,140 24-73-16,-89-17 36 16,-4-1-37-16,2-3-18 0,-13-1-66 15,-5-1-206-15,-9-1-251 16,-10 0-299-16</inkml:trace>
  <inkml:trace contextRef="#ctx0" brushRef="#br0" timeOffset="104834.87">23038 7670 1373 0,'0'0'762'0,"0"0"-475"15,0 0-91-15,0 0-66 0,0 0-114 16,0 0 0-16,0 0-13 15,116 10-1-15,-74-7-4 16,1 3-74-16,1-5-120 16,-2-1 12-16,3 0-134 15,-9-7 6-15,-14-5-245 0</inkml:trace>
  <inkml:trace contextRef="#ctx0" brushRef="#br0" timeOffset="104991.03">23611 7461 1228 0,'0'0'590'16,"0"0"-398"-16,0 0-58 16,0 0-3-16,0 0-61 15,0 0 14-15,56 150-4 16,-68-91-65-16,-17 3-15 0,-27 18-90 16,10-18-186-16,1-13-287 15</inkml:trace>
  <inkml:trace contextRef="#ctx0" brushRef="#br0" timeOffset="105854.75">24571 7606 1272 0,'0'0'341'15,"0"0"-181"-15,0 0 32 16,0 0 95-16,0 0-68 16,0 0-82-16,0 0-104 0,-46-14-17 15,4 42-16-15,-1 9 0 16,3 6 0-16,11-3-11 15,13-6 11-15,14-8-35 16,2-12 3-16,6-12-51 16,23-2 83-16,10-14-58 15,3-20-111-15,0-12-89 16,-1-38-78-16,-12 7-229 16,-14 6-97-16</inkml:trace>
  <inkml:trace contextRef="#ctx0" brushRef="#br0" timeOffset="106204.96">24610 7227 325 0,'0'0'718'0,"0"0"-109"15,0 0-209-15,0 0-57 16,0 0-212-16,0 0-119 16,0 0 22-16,-70 89 24 0,53 1-7 15,1 1 56-15,7-2-85 16,9-9-4-16,0-14-18 16,16-12 9-16,10-16-18 15,8-13-21-15,4-18-50 16,4-7 66-16,-7-3-129 15,2-26-18-15,-4-11-23 16,-7-6-64-16,-1-3 155 16,-9 2 93-16,-5 13 12 15,-9 16 265-15,-2 18-116 16,0 0-116-16,0 30-42 0,0 10 7 16,0 6 2-1,6-3-12-15,6-6 1 0,11-9-1 16,-2-10 0-16,8-10-48 15,2-8-13-15,3-4-83 16,-5-22-63-16,0-26-125 16,-11 6-54-16,-3 0-190 0</inkml:trace>
  <inkml:trace contextRef="#ctx0" brushRef="#br0" timeOffset="106320.9">25142 7502 827 0,'0'0'823'0,"0"0"-508"15,0 0-216-15,0 0-25 16,0 0-14-16,0 143-11 15,-9-82 44-15,1 3-82 16,-4-6-11-16,10-8-2 16,2-10-225-16,2-15-87 0,12-15-359 15</inkml:trace>
  <inkml:trace contextRef="#ctx0" brushRef="#br0" timeOffset="106485.17">25474 7543 1679 0,'0'0'376'0,"0"0"-307"15,0 0-45-15,0 0-17 16,123 0 11-16,-94 10-36 16,-2 2-107-16,-13 1-464 0</inkml:trace>
  <inkml:trace contextRef="#ctx0" brushRef="#br0" timeOffset="106623.07">25483 7746 1328 0,'0'0'788'15,"0"0"-627"-15,0 0-145 16,0 0-16-16,134 10-113 16,-56-10-86-16,-15 0-74 15,-8-4-1098-15</inkml:trace>
  <inkml:trace contextRef="#ctx0" brushRef="#br0" timeOffset="107542.97">26502 7316 633 0,'0'0'1000'0,"0"0"-732"16,0 0-116-16,0 0 1 16,0 0-77-16,0 0-47 15,-127-41 4-15,82 89-10 16,1 18 46-16,2 10-1 15,11 5-44-15,10-7 52 16,15-11-50-16,6-10-18 16,0-14 7-16,6-7-15 15,19-17-8-15,6-10-59 0,9-5-37 16,0-8 51 0,3-18-67-16,-3-9-32 0,-11 1-29 15,-9 4-16-15,-9 6 197 16,-7 11 96-16,-4 12 91 15,0 1-55-15,-4 10-113 16,-9 15 34-16,1 4 3 16,8 0-55-16,4-3 27 15,0-3-12-15,6-9 0 16,17-6-32-16,-1-8-8 16,3 0-35-16,-1-1 22 15,-8-18-35-15,-5-3 1 0,-9-7-49 16,-2-2-19-1,0-4 102-15,-20 6 37 0,0 3 65 16,4 6 160-16,5 9-85 16,7 6-8-16,4 3-71 15,0-1-49-15,13-1-24 16,16-1-5-16,4-6-2 16,10-4-50-16,1-5-151 15,-5-2 58-15,-8-5 73 16,-12-3 32-16,-7 0 50 15,-10 0 7-15,-2 4 52 16,0 8 153-16,0 6 27 16,-2 8 3-16,0 4-159 15,-3 7-55-15,0 24-16 16,-3 11 8-16,1 12 9 0,1 8 5 16,-6 1-13-16,1-5-28 15,5-5 5-15,-4-10-110 16,4-8-1-16,-1-20-120 15,3-7-149-15,2-8-622 0</inkml:trace>
  <inkml:trace contextRef="#ctx0" brushRef="#br0" timeOffset="107877.85">26919 7528 1674 0,'0'0'254'0,"0"0"-204"16,0 0-1-16,38 103-4 15,-38-54 36-15,0 3 50 0,0-2-44 16,-13-4-1 0,1-7-54-16,8-14-23 0,-1-9-18 15,5-13 9-15,0-3-57 16,13-11 44-16,12-21-194 16,0-9-96-16,4-12-174 15,-9-3 164-15,-5-2 147 16,-1 6 166-16,-5 11 15 15,-7 20 560-15,-2 14-187 16,0 7-175-16,0 21-137 16,-4 16-6-16,-3 6 10 15,4 3-21-15,3 0-42 16,5-8-17-16,21-6-81 0,13-12-94 16,36-20-115-16,-5 0-114 15,-1-2-298-15</inkml:trace>
  <inkml:trace contextRef="#ctx0" brushRef="#br0" timeOffset="108054.66">27715 7439 1538 0,'0'0'489'16,"0"0"-456"-16,0 0-10 16,-141 93-9-16,103-47 3 15,16-2 106-15,9-4-73 16,13-4-40-16,0-10-10 0,18-10-9 15,10-10-90 1,15-10-77-16,-5-18-300 0,-9-8-188 0</inkml:trace>
  <inkml:trace contextRef="#ctx0" brushRef="#br0" timeOffset="108265.31">27808 6880 1222 0,'0'0'701'0,"0"0"-460"16,0 0-194-16,0 0-16 16,0 0-21-16,7 131 69 15,-7-50 69-15,0 9-87 16,0 7-3-16,-7-13-52 16,1 5 15-16,-6-5-42 15,3-12-27-15,5-2-150 0,2-20-124 16,2-17-768-16</inkml:trace>
  <inkml:trace contextRef="#ctx0" brushRef="#br0" timeOffset="108647.86">28051 7471 1401 0,'0'0'181'16,"0"0"-168"-16,0 0 0 15,0 0 105-15,0 0 57 0,7 137 64 16,-20-95-135-16,-1-1-60 16,1-8-6-16,4-8-29 15,5-13-9-15,4-7 0 16,0-5 12-16,0-2 0 16,24-24-12-16,0-9-194 15,10-12 23-15,-1-7-68 16,0-2 92-16,-8 3-65 15,-2 13 212-15,-19 16 264 16,-4 16 210-16,0 8-379 16,-13 20-42-16,-5 20-16 15,-3 7 53-15,11 4 43 16,3 3-75-16,7-5 10 16,0-7-68-16,25-5-18 15,10-12-22-15,21-9-169 0,-7-8-147 16,-14-8-563-16</inkml:trace>
  <inkml:trace contextRef="#ctx0" brushRef="#br0" timeOffset="111397.11">17258 8990 1174 0,'0'0'524'0,"0"0"-286"16,0 0 31-16,0 0-124 15,0 0 89-15,0 0-13 16,0 0-91-16,-7-7 9 16,7 7-87-16,0 0-44 0,4 0-7 15,21 0-1 1,6 0 0-16,4 0-6 0,13 9-9 16,-1 1-27-16,-3-1-65 15,-4-1-61-15,-5 5-110 16,-8-6-252-16,-13 2-259 0</inkml:trace>
  <inkml:trace contextRef="#ctx0" brushRef="#br0" timeOffset="111591.51">17342 9068 1513 0,'0'0'379'0,"0"0"-231"0,0 0-90 16,0 0-1-16,130-32 11 15,-90 28-50-15,-2 1 27 16,-5 1-45-16,-2 0-33 16,-4-1-96-16,-7-6-140 15,5-19-94-15,-10 2-2 16,6-1-241-16</inkml:trace>
  <inkml:trace contextRef="#ctx0" brushRef="#br0" timeOffset="111711.08">17826 8831 827 0,'0'0'566'16,"0"0"-231"-16,0 0-79 15,0 0-104-15,0 0-13 16,35 106-69-16,-39-53-58 16,-21 3 31-16,2-3-43 15,-11 10-54-15,12-15-190 0,1-14-498 0</inkml:trace>
  <inkml:trace contextRef="#ctx0" brushRef="#br0" timeOffset="111950.97">18470 8993 1378 0,'0'0'481'16,"0"0"-448"-16,0 0 14 15,0 0 34-15,0 0 63 16,-40 113 21-16,38-69-61 0,2 2-33 15,0 2-71-15,0-6-72 16,0-9 17-16,2-6-93 16,-2-10-95-16,0-12-116 15,0-5-538-15</inkml:trace>
  <inkml:trace contextRef="#ctx0" brushRef="#br0" timeOffset="112108.86">18401 8964 1506 0,'0'0'487'16,"0"0"-320"-16,0 0-87 16,0 0-55-16,141-58-15 15,-112 58 9-15,-4 3-38 0,-8 23 18 16,-17 36-224 0,-9-8-67-16,-13 3-580 0</inkml:trace>
  <inkml:trace contextRef="#ctx0" brushRef="#br0" timeOffset="112258.95">18189 9485 140 0,'0'0'1754'16,"0"0"-1242"-16,0 0-470 15,0 0-5-15,0 0 21 16,116 4-46-16,-60-4-12 16,2 0-19-16,24-8-100 15,-16-2-158-15,-14-1-481 0</inkml:trace>
  <inkml:trace contextRef="#ctx0" brushRef="#br0" timeOffset="112462.78">19113 9224 1908 0,'0'0'713'0,"0"0"-624"16,0 0-87-16,0 0-2 16,0 0-27-16,0 0 18 15,135-2-101-15,-99 15-168 16,-18-1-262-16</inkml:trace>
  <inkml:trace contextRef="#ctx0" brushRef="#br0" timeOffset="112610.7">19088 9386 1624 0,'0'0'895'0,"0"0"-738"16,0 0-157-16,0 0-78 15,0 0-118-15,167 16-57 16,-109-16-122-16,-7 0-890 0</inkml:trace>
  <inkml:trace contextRef="#ctx0" brushRef="#br0" timeOffset="113262.57">20151 8649 335 0,'0'0'761'0,"0"0"-467"16,0 0-130-16,0 0 17 16,0 0-54-16,0 0-81 15,0 0 27-15,-122 87-19 16,99 28 46-16,12 36 30 15,7 11-34-15,4-7 2 16,0-35-36-16,4-39-35 16,5-18 34-16,2-13-61 15,-7 4 0-15,4 1 2 16,-8-1-1-16,0-13-2 16,-10-10-62-16,-16-11-96 0,-19-13 35 15,5-4-148 1,5-3-311-16</inkml:trace>
  <inkml:trace contextRef="#ctx0" brushRef="#br0" timeOffset="113987.89">20619 8740 1320 0,'0'0'266'15,"0"0"-141"-15,0 0-27 16,-109 141 21-16,80-29 67 16,11 1-86-16,12-7-25 15,6-13-49-15,6-28-9 16,21 4-34-16,29 5-59 16,-12-26-187-16,1-19-323 0</inkml:trace>
  <inkml:trace contextRef="#ctx0" brushRef="#br0" timeOffset="114266.38">20847 9406 1609 0,'0'0'192'16,"0"0"-192"-16,0 0-23 15,89-113 11-15,-62 69 3 16,-10-7 18-16,-1 1 42 15,-5 1-51-15,-2 10 2 16,-7 6-1-16,-2 13 169 16,0 15 113-16,0 5-94 15,0 9-183-15,0 28 31 16,-4 12-31-16,-5 14-4 0,5 5 2 16,-1-3-4-16,5 0-92 15,0-7-77-15,0-16-229 16,9-17-557-16</inkml:trace>
  <inkml:trace contextRef="#ctx0" brushRef="#br0" timeOffset="114414.95">21335 9266 1655 0,'0'0'219'0,"0"0"-219"16,0 0-51-16,0 0-95 0,0 0 82 15,120 34 64-15,-97-27-342 16</inkml:trace>
  <inkml:trace contextRef="#ctx0" brushRef="#br0" timeOffset="114634.47">21678 9157 1530 0,'0'0'359'0,"0"0"-277"16,0 0-28-16,-42 141 9 16,40-97 8-16,2-4 78 15,0-4-63-15,19-6-64 16,10-9-22-16,7-9-57 16,-2-10-83-16,8-11-98 0,-6-15-242 15,-12-5-262-15</inkml:trace>
  <inkml:trace contextRef="#ctx0" brushRef="#br0" timeOffset="114758.63">21941 9184 1557 0,'0'0'740'0,"0"0"-615"15,0 0-99-15,0 0-31 16,0 0 24-16,0 138-9 16,0-92 16-16,0-3-26 15,0-1-61-15,0-10-187 16,7-16-493-16</inkml:trace>
  <inkml:trace contextRef="#ctx0" brushRef="#br0" timeOffset="115119.66">22091 8770 1410 0,'0'0'520'0,"0"0"-387"0,0 0-64 16,0 0 41-16,0 0 15 15,0 0-33-15,0 0-69 16,42-19-23-16,-26 19-1 15,-1 14-8-15,-13 20-15 16,-2 10 24-16,-2 4 17 16,-23 5-11-16,6-7 53 15,1-4-58-15,9-10-1 16,9-9 8-16,0-6-8 16,40-17-29-16,-5 0-211 15,4-5-630-15</inkml:trace>
  <inkml:trace contextRef="#ctx0" brushRef="#br0" timeOffset="115306.55">22434 8860 1114 0,'0'0'558'16,"0"0"-460"-16,0 0 18 16,31 150-61-16,-31-82 90 15,0 10 56-15,0 4-66 16,-11 4-68-16,-7-1-35 15,-9-8-32-15,-2-4-6 16,-9-5-118-16,7-18-148 16,4-18-209-16</inkml:trace>
  <inkml:trace contextRef="#ctx0" brushRef="#br0" timeOffset="116223.35">22643 8640 234 0,'0'0'767'16,"0"0"-601"-16,0 0 31 15,0 0-4-15,0 0-5 16,0 0-58-16,0 0-34 15,0-30-58-15,0 24 60 16,0 3-88-16,0 0 17 0,0 3 63 16,0 0-58-1,0 0 33-15,0 0-28 0,0 0-36 16,0 0 36-16,0 0-37 16,0 0 0-16,0 0-2 15,0 0 20-15,0 0-16 16,0 0-2-16,0 0 0 15,0 0 34-15,0-2-4 16,0-2 24-16,0-2 26 16,0-2-74-16,7 0 36 15,7-4-42-15,1 4-8 16,5 3-11-16,3 5 19 16,-8 0-8-16,-2 12 7 15,-10 15-26-15,-3 11 21 16,-5 11 6-16,-21 1 0 0,-1-4 49 15,7-6-34 1,7-12-15-16,7-8 5 0,6-6 14 16,19-4 11-16,16-3-30 15,10-7-23-15,35 0-45 16,-18-3-266-16,-4-11-493 0</inkml:trace>
  <inkml:trace contextRef="#ctx0" brushRef="#br0" timeOffset="120857.25">23254 9166 757 0,'0'0'410'15,"0"0"241"-15,0 0-378 16,0 0-173-16,0 0-23 15,0 0-15-15,0 0-53 16,-104 20 4-16,63 8-3 16,12 2 7-16,2 0-4 15,14-2-13-15,11-6 0 16,2-6 3-16,11-8-3 16,18-8-15-16,6 0 3 15,8-14-130-15,1-15-39 0,-3-12-47 16,-3-8 8-16,-11-6-39 15,-8-8-12-15,-1-7-6 16,-5-2 277-16,-3 0 74 16,-8 5 251-16,-2 14 23 15,0 14-4-15,0 18-19 16,0 18-164-16,-2 3-103 16,-12 35-58-16,-1 21 10 15,-1 20 119-15,-4 12-75 16,11 5-12-16,2-8 5 15,7-6-41-15,0-15 0 16,21-14-6-16,0-18-29 16,8-12 29-16,6-13-73 0,-4-7-30 15,-5-7 19 1,-4-17-22-16,1-8 1 0,-10 0 41 16,-9 0 64-16,1 6 8 15,-5 8 122-15,0 12 38 16,0 6-79-16,0 10-89 15,0 21 0-15,0 10 6 16,0 3 16-16,0-4 4 16,9-5-26-16,6-13 1 15,10-10-7-15,2-11-10 16,-5-1 1-16,5-9-36 16,-2-17-60-16,-8-6 77 15,1-5-102-15,-3-3 16 16,-1 4 114-16,-3 7 6 0,-2 6 24 15,-7 14 150-15,3 9-101 16,-3 0-41-16,3 32-32 16,-5 15 0-16,0 11-7 15,0 6 7-15,2 11-145 16,2-19-214-16,7-18-916 0</inkml:trace>
  <inkml:trace contextRef="#ctx0" brushRef="#br0" timeOffset="121162.9">24309 9290 694 0,'0'0'1324'16,"0"0"-973"-16,0 0-160 16,0 0-104-16,0 0-54 15,0 0 25-15,0 0-51 16,106 0-14-16,-70 0 4 0,-14 3-219 15,-6 4-125-15,-11 0-435 16</inkml:trace>
  <inkml:trace contextRef="#ctx0" brushRef="#br0" timeOffset="121307.8">24266 9435 2018 0,'0'0'508'0,"0"0"-433"16,0 0-55-16,0 0-6 15,0 0-28-15,159 11-15 16,-117-11-142-16,-11 0-344 0</inkml:trace>
  <inkml:trace contextRef="#ctx0" brushRef="#br0" timeOffset="122846.76">25352 8708 378 0,'0'0'1007'0,"0"0"-673"15,0 0-111-15,0 0 26 0,-5-102-110 16,-3 92-100-16,-6 4 51 16,-6 6-90-16,-2 11-1 15,-7 42-8-15,-9 46 18 16,9 47 18-16,9 23 41 16,13-2-31-16,7-21 33 15,0-44-58-15,2-24-3 16,5-22 12-16,-1-10-6 15,2 6 4-15,-8 2-19 16,0 0 14-16,0-8-40 16,-23-8-23-16,-4-6-107 15,-20-3 10-15,12-9-130 16,-3-11-118-16</inkml:trace>
  <inkml:trace contextRef="#ctx0" brushRef="#br0" timeOffset="123430.45">25786 8805 1185 0,'0'0'571'0,"0"0"-481"15,0 0-57-15,-119 108 26 16,69-4 154-16,10 35-60 16,11 5-25-16,22-19-15 15,7-37-82-15,0-35-4 16,14-9-27-16,13 2 0 15,4-3-6-15,11 1-119 16,16-15-108-16,-2-12-162 0,-12-10-869 16</inkml:trace>
  <inkml:trace contextRef="#ctx0" brushRef="#br0" timeOffset="124955.08">25854 9525 1277 0,'0'0'569'0,"0"0"-359"15,0 0-114-15,0 0 0 16,0 0-68-16,0 0-15 0,124-144-2 16,-90 97-11-16,-5-1-1 15,-7 4-5-15,0 2-18 16,-8 6 24-16,-8 10 2 16,1 10 27-16,-7 8 148 15,0 8-152-15,0 1-25 16,0 29-16-16,0 16 16 15,-9 15 16-15,5 11-16 16,-6 3 10-16,10-3-30 16,0-8-59-16,0-4-103 15,10-19-152-15,5-18-640 0</inkml:trace>
  <inkml:trace contextRef="#ctx0" brushRef="#br0" timeOffset="125134.51">26390 9423 1111 0,'0'0'940'0,"0"0"-747"16,0 0-193-16,0 0 19 16,0 0-11-16,166 0-8 15,-93 2-8-15,-13 1-188 16,-6 0-542-16</inkml:trace>
  <inkml:trace contextRef="#ctx0" brushRef="#br0" timeOffset="125505.86">27166 9244 1309 0,'0'0'357'0,"0"0"-155"16,0 0-37-16,0 0-109 15,0 0 3-15,0 0-6 16,38-108-52-16,-11 103 11 0,0 5-12 16,-7 0-3-1,-9 26-7-15,-9 11 20 0,-2 11 30 16,-20 6 18-16,-18 4-42 15,-6-1 57-15,1-8-63 16,10-12 3-16,8-14 35 16,16-8-41-16,9-9 13 15,5-3-12-15,24 0 6 16,14-3-28-16,3 0-9 16,8-3-100-16,10-21-86 15,-12 5-178-15,-10-3-363 0</inkml:trace>
  <inkml:trace contextRef="#ctx0" brushRef="#br0" timeOffset="125856.96">27528 9215 1393 0,'0'0'370'0,"0"0"-151"16,0 0-87-16,0 0-86 16,0 0 78-16,0 0-25 15,-12 115 33-15,12-71-41 16,0-4-90-16,0-1 40 15,7-9-41-15,8-7 0 16,6-9-10-16,-1-7-29 16,2-7-4-16,5 0-54 15,-5-16-73-15,5-14-41 16,-2-11-58-16,1-5 56 16,-6 3 50-16,-4 6 163 15,-5 9 171-15,-7 16 181 16,-2 12-103-16,-2 0-106 15,0 24-130-15,0 17 66 0,0 5 7 16,0 5-43-16,0-1 2 16,0-1-45-16,5-9-30 15,2-10-80-15,15-16-125 16,-6-9-270-16,-1-5-574 0</inkml:trace>
  <inkml:trace contextRef="#ctx0" brushRef="#br0" timeOffset="127621.18">28261 9460 1669 0,'0'0'666'0,"0"0"-485"16,0 0-52-16,0 0-20 16,0 0-95-16,0 0 31 15,149-24-45-15,-97 23-15 16,-6 1-7-16,-6 0-216 16,1-3-102-16,-19 2-180 15,-7-4-414-15</inkml:trace>
  <inkml:trace contextRef="#ctx0" brushRef="#br0" timeOffset="127797.24">28560 9249 1452 0,'0'0'361'0,"0"0"-256"16,0 0 39-16,-43 143-93 15,28-82 19-15,1 1-59 16,5 1-11-16,3 2-22 15,-3-14-350-15,5-16-877 0</inkml:trace>
  <inkml:trace contextRef="#ctx0" brushRef="#br0" timeOffset="140307.67">27902 8874 916 0,'0'0'234'0,"0"0"-189"0,0 0-34 15,0 0 182-15,0 0 32 16,0 0-178-16,2-23 43 15,2 19 79-15,-2 0-81 16,-2 1 19-16,0 0 15 16,0 1 5-16,0 0 19 15,0 0-93-15,0-1-27 16,0 0 21-16,0 3-35 16,0 0 11-16,0 0-9 15,0 0 1-15,0 0 17 16,0 0-32-16,0 0 1 0,0 0 28 15,0 0-17-15,-4-4 7 16,-2 2-16-16,-3-2 12 16,5 0-18-16,-6 0 3 15,6-1 0-15,4 4 0 16,-2 1 13-16,2 0-13 16,0-2 0-16,0 2 2 15,0 0-8-15,2-2 6 16,6-1 0-16,13 3-2 15,-5 0-10-15,1 0 12 16,-5 0 0-16,-8 15 2 16,-4 4-11-16,-6 6 9 15,-21 5 0-15,-2-4 3 16,2-3 13-16,9-8-7 16,5-7-9-16,13-4 9 0,0-4-22 15,13 0 13-15,20 0-35 16,19 0 9-16,1 0-143 15,10 0-27-15,8 8-11 16,-13 3-135-16,-13 3-323 0</inkml:trace>
  <inkml:trace contextRef="#ctx0" brushRef="#br0" timeOffset="141177.43">28961 9274 848 0,'0'0'338'0,"0"0"-109"16,0 0 6-16,0 0 8 16,0 0 8-16,0 0 3 15,0 0-120-15,47-94 0 16,-47 94-91-16,0 0-42 15,0 2 8-15,0 24-9 16,0 15 0-16,-10 10 17 16,2 5-2-16,1 2 0 15,5-5-15-15,2-12 1 16,0-8-9-16,11-10 8 16,16-14 0-16,2-9-1 0,4 0-2 15,5-21 2-15,-3-14-40 16,0-11-70-16,-6-9 81 15,-8-5-67-15,2 0 73 16,-10 11 24-16,-4 8 1 16,-2 19 126-16,-5 12-18 15,-2 10-84-15,0 0-18 16,0 26-7-16,0 12 0 16,0 10 0-16,0 5 27 15,0 0-21-15,0-1-6 16,0-6-93-16,4-5-76 15,7-13-126-15,1-12-254 16,-1-13-287-16</inkml:trace>
  <inkml:trace contextRef="#ctx0" brushRef="#br0" timeOffset="141444.84">29621 8793 1707 0,'0'0'277'0,"0"0"-169"16,0 0-74-16,0 0 12 15,0 0 87-15,-125 110-52 16,84-74-17-16,10-6-30 16,12-7-23-16,9-8-1 15,10-5-10-15,10 0 0 16,23-3-3-16,13 0 3 0,10-2-1 15,7-5-38-15,-10 0-69 16,-3 0-3-16,-8 0-140 16,-15-3-240-16,-12-6-314 0</inkml:trace>
  <inkml:trace contextRef="#ctx0" brushRef="#br0" timeOffset="141608.44">29706 8805 1470 0,'0'0'335'16,"0"0"-221"-16,0 0-33 16,0 0-1-16,-14 152 4 15,5-90-54-15,-3 2-14 0,6 1-16 16,6-1-137 0,0-15-211-16,0-17-751 0</inkml:trace>
  <inkml:trace contextRef="#ctx0" brushRef="#br0" timeOffset="141826.77">29877 8911 606 0,'0'0'1354'0,"0"0"-1154"16,0 0-162-16,0 0 2 15,89 132 76-15,-71-57 29 0,-9 22-1 16,-9 24-70-16,-15-9-73 15,-20-13 39-15,-2-17-40 16,-7-20-51-16,1 3-26 16,-15 11-121-16,16-20-80 15,13-18-382-15</inkml:trace>
  <inkml:trace contextRef="#ctx0" brushRef="#br0" timeOffset="142598.63">30392 9138 1113 0,'0'0'635'16,"0"0"-387"-16,0 0-103 15,0 0-135-15,-116-5 5 16,80 49 31-16,5 14-15 16,6 3 31-16,10 1-24 15,11-6-26-15,4-10 10 16,2-12-22-16,23-10-3 16,-2-15-14-16,11-9-25 15,-2-7-4-15,1-27-72 16,1-13-124-16,-10-14 32 15,0-29 7-15,-6-29-6 0,-3-25 34 16,-5 10-68 0,-6 34 243-16,1 42 96 0,-5 36 519 15,0 9-69-15,0 13-262 16,0 5-217-16,0 36-52 16,-9 38-14-16,-9 33 53 15,5-1 38-15,1-9-20 16,8-15 2-16,4-22-74 15,0 0 6-15,6-4-7 16,10-13 7-16,5-16-6 16,0-15 0-16,6-15-31 15,4-2 19-15,3-26-87 16,-1-18-60-16,-4-11 21 16,-4-1 8-16,-11 8 117 0,-10 18 13 15,-4 25 147-15,0 5-55 16,-4 32-75-16,-10 15 26 15,5 3 31-15,9-1-19 16,0-9-3-16,9-6-28 16,13-12-7-16,12-13 2 15,1-9-19-15,8-9-27 16,-1-27-44-16,-4-10-124 16,-7-8 64-16,-4-6-21 15,-11-1-36-15,-1 9 133 16,-3 12 55-16,-6 18 333 0,-4 18-7 15,3 4-259 1,-5 31-67-16,0 22 39 0,0 15-38 16,-13 12 39-16,1 9-40 15,-3 15-130-15,3-21-348 16,-1-25-872-16</inkml:trace>
  <inkml:trace contextRef="#ctx0" brushRef="#br0" timeOffset="144053.69">19063 11332 988 0,'0'0'520'0,"0"0"-313"16,0 0 56-16,0 0-119 0,0 0 21 15,0 0 10-15,0 0-80 16,-8-32 25-16,8 32-44 16,0 0-26-16,0 0 59 15,0 0-70-15,0 0-4 16,0 0-20-16,13 0 10 16,9 0-25-16,14 0 0 15,1 0 0-15,6 0-24 16,-3 0-17-16,0 5-68 15,-13 11-149-15,-11-2-274 16,-14-6-347-16</inkml:trace>
  <inkml:trace contextRef="#ctx0" brushRef="#br0" timeOffset="144183.91">18954 11460 1410 0,'0'0'786'15,"0"0"-592"-15,0 0-193 16,0 0 15-16,118 4 27 15,-50-3-31-15,5 6-24 16,27 9-20-16,-15-2-161 16,-19 1-324-16</inkml:trace>
  <inkml:trace contextRef="#ctx0" brushRef="#br0" timeOffset="145359.16">19761 11265 937 0,'0'0'321'16,"0"0"-45"-16,0 0-59 0,0 0-13 16,0 0-7-16,0 0-98 15,0 0-22-15,27-90 0 16,-25 90-70-16,-2 10-1 16,0 22 0-16,0 14 24 15,0 12 47-15,0 4-64 16,0-1-12-16,0-8 11 15,11-12 8-15,5-11-20 16,1-12 0-16,10-12 13 16,6-6-37-16,6-8-13 15,-1-21-111-15,-5-15 15 16,-6-7-27-16,-2-9 24 16,-10-5 31-16,-7-1 14 0,0 11 91 15,-6 9 6 1,-2 17 221-16,0 17 62 0,0 12-183 15,0 12-88-15,0 26 4 16,0 16 11-16,0 8 34 16,0 5-58-16,0-1-9 15,9-2 0-15,7-8-25 16,13-1-141-16,-6-16-124 16,2-17-519-16</inkml:trace>
  <inkml:trace contextRef="#ctx0" brushRef="#br0" timeOffset="145521.12">20403 11414 1491 0,'0'0'714'0,"0"0"-431"16,0 0-219-16,0 0-54 16,0 0 14-16,143-9-24 15,-99 18-11-15,18 9-39 16,-8-2-220-16,-7-4-299 0</inkml:trace>
  <inkml:trace contextRef="#ctx0" brushRef="#br0" timeOffset="146495.97">21464 11044 1476 0,'0'0'565'0,"0"0"-351"0,0 0-76 16,0 0-20-16,0 0 18 16,0 0-81-16,0 0 20 15,-17-98-71-15,19 69 14 16,13-2-27-16,10 3 9 15,-3 9-12-15,2 6 11 16,3 13-37-16,-9 2 32 16,-7 28-6-16,-11 14 7 15,-4 11-16-15,-34 6 21 16,-14 4 0-16,-6-5 3 16,-4-9 17-16,6-14-20 15,12-13 0-15,6-16 0 16,16-8 27-16,11 0-21 0,11-10 23 15,0-12-9-15,26-2-7 16,17 2-13-16,5 5 0 16,8 12 0-16,4 5-27 15,-2 2 19-15,-6 18-48 16,-6 6-60-16,-7 10-93 16,-10-6-50-16,-14-6-448 0</inkml:trace>
  <inkml:trace contextRef="#ctx0" brushRef="#br0" timeOffset="146698.62">21138 11422 1659 0,'0'0'751'0,"0"0"-545"0,0 0-117 15,0 0 0-15,137-17-66 16,-66 13 2-16,5 3-14 15,6 1 13-15,-6 0-48 16,-3 0 18-16,-10 10-160 16,-14 7-50-16,-18 0-368 15,-15-5-577-15</inkml:trace>
  <inkml:trace contextRef="#ctx0" brushRef="#br0" timeOffset="147315.53">21352 11598 622 0,'0'0'307'15,"0"0"-161"-15,0 0-61 16,0 0 115-16,0 0-33 0,0 0-52 16,0 0-25-16,0 0-69 15,0 0 24-15,0 0 15 16,0 0-32-16,0 0 38 15,0 0-44-15,-2 0-2 16,0-4 22-16,2 0-40 16,0-2 20-16,0-2 6 15,0 0-9-15,0-2 56 16,0 2-35-16,6 1-22 16,13 4-7-16,-3 3-3 15,-1 0-8-15,-1 0 0 16,-8 18 7-16,-6 10-1 15,0 7 42-15,-4 3 14 0,-21 1 37 16,7-4-57 0,3-5 2-16,3-8-38 0,12-5 15 15,0-3-7-15,27-1-14 16,11-2 0-16,-2 2-8 16,4 1 8-16,-15 4 0 15,-19 4 0-15,-6 8-2 16,-27 6 2-16,-21 4 0 15,-18 1 0-15,2-2-1 16,-14 4-76-16,22-13-168 16,21-10-548-16</inkml:trace>
  <inkml:trace contextRef="#ctx0" brushRef="#br0" timeOffset="147917.64">22153 11304 232 0,'0'0'767'16,"0"0"-694"-16,0 0 112 15,0 0 210-15,0 0-120 16,0 0-100-16,0 0-12 15,40-78-89-15,-40 78-15 16,0 13-59-16,-4 17 10 16,-7 11 32-16,-1 9-41 15,8 8 41-15,4-2 6 16,0-1-42-16,0-8 37 16,14-8-43-16,3-6 6 0,8-10-3 15,-3-12-3 1,5-11 0-16,1 0-2 0,1-23-74 15,0-15-34-15,-4-11-30 16,-7-6-26-16,-5-6 94 16,-1 5 8-16,-10 7 64 15,0 17 129-15,0 17 125 16,3 15-45-16,-5 1-203 16,0 29 30-16,2 14-21 15,-2 13-15-15,0 4 7 16,2 2-7-16,-2-1-36 15,0-5-166-15,0-18-188 16,2-18-1088-16</inkml:trace>
  <inkml:trace contextRef="#ctx0" brushRef="#br0" timeOffset="148687.17">22690 10871 692 0,'0'0'233'0,"0"0"-141"0,0 0-12 15,0 0-22-15,0 0-25 16,0 0 29-16,0 0-62 16,-11 1 7-16,11 1-7 15,-4 1 9-15,-1-3 114 16,5 0 93-16,-2 0-108 15,0 0-35-15,2 0-64 16,-4 0 49-16,-2-3 19 16,4 1-64-16,0 2 32 15,2-1 28-15,0 1 7 16,0-6 70-16,0 4-52 16,10-10-9-16,5 3-86 15,3-3 25-15,6 1-29 0,-6 6 1 16,0 3 0-16,-5 2-25 15,-6 0 38-15,-7 24-13 16,0 8 49-16,-20 9-28 16,-2 3 58-16,-3-4-47 15,10-4-31-15,5-1 19 16,10-9-11-16,0 1-9 16,12-5 0-16,5-2 16 15,-1-4-23-15,-7 0 7 16,-7 2 0-16,-2 6-20 15,-17 8 13-15,-24 7-79 16,-32 21-68-16,6-12-155 16,7-9-414-16</inkml:trace>
  <inkml:trace contextRef="#ctx0" brushRef="#br0" timeOffset="149656.65">23109 11601 1255 0,'0'0'345'16,"0"0"-66"-16,0 0-35 16,0 0-8-16,0 0-19 15,0 0-138-15,0 0 5 16,89-84-84-16,-46 75 0 16,10 3 1-16,3 6 18 15,0 0-19-15,-3 0 0 16,-4 4-154-16,0 1-47 15,-13 1-303-15,-14-6-420 0</inkml:trace>
  <inkml:trace contextRef="#ctx0" brushRef="#br0" timeOffset="149844.59">23479 11261 1716 0,'0'0'496'15,"0"0"-467"-15,0 0 1 16,-31 131 10-16,13-63 46 16,2 6-54-16,-1 7-23 15,3 4-18-15,10 12-115 16,2-22-237-16,2-22-713 0</inkml:trace>
  <inkml:trace contextRef="#ctx0" brushRef="#br0" timeOffset="150409.21">24527 11269 857 0,'0'0'148'0,"0"0"-134"16,0 0 536-16,0 0-404 16,0 0-7-16,0 0-26 15,0 0-12-15,-13 3-25 0,22-8-32 16,6-11 27 0,1-9-71-16,-1-7 2 0,3-5-11 15,-5-7-37 1,1-5 11-16,-3 2 33 0,1 1 2 15,-8 3 0-15,0 14 77 16,3 8-3-16,-5 14 65 16,-2 7-122-16,0 0-17 15,0 17-21-15,0 23 7 16,0 17 14-16,-2 13 24 16,-11 8-23-16,1 4 10 15,1 0-11-15,3-3-2 16,-6-7-57-16,-9 3-126 15,6-16-128-15,1-19-458 0</inkml:trace>
  <inkml:trace contextRef="#ctx0" brushRef="#br0" timeOffset="150589.21">24188 11530 1540 0,'0'0'523'0,"0"0"-347"16,0 0-67-16,0 0 26 15,127 0-44-15,-58 0-75 16,12 0 26-16,-1 4-41 16,0 2-1-16,-6 0 0 15,8 6-76-15,-24-1-182 16,-15-4-422-16</inkml:trace>
  <inkml:trace contextRef="#ctx0" brushRef="#br0" timeOffset="151061.97">24394 11767 1048 0,'0'0'304'16,"0"0"-208"-16,0 0-8 0,0 0 137 15,0 0-57-15,-27 108-45 16,25-79 11-16,-4-3-90 16,4-6-5-16,2-6-19 15,0-7-3-15,0-5 5 16,12-2-22-16,13 0 0 15,6-2 6-15,9-12-6 16,-3-2-12-16,-1 2 10 16,-5 5-10-16,-6 9-6 15,-9 0 18-15,-10 12-3 16,-6 20 3-16,0 5 0 16,-4 7 21-16,-19 0 2 15,1-3-21-15,-5-6 36 0,5-4-38 16,2-9 0-1,5-6-14-15,-3-8-53 0,-22-8-125 16,9-5-118-16,-6-12-381 0</inkml:trace>
  <inkml:trace contextRef="#ctx0" brushRef="#br0" timeOffset="151196.63">24353 11768 937 0,'0'0'898'0,"0"0"-618"16,130-68-120-16,-66 47-29 15,5 2-108-15,0 9 5 16,-2 7-28-16,-7 3-42 16,8 0-66-16,-22 0-285 15,-11 0-677-15</inkml:trace>
  <inkml:trace contextRef="#ctx0" brushRef="#br0" timeOffset="151597.19">25125 11277 1386 0,'0'0'352'15,"0"0"-158"-15,0 0-175 16,0 0-8-16,0 0 124 16,2 130-41-16,-4-63 32 15,-8-1-55-15,10-2-26 16,0-8-16-16,0-9-12 0,16-11-16 15,7-11-1-15,-2-10 11 16,6-15-34-16,0 0-21 16,-2-22-82-16,-3-18-68 15,-2-13-134-15,-6-11-2 16,-6-6 44-16,1 4-7 16,-2 8 293-16,2 16 468 15,-5 16 93-15,1 16-69 16,-3 10-372-16,-2 7-82 15,2 26-37-15,-2 9 16 16,2 12 50-16,-2 4-67 16,0 0 0-16,0-6-1 15,2-6-88-15,8-11-91 0,-6-12-113 16,5-15-471-16</inkml:trace>
  <inkml:trace contextRef="#ctx0" brushRef="#br0" timeOffset="151872.41">25515 10990 995 0,'0'0'810'16,"0"0"-644"-16,0 0-134 0,0 0 14 15,53 103 87 1,-37-61-77-16,-5 3-3 0,-5-4-13 16,-1-5-25-16,-5-8 0 15,0-3-15-15,-7-12 0 16,-10-3-19-16,-10-10 16 16,-13-14-136-16,8-16-141 15,6-10-491-15</inkml:trace>
  <inkml:trace contextRef="#ctx0" brushRef="#br0" timeOffset="151981.49">25541 10912 702 0,'0'0'1155'16,"0"0"-841"-16,0 0-190 15,136-27-122-15,-87 27-2 16,21 19-24-16,-17 5-226 0,-4 1-427 0</inkml:trace>
  <inkml:trace contextRef="#ctx0" brushRef="#br0" timeOffset="152352.43">26060 11576 1667 0,'0'0'393'15,"0"0"-235"-15,0 0-46 16,126-14-40-16,-62 10-12 16,12 1-60-16,0 0-10 15,1-3-18-15,0 0-94 16,-4-11-98-16,-15 4-157 16,-15 0-516-16</inkml:trace>
  <inkml:trace contextRef="#ctx0" brushRef="#br0" timeOffset="152549.68">26518 11247 988 0,'0'0'686'16,"0"0"-509"-16,0 0 4 16,-60 143-33-16,35-77-72 15,5 7-30-15,-3-1 6 16,10 3-45-16,7-7-14 15,6-7-18-15,8-6-136 16,15-18-160-16,6-16-736 0</inkml:trace>
  <inkml:trace contextRef="#ctx0" brushRef="#br0" timeOffset="152824.64">27536 11151 1169 0,'0'0'336'0,"0"0"-122"16,-158-6 1-16,87 29 42 16,9 20-81-16,6 11-94 0,23 13 7 15,14 5-55-15,19 0 20 16,11 2 9-16,32-3-63 15,17-10 47-15,18-6-47 16,27-9-15-16,-5-15 9 16,41-12-167-16,-28-12-289 15,-30-7-563-15</inkml:trace>
  <inkml:trace contextRef="#ctx0" brushRef="#br0" timeOffset="153838.68">18872 13593 1642 0,'0'0'523'0,"0"0"-329"16,0 0 2-16,0 0-96 15,0 0-14-15,0 0-86 16,0 0 12-16,149-34-39 16,-98 34-32-16,-2 0-120 15,1 14-54-15,-19-2-265 16,-12 0-202-16</inkml:trace>
  <inkml:trace contextRef="#ctx0" brushRef="#br0" timeOffset="153988.87">18833 13694 1294 0,'0'0'655'0,"0"0"-481"16,0 0-82-16,0 0 93 15,130-3-92-15,-61-1-28 16,10 3-65-16,12 1-84 16,-20 0-135-16,-13 0-546 0</inkml:trace>
  <inkml:trace contextRef="#ctx0" brushRef="#br0" timeOffset="157216.75">19979 13272 512 0,'0'0'199'0,"0"0"-94"15,0 0-61-15,0 0 2 16,0 0 146-16,0 0-102 16,0 0-18-16,-13-16 47 15,11 13 29-15,0 1 37 16,2 0-27-16,0 0 15 15,0 2-50-15,0-3-21 16,0 1 30-16,0 0-64 16,0-4-1-16,4-2-4 15,5-1-56-15,-7-1 14 0,7-3-21 16,-7 5 1-16,-2 2-4 16,0 2 3-16,0 2-10 15,-11 0 3-15,-9 2-57 16,-9 0 52-16,-7 19-9 15,7 8 21-15,12 11-18 16,7 11 30-16,10 4-12 16,0 7 45-16,21-2-34 15,-1-3 40-15,3-6-48 16,-8-7 9-16,-9-5 1 16,-6-5-4-16,0 1-9 15,-19-7 8-15,-10-4 7 16,-8-8-8-16,6-12-7 0,10-2-30 15,2-18 6 1,17-20-99-16,2-12-21 0,27-6 51 16,15-1 0-16,12 10 91 15,-3 13-15-15,3 17 17 16,-3 17 42-16,-8 0-25 16,-10 26 30-16,-6 11 18 15,-12 4-32-15,-9 6 54 16,-6-3-57-16,0-5-29 15,0-4 18-15,0-13-19 16,0-5 0-16,0-14-55 16,0-3-64-16,0-3 72 15,10-29-123-15,5-7-391 16,12-11 245-16,0-4-285 16,2 7 601-16,-4 13 194 0,-6 19 385 15,-5 15-332-15,-3 14-72 16,-7 25-18-16,-4 9 16 15,0 6-78-15,0 1 20 16,-2-9-19-16,-7-12-79 16,5-10 35-16,4-12-52 15,0-9 0-15,0-3-14 16,13-12 1-16,7-20-118 16,9-9-17-16,5-10-6 15,1 0 10-15,5 1 17 16,-4 9 127-16,0 16 34 15,-7 14 143-15,-10 11-63 16,0 11-49-16,-11 24-40 16,-6 10 37-16,-2 7-62 0,0-2 0 15,0 6-1-15,-4-16-253 16,2-12-386-16</inkml:trace>
  <inkml:trace contextRef="#ctx0" brushRef="#br0" timeOffset="157568.13">20773 13467 1347 0,'0'0'368'0,"0"0"-230"15,0 0-76-15,0 0-21 16,0 0 80-16,62 134 17 0,-62-81 5 16,0-3-18-1,-2-7-93-15,0-6-32 0,0-11 14 16,2-11-14-16,0-15-30 15,4 0-18-15,14-23-21 16,7-15-85-16,-10-12-149 16,-1-10 8-16,-1-5 3 15,-11 7 105-15,0 12 187 16,0 23 483-16,-2 20-228 16,5 6-162-16,-2 38-42 15,1 10 11-15,7 2 19 16,7 3-42-16,6-3-13 15,7-7-26-15,12-10-34 16,30-12-81-16,-3-9-203 16,-10-15-747-16</inkml:trace>
  <inkml:trace contextRef="#ctx0" brushRef="#br0" timeOffset="157729.43">21533 13627 1309 0,'0'0'816'0,"0"0"-482"16,0 0-220-16,0 0-69 16,0 0-3-16,0 0-36 15,0 0 9-15,101 11-15 16,-43 1-120-16,-12-3-153 16,-6-5-324-16</inkml:trace>
  <inkml:trace contextRef="#ctx0" brushRef="#br0" timeOffset="158756.28">22523 13275 1192 0,'0'0'691'0,"0"0"-435"15,0 0-83-15,0 0-37 0,0 0-88 16,0 0 20-1,0 0-45-15,-18-68-7 0,20 47-19 16,18-1 3-16,5 3-24 16,4 4 8-16,-2 11-14 15,-14 4 2-15,-9 21-5 16,-4 18-53-16,-19 15 85 16,-26 8 0-16,-11 1 1 15,-7-5-15-15,5-12 15 16,10-16 0-16,10-14 10 15,11-14 7-15,18-2 5 16,9-9 13-16,0-16-29 16,31-5 24-16,12-2-29 15,13 8-1-15,2 8 0 16,4 10 3-16,1 6-21 0,-13 8 0 16,4 30-126-16,-14 0-54 15,-18-8-324-15</inkml:trace>
  <inkml:trace contextRef="#ctx0" brushRef="#br0" timeOffset="158953.13">22222 13633 2123 0,'0'0'368'16,"0"0"-344"-16,0 0-2 15,0 0-13-15,116 0 39 0,-47 3-47 16,2 1 24-16,12-1-25 16,20 4-86-16,-21-3-107 15,-18-3-393-15</inkml:trace>
  <inkml:trace contextRef="#ctx0" brushRef="#br0" timeOffset="159725.65">22436 13934 954 0,'0'0'603'0,"0"0"-468"15,0 0-81-15,0 0 66 16,0 0 60-16,0 0-34 0,0 0-41 16,-29-28-79-16,29 17 53 15,0-4-39-15,0 1-19 16,14-1 4-16,1-2-24 16,1 5-1-16,-1 2 1 15,-4 3 15-15,-4 7-32 16,-7 0 16-16,0 0-22 15,0 0 11-15,0 0-54 16,-2 11 65-16,-5 1-6 16,-4-3 9-16,2 2-13 15,3-3 10-15,-4-4-17 16,6 0 3-16,2-2 3 16,-5-2 11-16,5 0-1 0,2 0 15 15,0 0 21-15,0 0 8 16,0 0-19-16,0 0 32 15,15 0-56-15,8-2-10 16,-3-2 4-16,2 4 2 16,-6 0-13-16,-3 3 17 15,-11 14-19-15,-2 9-5 16,-4 9 48-16,-23 4-14 16,-4 3 35-16,-3-2-38 15,15-3 29-15,3-5-36 16,9-4 0-16,7-2 16 15,9 1-10-15,18-1-6 16,4 3 0-16,0 3 21 16,-4 2-29-16,-16 5 8 15,-11 2-76-15,-20 5-5 0,-54 9-140 16,5-14-163-16,5-9-515 16</inkml:trace>
  <inkml:trace contextRef="#ctx0" brushRef="#br0" timeOffset="161381.51">23219 13326 611 0,'0'0'84'15,"0"0"-37"-15,0 0 656 16,0 0-375-16,0 0-177 0,0 0-96 15,0 0-19-15,15-31 21 16,-15 31-57-16,0 0 16 16,0 0-16-16,0 0 7 15,0 0-16-15,0 0 9 16,0 0 0-16,0 0-14 16,0 0 24-16,0 0-10 15,2-2 0-15,-2-4 12 16,5-5-4-16,2 0-8 15,-5-3 0-15,-2-3 5 16,0 4 5-16,-2-1-10 16,-21 5 25-16,-4 7-23 15,-4 2 52-15,0 7-53 0,2 22 12 16,2 11 51-16,12 11-27 16,13 7 71-16,2 2-19 15,0-4-53-15,2-6 41 16,9-5-59-16,-5-10-8 15,-4 0 4-15,-2-3-1 16,-4-5 3-16,-18-2-16 16,-7-5 14-16,-4-7-22 15,2-10 8-15,6-3-41 16,7-10 40-16,18-20-109 16,0-11-61-16,27-5 0 15,15 3 22-15,7 11 111 0,5 11 15 16,-8 17 23-16,-3 4 20 15,-7 13 19-15,-7 15 72 16,-12 5-17-16,-3 4-21 16,-10-2 31-16,-4-3-55 15,0-6-15-15,0-6 1 16,0-9-21-16,0-5-4 16,0-6-10-16,0 0-9 15,2-6 8-15,21-18-102 16,6-10-118-16,6 0 87 15,1-1-5-15,-1 12 124 16,-8 10 15-16,-4 13 47 16,-15 0 42-16,-3 19-17 15,-5 8-16-15,0 1 18 16,-7-1-37-16,1-9 26 0,-1-8-41 16,7-8-13-16,0-2 50 15,9 0-37-15,20-16-11 16,15-10-11-16,12-4-113 15,0 2 61-15,2 1 31 16,-4 11 12-16,-10 10-13 16,-11 6 22-16,-6 3-4 15,-11 18-11-15,-14 5-28 16,-2 4 12-16,-12 2-53 16,-23-7-131-16,-1-9-292 15,7-11-736-15</inkml:trace>
  <inkml:trace contextRef="#ctx0" brushRef="#br0" timeOffset="162017.34">23883 12862 931 0,'0'0'180'16,"0"0"-138"-16,0 0-34 0,0 0 346 16,0 0-128-16,0 0-112 15,0 0-3-15,-16 21-48 16,16-21 43-16,0 0-45 15,0 0-60-15,0 0 34 16,0 0-35-16,0 0 0 16,0 0-1-16,0 0 22 15,0 0-22-15,0 0 1 16,0 0 0-16,0 0-11 16,0 0 11-16,0 0 0 15,0 0-6-15,0 0 28 16,-2-2-19-16,0-1-3 15,-3-1 0-15,5-3 4 16,0-1-3-16,0-1-1 0,13-2 0 16,8 2 18-16,-3 2-19 15,1 5 1-15,2 2 0 16,-8 4-25-16,-8 18 46 16,-5 12-21-16,-3 7 85 15,-23 3-27-15,1-4 30 16,3-3-73-16,1-10 0 15,15-8-3-15,6-7-12 16,0 1 0-16,8-1 1 16,17-2 18-16,0-1-20 15,-3 0 1-15,-2 1-4 16,-15 6-26-16,-5 9 24 16,-2 10-6-16,-27 13 11 0,-10 7-146 15,-7 13 26-15,13-14-252 16,8-14-849-16</inkml:trace>
  <inkml:trace contextRef="#ctx0" brushRef="#br0" timeOffset="162435.13">24066 13585 1608 0,'0'0'295'0,"0"0"-213"16,0 0-31-16,0 0-17 0,0 0 66 16,0 0-1-16,19 104-55 15,-19-61 27-15,0-1-69 16,0-4 21-16,-4-6-2 16,-3-10-6-16,5-8-3 15,2-6-12-15,0-8 0 16,0 0-15-16,9-12 15 15,7-20-59-15,9-16-12 16,-4-8-8-16,4-7 45 16,-7 8 11-16,-5 8 23 15,-4 18 203-15,-6 17-30 16,-3 12-111-16,0 0-62 0,0 32-6 16,0 7 6-1,-3 10 0-15,3 2 0 0,3-2-8 16,28-7 8-16,13-6-107 15,39-12-47-15,-10-8-314 16,-4-12-469-16</inkml:trace>
  <inkml:trace contextRef="#ctx0" brushRef="#br0" timeOffset="162660.53">24757 13682 494 0,'0'0'1058'0,"0"0"-533"15,0 0-351-15,0 0 36 16,0 0-109-16,0 0-11 16,0 0-72-16,152 0-2 15,-110 0-6-15,-5 0-10 16,1 0-95-16,-4 0-119 15,-10 0-136-15,-10 0-361 0</inkml:trace>
  <inkml:trace contextRef="#ctx0" brushRef="#br0" timeOffset="162820.01">24984 13423 914 0,'0'0'1101'0,"0"0"-873"16,0 0-178-16,0 0 9 15,0 0 17-15,-18 124 29 0,7-70-77 16,-4 7-22-16,-14 24-12 16,2-10-166-16,2-19-362 0</inkml:trace>
  <inkml:trace contextRef="#ctx0" brushRef="#br0" timeOffset="163906.94">25653 13433 679 0,'0'0'96'0,"0"0"1024"16,0 0-721-16,0 0-232 0,0 0-31 15,0 0 23 1,0 0-102-16,42-34-47 0,-11 4-10 16,3-6 5-16,4-4-14 15,-1-4-27-15,-3-5-56 16,-5 1 24-16,-9 0-43 15,-7 6 23-15,-3 6 47 16,-8 7 41-16,-2 14 6 16,0 7 57-16,0 8-52 15,0 0-11-15,0 18-22 16,-12 19 22-16,6 9 31 16,-5 12-31-16,1 5 40 15,4 6-40-15,-1-1-20 16,-7 17 10-16,4-15-207 15,-3-21-427-15</inkml:trace>
  <inkml:trace contextRef="#ctx0" brushRef="#br0" timeOffset="164085.87">25405 13615 1681 0,'0'0'525'16,"0"0"-452"-16,0 0 57 15,136 0 24-15,-60-1-94 16,13-4-14-16,3 5-46 16,-5 0-12-16,-12 0 6 15,8 3-203-15,-23 4-129 16,-20 1-507-16</inkml:trace>
  <inkml:trace contextRef="#ctx0" brushRef="#br0" timeOffset="164609.34">25735 13895 1385 0,'0'0'397'0,"0"0"-136"16,0 0-129-16,0 0 12 15,0 0-14-15,0 0-129 16,0 0-1-16,-35 44 26 16,19-12-14-16,3-1 83 15,-3-3-73-15,5-3-1 16,9-11-11-16,0-7 11 15,2-4-12-15,0-3-9 16,0 0 0-16,13 0 5 16,9-15-5-16,9-1 0 15,5 1-8-15,-5 0 22 0,-4 10-26 16,0 5 12 0,-12 0-21-16,-1 12 7 0,-8 18-8 15,-6 6 22 1,0 7-7-16,-4 6 22 0,-12-1 17 15,-9-2-32-15,4-7 8 16,-6-4-7-16,4-7-1 16,3-7-16-16,0-9-51 15,2-11-98-15,-11-1-4 16,2-12-134-16,8-12-333 0</inkml:trace>
  <inkml:trace contextRef="#ctx0" brushRef="#br0" timeOffset="164732.44">25755 13878 912 0,'0'0'1155'16,"0"0"-875"-16,0 0-183 15,145-27-97-15,-98 27 34 0,-3 0-34 16,8 0-67-16,-10 9-205 16,-13-3-897-16</inkml:trace>
  <inkml:trace contextRef="#ctx0" brushRef="#br0" timeOffset="166851.64">26649 13355 544 0,'0'0'248'0,"0"0"-121"16,0 0-39-16,0 0 25 15,0 0-16-15,0 0-22 16,0 0-55-16,-6-26-12 16,4 26 41-16,-4 0-48 15,6 0-1-15,-2 0 0 16,2 0 11-16,0 0-8 15,0 0-3-15,0 0 0 16,0 0 96-16,0 0 9 16,0 0 4-16,0-8 23 15,0-6-103-15,0-2-1 16,2-3 17-16,4 1-23 0,-6 1 44 16,0 2 1-16,0 1-2 15,-19 6-7-15,-5 8-57 16,-12 0 19-16,-6 7-20 15,-3 18 0-15,1 8 31 16,5 7-12-16,8 4 30 16,12 4 18-16,9 2-32 15,10 0 54-15,0-1-46 16,12-8-29-16,5-1 32 16,-3-8-45-16,-5-4-1 15,-9-3 10-15,0-4 5 16,-13 2 0-16,-16-5-15 15,-7-6 9-15,2-7 8 0,6-5-17 16,3 0 0-16,11-12 9 16,14-15-9-16,0-9 0 15,36-7-98-15,13 1-30 16,16 7 103-16,-1 10-7 16,1 13 25-16,-5 10-8 15,-6 2 30-15,-11 12 3 16,-12 15 16-16,-16 4-16 15,-3 4 62-15,-12 3-73 16,0-5 14-16,-6-2 18 16,-2-9-38-16,-3-8 16 15,9-6-17-15,2-6 0 16,0-2-16-16,0-5 9 0,17-16-56 16,10-11-152-1,6-4 45-15,3 2 134 0,-7 10 7 16,-2 12 20-16,-11 12-4 15,-12 0 26-15,-4 20 12 16,0 8 30-16,-4 2-36 16,-12-4 44-16,3-9-17 15,1-5-40-15,10-7 37 16,2-5-43-16,9 0 25 16,25-12-25-16,12-13-31 15,12-4-13-15,9-3-32 16,-5 4-24-16,-4 10 99 0,-6 9-17 15,-17 9 18-15,-12 10 13 16,-15 21-1-16,-8 2 9 16,0 4-21-16,-10-5 7 15,-9-6-28 1,2-14-91-16,3-6-155 0,8-6-281 0</inkml:trace>
  <inkml:trace contextRef="#ctx0" brushRef="#br0" timeOffset="167218.59">27367 12864 1433 0,'0'0'264'15,"0"0"-219"-15,0 0-7 16,0 0 102-16,0 0 30 15,-36 144-6-15,19-97-65 16,-6-1-26-16,8-11-45 16,3-9-18-16,8-9 1 15,4-10-11-15,0-7 0 16,4 0-8-16,21 0-20 16,6-12 28-16,7-6-65 15,-3 4-17-15,2 5 71 16,-8 9-23-16,-8 0 25 15,-2 23 0-15,-13 10 6 16,-4 3 3-16,-2-3 0 0,0 0 10 16,-2-8-35-16,-13-8-49 15,3-9-204-15,-1-8-296 0</inkml:trace>
  <inkml:trace contextRef="#ctx0" brushRef="#br0" timeOffset="167347.34">27472 12901 1445 0,'0'0'297'0,"0"0"-142"16,118-59 7-16,-62 42-125 15,0 10-36-15,4 7-1 16,-14 17-69-16,-10 3-334 0</inkml:trace>
  <inkml:trace contextRef="#ctx0" brushRef="#br0" timeOffset="168071.5">27543 13569 887 0,'0'0'581'16,"0"0"-467"-16,0 0-109 15,0 0 6-15,0 0-1 16,0 0 0-16,0 0 70 15,4 40-16-15,-4-18 8 16,0-2 52-16,0-3-11 16,0-3-51-16,0-7 19 15,0 0-63-15,0-5 5 16,0 0-11-16,0-2-1 16,0 0 18-16,0 0-29 15,0 0 0-15,0 0-2 0,0 0 8 16,0 0-6-1,0 4 0-15,0 4 3 0,0 8-3 16,0 6 19-16,-2 4-19 16,0 0 16-16,-5 0-4 15,1-3 10-15,-1 0 35 16,3-7-47-16,1-4 39 16,3-5-49-16,0-2 0 15,0-5 10-15,0 0-10 16,0 0 22-16,0 0-2 15,7-16-7-15,13-16-26 16,9-9-121-16,2-17 11 16,0-4-23-16,-2 3-71 0,-4 6 95 15,-11 17 122 1,-8 18 107-16,-6 13 88 0,0 5-138 16,-4 20-43-16,-10 13 90 15,3 7-61-15,7 5-1 16,4-3 13-16,0 0-46 15,24-7 32-15,5-4-41 16,2-5-45-16,27-8-21 16,-9-6-235-16,1-10-587 0</inkml:trace>
  <inkml:trace contextRef="#ctx0" brushRef="#br0" timeOffset="168336.36">28431 13705 1694 0,'0'0'364'15,"0"0"-194"-15,0 0 0 16,0 0-66-16,144-51-10 15,-88 40-88-15,4 1 4 16,-2 3-20-16,-4 0-23 16,-10 3-76-16,-9-2-43 15,-14 1-131-15,-7-2-45 0,-12-1-323 16</inkml:trace>
  <inkml:trace contextRef="#ctx0" brushRef="#br0" timeOffset="168516.49">28807 13383 123 0,'0'0'1421'16,"0"0"-1112"-16,0 0-188 16,0 0-48-16,0 0 81 15,-67 125-18-15,36-64-47 16,0 8-55-16,4-3 9 16,7 0-43-16,7-8-1 15,13-8-101-15,0-10-87 16,17-12-136-16,8-14-488 0</inkml:trace>
  <inkml:trace contextRef="#ctx0" brushRef="#br0" timeOffset="168780.09">29848 13254 1780 0,'0'0'251'0,"0"0"-240"16,0 0-3-16,-134-37 22 16,68 38 7-16,-11 39 66 0,9 16-45 15,7 17 17 1,16 7 45-16,19 0-71 16,17-3-1-16,9-5-26 0,14-10-1 15,15-4-6-15,8-8-15 16,26-7-177-16,-7-16-137 15,-10-17-724-15</inkml:trace>
  <inkml:trace contextRef="#ctx0" brushRef="#br0" timeOffset="169004.99">29975 13840 818 0,'0'0'491'15,"0"0"15"-15,0 0-497 16,0 0-2-16,0 0 2 16,0 0 12-16,0 0-21 15,58-74-9-15,-82 62-646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2-10T07:21:45.160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2996 1937 745 0,'0'0'194'0,"0"0"-116"16,0 0 19-16,0 0 5 0,0 0 30 16,0 0 18-1,0 0-43-15,-2 0-37 16,2-2 19-16,0 2-46 0,0 0-19 15,0 0-21-15,0 0 13 16,0 0-24-16,0 0 8 16,0 0 0-16,-3 0 35 15,0 0-26-15,1 0 1 16,0 0 18-16,0 0-28 16,0 0 59-16,2 0-36 15,0 0-9-15,0 0 29 16,0 0-32-16,0 0 24 15,0 0-28-15,0 4 6 16,0-1 8-16,0 4-20 16,0 0 27-16,0 2 20 0,0 2-47 15,0-4 32 1,0 3-20-16,0-1-7 0,0 2 34 16,0 1-33-16,0 2 5 15,2 0 24-15,0 2-30 16,-2 2 35-16,2 1-26 15,-2 2-15-15,0 4 49 16,0 0-34-16,0 4 21 16,0-1 32-16,0-3-41 15,0 1 24-15,0-1-51 16,0-5 6-16,0-6-17 16,0-4 11-16,0-4 0 15,0-3-9-15,0-3-66 16,0 3-8-16,0-3-85 15,0 0-114-15,0-3-217 0,2-6-561 0</inkml:trace>
  <inkml:trace contextRef="#ctx0" brushRef="#br0" timeOffset="569.14">2766 1849 854 0,'0'0'295'16,"0"0"-34"-16,0 0-36 15,0 0-15-15,0 0-47 16,0 0 20-16,0 0-32 16,-34-23-48-16,34 23 9 15,0 0-92-15,0 0-7 16,13 0-7-16,12 9 11 15,8 3 11-15,10-3-10 16,4-1-17-16,0-1 23 16,1-4-23-16,-3-3-1 15,-3 3 0-15,-5-1-106 0,-11 8-104 16,-8-1-302 0,-12 3-370-16</inkml:trace>
  <inkml:trace contextRef="#ctx0" brushRef="#br0" timeOffset="1010.91">2782 2581 217 0,'0'0'894'0,"0"0"-735"16,0 0 20-16,0 0-34 15,0 0-18-15,140-18 48 16,-113 15-100-16,-3 2-47 15,-1 1-28-15,2 0-10 16,-6 0-83-16,-3 0-292 0</inkml:trace>
  <inkml:trace contextRef="#ctx0" brushRef="#br0" timeOffset="1965.12">3169 2169 603 0,'0'0'817'15,"0"0"-590"-15,0 0-71 16,0 0 19-16,0 0-29 15,0 0-28-15,0 0-34 16,0 0-43-16,16 0 25 0,1 0-66 16,6 0 0-1,4 0 5-15,-3 0 10 0,3 0-15 16,-4 0 0-16,-2 0-73 16,-2 0-10-16,-4 2-142 15,-6 0-160-15,-6-2-675 0</inkml:trace>
  <inkml:trace contextRef="#ctx0" brushRef="#br0" timeOffset="2158.04">3189 2409 1618 0,'0'0'513'16,"0"0"-408"-16,0 0 29 0,0 0-46 15,0 0-36-15,0 0-3 16,143-46-49-16,-109 43-46 16,-7 1-114-16,-10 2-387 0</inkml:trace>
  <inkml:trace contextRef="#ctx0" brushRef="#br0" timeOffset="3405.48">3002 2389 67 0,'0'0'799'0,"0"0"-598"0,0 0-65 15,0 0 1-15,0 0-38 16,0 0 17-16,0 0-36 15,0 0-11-15,0 0 2 16,0 0-38-16,0 0 53 16,0 0-22-16,0 0-33 15,0 0 11-15,0 0-42 16,0 0 7-16,0 0 14 16,0 0-14-16,0 0 18 15,0 0-12-15,0 0-4 16,0 0 61-16,0 0-44 0,0 0 5 15,0 0-15 1,0 0-2-16,0 0-7 0,0 0-7 16,0 0 0-16,0 0-15 15,0 13 14-15,0 1 1 16,0 2 0-16,0 0 17 16,0-2-7-16,0-2-10 15,0 0 0-15,0 0-1 16,0-4 1-16,0 0 0 15,0 1 0-15,0-4 11 16,0-1-13-16,0 1 2 16,0-1 0-16,0-1-1 15</inkml:trace>
  <inkml:trace contextRef="#ctx0" brushRef="#br0" timeOffset="7631.4">2737 2609 400 0,'0'0'156'16,"0"0"-107"-16,0 0-49 15,0 0-23-15,0 0 23 16,0 0 0-16,20 0 2 0,-18 0 7 15,3 4-9 1,-3-3 0-16,-2 2 332 0,2-1-197 16,-2 0-67-16,0-2 17 15,0 0 25-15,0 0 34 16,0 0-47-16,2 0 8 16,-2 0 6-16,0 0-50 15,0 0 2-15,0 0 3 16,0 0-29-16,0 0 30 15,0 0-36-15,0 0 6 16,0 0 17-16,0 0-48 16,0 0 34-16,0 0-31 15,0 0 0-15,0 0 9 16,0 0-18-16,0 0 2 16,0 0 11-16,0 0-3 0,0 0-1 15,2 0-9-15,0 0 1 16,4 0 2-16,-2 0 6 15,2 0-9-15,1 0 3 16,2 0 7-16,-2 0-10 16,2 0 0-16,-1 0 11 15,2-4-10-15,-1 1-1 16,-3 2 0-16,3-2 0 16,-2 2 6-16,-3-2-11 15,-1 3 5-15,-3 0 0 16,0 0-10-16,0 0 16 15,0 0-6-15,0 0 31 16,0 0-16-16,0 0 37 16,0 0-29-16,0 0-22 15,0 0 32-15,0 0-33 0,0 0 0 16,0 0 0-16,0 0 13 16,0 0-11-16,0 0-2 15,4-1 0-15,2 1-8 16,1 0 19-16,2-3-11 15,-2 3 0-15,-1-1 13 16,3 1-19-16,1-2 6 16,-2 0 0-16,1 2-6 15,3-2 6-15,-4-1 0 16,-1 1 0-16,1 0 9 16,-2 2-9-16,-2-1 0 15,-2 1 0-15,0 0-6 0,-2 0 7 16,2 0-1-16,1 0 0 15,1 0 6-15,0 0-15 16,2 0 9-16,0 0 0 16,-4 0-8-16,2 0 23 15,1 0-15-15,-1 0 0 16,0 0 0-16,-1 0-12 16,0 0 13-16,-1 0-1 15,0 0 0-15,0 0 9 16,0 0-11-16,0 0 2 15,1 0 0-15,-1 0-12 16,2 0 12-16,0 0 0 16,1 0 0-16,4 0 17 0,0 0-17 15,0 0 0-15,2 0 0 16,-2 0-6-16,2-2 6 16,1 2 0-16,-4-2 0 15,1 0 9-15,-2 2-13 16,0 0 4-16,-3-3 0 15,0 3-3-15,-4 0 3 16,5 0 0-16,-3-2-2 16,-2 2 14-16,2 0-18 15,0 0 6-15,6 0 0 16,-4 0-9-16,0-2 10 16,3 2-1-16,-5 0 0 15,2 0 16-15,1 0-23 16,-2 0 7-16,-1 0 0 15,2 0-11-15,0 0 12 0,3 0-1 16,-1 0 0-16,4 0 15 16,-4-1-21-16,1 1 6 15,-3 0 0-15,-2 0-9 16,1 0 15-16,0 0-6 16,-3 0 0-16,0 0 8 15,0 0-13-15,0 0 5 16,0 0 0-16,0 0-10 15,0 0 7-15,0 0-97 16,0 0-120-16,0 0-343 0</inkml:trace>
  <inkml:trace contextRef="#ctx0" brushRef="#br1" timeOffset="21023.75">1721 3762 383 0,'0'0'79'16,"0"0"-48"-16,0 0-24 15,0 0 346-15,0 0 137 0,0 0-415 16,17-8 5-16,-17-4 32 16,0 1 8-16,0 1 33 15,0 1-8-15,0 3-21 16,0 1 19-16,0 2 7 15,0 1-30-15,0-1-29 16,0 3-54-16,0 0 26 16,0 0-62-16,0 0-1 15,0 0 0-15,0 3 0 16,0 17-1-16,0 16 1 16,0 17 0-16,-7 14 4 15,-3 9-4-15,-6 1 0 0,1-6 0 16,-2-8-3-16,7-15-27 15,0-12-98-15,6-12-95 16,-1-16-59-16,3-8-361 16,-4 0-488-16</inkml:trace>
  <inkml:trace contextRef="#ctx0" brushRef="#br1" timeOffset="21809.91">1656 3802 1295 0,'0'0'352'0,"0"0"-180"15,0 0-103-15,0 0 13 16,0 0 55-16,127-77-50 16,-100 86-16-16,4 21 28 15,0 13-47-15,0 10 18 16,-9 5-37-16,-10 4-32 0,-12 3 39 16,0-5-19-16,-23-2 4 15,-19-4-13-15,-9-4 1 16,-9-10 4-16,-5-8-17 15,-2-10-2-15,0-12-19 16,4-10 10-16,5 0 6 16,12-16-2-16,15-9-4 15,15-9-17-15,16-3 9 16,20-4 10-16,38 3 7 16,38-8-11-16,38 3 7 15,31 4 4-15,-12 10 4 16,-32 12 1-16,-43 11-3 15,-31 6 0-15,-4 0 6 0,-6 0 7 16,-8 10-11-16,-18 10 17 16,-11 9-18-16,-20 4 42 15,-25 6-34-15,-10-2 11 16,-6-5 7-16,6-7-26 16,13-12 11-16,10-8-3 15,16-5-8-15,16-2-2 16,2-24-23-16,37-7-86 15,14-4 14-15,5 2 16 16,0 8 51-16,-13 12 7 16,-16 15 17-16,-14 0-10 15,-11 20 23-15,-4 13-8 0,0 0 16 16,0 2-10-16,0-6 18 16,0-4-24-16,3-9 0 15,23-5-9-15,13-11 0 16,7 0-72-16,6-21-67 15,-1-11-63-15,-4-8 108 16,-7-6 46-16,-9-9 39 16,-9-5 9-16,-6 4-21 15,-9 5 30-15,-7 12 23 16,0 17 103-16,0 17 81 16,0 5-133-16,-9 31-73 15,-2 16 42-15,0 12 3 16,4 6 22-16,2 0-22 15,3 0-32-15,2-5 13 16,0-8-27-16,0-9-1 0,0-10-27 16,0-8-98-16,0-13-73 15,0-12-47-15,-7-7-37 16,-13-11-490-16</inkml:trace>
  <inkml:trace contextRef="#ctx0" brushRef="#br1" timeOffset="21934.76">2545 4122 438 0,'0'0'909'0,"0"0"-582"15,0 0-39-15,121-99-103 16,-61 78-72-16,7 6-19 16,1 0-41-16,2 5-17 15,-13 4-36-15,-7 6-70 16,-13 0-95-16,-12 0-319 16,-16 0-634-16</inkml:trace>
  <inkml:trace contextRef="#ctx0" brushRef="#br1" timeOffset="22340.57">2346 3595 234 0,'0'0'1275'0,"0"0"-989"16,0 0-140-16,0 0 2 16,0 0-25-16,0 0-48 15,0 0-16-15,-104 38-44 16,119-12 19-16,22 0-15 16,11 1-11-16,8-4-16 15,17 1-57-15,-13-3-195 0,-14-5-454 0</inkml:trace>
  <inkml:trace contextRef="#ctx0" brushRef="#br1" timeOffset="22490.91">1972 4768 1460 0,'0'0'503'0,"0"0"-503"16,0 0-173-16,0 0-3 15,0 0-132-15,136-26-928 0</inkml:trace>
  <inkml:trace contextRef="#ctx0" brushRef="#br1" timeOffset="23248.66">3756 3909 1151 0,'0'0'568'16,"0"0"-467"-16,0 0 27 16,0 0-8-16,0 0 5 15,0 0 49-15,0 0-76 16,44-59-47-16,-46 89-36 15,-13 14-9-15,-3 12 44 16,1 9-25-16,2-1-24 16,9-6 14-16,4-10-15 15,2-8 0-15,2-11 0 16,15-10-10-16,10-9 10 16,6-10-56-16,6 0-71 15,-1-17 23-15,-1-15-62 16,-3-9-54-16,-5-11 49 0,-9-5 27 15,-5 0 42-15,-7 4 57 16,-4 11 45-16,-4 15 139 16,0 13 63-16,0 14 23 15,0 0-82-15,0 13-106 16,-12 23 41-16,1 12-19 16,1 8-26-16,2 4-3 15,6-2-29-15,2-3-2 16,0 1-96-16,18-14-233 15,-1-12-401-15</inkml:trace>
  <inkml:trace contextRef="#ctx0" brushRef="#br1" timeOffset="23452.79">4248 4168 590 0,'0'0'1581'16,"0"0"-1251"-16,0 0-251 16,0 0-35-16,0 0-44 15,0 0 1-15,0 0 1 16,150 5-2-16,-113 4-33 16,-10 12-160-16,-11-6-178 15,-13 0-364-15</inkml:trace>
  <inkml:trace contextRef="#ctx0" brushRef="#br1" timeOffset="23583.1">4242 4289 514 0,'0'0'1468'16,"0"0"-1076"-16,0 0-222 15,0 0-80-15,0 0-84 16,0 0 2-16,151 7-8 16,-53 4-205-16,-15 1-15 15,-8-1-533-15</inkml:trace>
  <inkml:trace contextRef="#ctx0" brushRef="#br1" timeOffset="24083.21">5135 4205 1748 0,'0'0'484'15,"0"0"-310"-15,0 0-12 16,0 0-102-16,0 0-8 16,0 0 3-16,123 2-49 15,-78 17 37-15,3 5-43 0,2 5 2 16,1 1-14 0,-4-2-27-16,6 3-157 0,-13-6-160 15,-11-6-699-15</inkml:trace>
  <inkml:trace contextRef="#ctx0" brushRef="#br1" timeOffset="24781.07">6141 3613 1526 0,'0'0'338'0,"0"0"-171"16,0 0-102-16,0 0-34 16,0 0 4-16,0 0 5 15,-100 149 71-15,50-69-3 16,-3 6-64-16,-7 4 22 15,0-3-66-15,4-12 9 16,7-8 0-16,9-11-9 16,9-5-69-16,10-16-137 15,15-12-531-15</inkml:trace>
  <inkml:trace contextRef="#ctx0" brushRef="#br1" timeOffset="25991.87">6246 3625 886 0,'0'0'293'0,"0"0"-136"16,0 0-14-16,0 0-15 15,0 0 66-15,0 0-3 0,0 0-70 16,-12 0-12-16,12 0-60 16,0 0 10-16,0 0 13 15,0 0-38-15,0 0 27 16,0 0-45-16,0 0-15 15,10 0 14-15,5 0-13 16,7 0-2-16,7 0 0 16,3-1 18-16,1-2-21 15,5 3 3-15,2-3 0 16,2 3-8-16,0 0 9 16,-3 0-1-16,-1 0 0 0,-3 0 13 15,1 0-16 1,-3 0 3-16,0 0 0 0,2 0-9 15,0 0 10-15,1 0-1 16,1 0 0-16,3 0 6 16,3 0-8-16,1 0 2 15,-1 3 0-15,-3 1-4 16,-5-2 13-16,3 2-2 16,-4 0-7-16,0 2 0 15,-3-2-7-15,2 1 7 16,-2-2 0-16,7 3 0 15,0-2 17-15,-3 0-17 16,4-1 0-16,-4 0 0 16,-1 1-12-16,-3-1 13 15,-2 1-1-15,0 0 0 0,0-3 13 16,2 3-19-16,2-1 6 16,5-1 0-16,3-1-3 15,3-1 3-15,3 2 0 16,-3-2-1-16,6 0 13 15,-2 0-11-15,2 0-1 16,-1 0 0-16,-3 0-10 16,6 0 10-16,-6 0 0 15,-1 0 0-15,-3 0 14 16,3 0-12-16,-7 0-2 16,0 0 0-16,-7 0-4 15,-2 0 11-15,-9 0-7 0,0 0 0 16,-13-3-73-1,-7-2-106-15,0 1-353 0</inkml:trace>
  <inkml:trace contextRef="#ctx0" brushRef="#br1" timeOffset="27296.91">6439 3914 854 0,'0'0'337'0,"0"0"-73"16,0 0-91-16,0 0 27 15,0 0-10-15,0 0-17 0,0 0 29 16,43-64-100 0,-59 64-37-16,-11 0-53 0,-10 0 9 15,-6 16-24-15,1 13 3 16,6 6 0-16,7 5 2 15,19 4 11-15,4-1-11 16,6-4-2-16,6-3 19 16,15-5-4-16,2-7-8 15,-3-6-5-15,-5-2-2 16,-8-4 1-16,-7 0-1 16,-7 0 8-16,-26 2-1 15,-5-1 16-15,-2-4-13 16,4-6-10-16,12-3 16 15,10 0-5-15,14-3-4 16,0-17-7-16,29-6-89 0,19 0 59 16,4 0-18-16,11 6 39 15,-10 8 1-15,-1 8 5 16,-14 4-3-16,-14 0 6 16,-3 12 0-16,-13 6 48 15,-3 4-48-15,-5 2 26 16,0 2-13-16,0-3-1 15,-7 0-11-15,1-9-1 16,0-5-74-16,6-9-67 16,0-7-100-16,4-15-100 15,6-6-1412-15</inkml:trace>
  <inkml:trace contextRef="#ctx0" brushRef="#br1" timeOffset="27848.03">6667 4041 1048 0,'0'0'581'15,"0"0"-495"-15,0 0 63 16,0 0 24-16,-2 108-33 16,-5-84-21-16,2-5-51 15,3 2-68-15,0-5 12 16,2-2-12-16,0-2-105 16,0-4-100-16,2-1-60 15,12-6 90-15,1-1 1 16,1 0-6-16,4 0 180 15,-4 0 7-15,-3 0 246 16,-5-1 37-16,0 1-92 16,-2 0-22-16,1 0-55 0,-3 9-29 15,4 8 18-15,-4 0-46 16,-4 3-17-16,0 1 10 16,0-4-48-16,0 0 18 15,0-5-27-15,0-3 7 16,0-5-8-16,0 0 1 15,0-4 0-15,0 0 0 16,0 0 7-16,0 0-16 16,0 0 9-16,0 0 0 15,0-8-21-15,2-12 21 16,7-4-21-16,-1-6 20 16,8-2-20-16,2 0 21 15,4-1-19-15,1 4-27 16,4 5 35-16,-3 2 2 0,5 8 8 15,-5 6-10-15,3 6 2 16,-2 2 2-16,-3 2 7 16,-7 17 0-16,1 8 12 15,-3 4-12-15,-8 4 20 16,-5-1-17-16,0-2 9 16,0-2-24-16,-11-5-46 15,-2-10-140-15,1-6-183 16,6-9-687-16</inkml:trace>
  <inkml:trace contextRef="#ctx0" brushRef="#br1" timeOffset="28266.36">7311 4168 1207 0,'0'0'493'16,"0"0"-365"-16,0 0-64 16,0 0 14-16,0 0-25 15,0 0 22-15,0 0 0 16,114 45-34-16,-114-9 34 16,0-1-42-16,-2 2 0 15,-14-3 10-15,0-8-42 16,5-7 30-16,5-6-31 0,1-9 7 15,5-4-17-15,0 0 7 16,5-22-74-16,10-10-126 16,3-10-4-16,0-2-25 15,-3 2-126-15,-4 10 322 16,-3 11 36-16,-8 16 264 16,0 5-90-16,0 8-88 15,-5 18 59-15,-2 8-10 16,5 2-73-16,2 0-55 15,2-2-7-15,41-8-94 16,-3-5-208-16,-1-14-616 0</inkml:trace>
  <inkml:trace contextRef="#ctx0" brushRef="#br1" timeOffset="28453.37">7766 4243 1478 0,'0'0'580'16,"0"0"-465"-16,0 0-87 16,0 0 21-16,0 0-19 15,123-14-19-15,-75 10-6 16,-1 2-5-16,3 0-98 16,0-4-179-16,-9-2-93 15,-12 0-326-15</inkml:trace>
  <inkml:trace contextRef="#ctx0" brushRef="#br1" timeOffset="28603.9">8067 4078 1573 0,'0'0'373'0,"0"0"-292"16,0 0-20-16,0 0 17 16,-60 102-34-16,42-59 18 15,3 4-62-15,3 8-18 16,3-12-203-16,9-8-581 0</inkml:trace>
  <inkml:trace contextRef="#ctx0" brushRef="#br1" timeOffset="28851.26">8433 4296 1585 0,'0'0'0'16,"0"0"-16"-16,77-105-289 15,-48 55 305-15,-6 1 215 16,-7 9 2-16,-3 8-90 16,-7 11 15-16,-4 12 75 15,-2 9-68-15,0 3-40 16,0 29-96-16,-10 14-12 16,-9 10 26-16,-2 6-26 15,0 2-2-15,-3 14-117 16,3-14-204-16,6-16-352 0</inkml:trace>
  <inkml:trace contextRef="#ctx0" brushRef="#br1" timeOffset="29481.25">9191 4177 325 0,'0'0'1306'15,"0"0"-833"-15,0 0-209 16,0 0-59-16,0 0-69 16,0 0-15-16,0 0-67 15,17-9-13-15,10 9-39 0,8 0 16 16,10 0-15 0,2 0-3-16,0 0 0 0,-1 0-9 15,-3 0-58 1,3 7-39-16,-7-2-220 0,-12-3-357 0</inkml:trace>
  <inkml:trace contextRef="#ctx0" brushRef="#br1" timeOffset="29766.52">9220 4243 1480 0,'0'0'609'0,"0"0"-380"0,0 0-34 16,0 0-49-16,0 0-86 15,0 0-54-15,0 0 19 16,66 0-25-16,-28 0 0 16,2 2 0-16,5 0 14 15,1-2-32-15,-1 2 9 16,-3-2-58-16,-3 0-21 15,-4 0-77-15,-8-4-13 16,4-18-100-16,-7-1-64 16,-8 0-197-16</inkml:trace>
  <inkml:trace contextRef="#ctx0" brushRef="#br1" timeOffset="29930.75">9830 4014 1177 0,'0'0'579'0,"0"0"-355"16,0 0-108-16,0 0-36 0,0 0-21 15,0 0 6-15,80 117-7 16,-80-68-50-16,-22 4 35 16,-15 1-43-16,-19 1-15 15,-9-2-30-15,-49 8-115 16,19-15-181-16,3-12-513 0</inkml:trace>
  <inkml:trace contextRef="#ctx0" brushRef="#br1" timeOffset="36795.68">10615 3988 694 0,'0'0'495'15,"0"0"-273"-15,0 0-55 16,0 0-30-16,0 0 53 15,0 0-31-15,9-8-56 16,-9 8 2-16,0 0-69 16,0 0 1-16,0 2-7 15,0 15-29-15,-7 12 49 16,-2 9-24-16,-2 9-8 0,2 0 21 16,5-2-38-16,4-5 7 15,0-8-8-15,11-8 13 16,11-8-31-16,14-12 17 15,4-4-96-15,0-5 14 16,7-20-104-16,-10-5-41 16,-3-6 11-16,-12-2 8 15,3-4 63-15,-12 2 146 16,-1 3 20-16,-8 7 131 16,-2 8 11-16,-2 10 22 15,0 10 0-15,0 2-116 16,0 11-27-16,-2 22-39 15,-9 13 33-15,-3 11 19 16,8 3-53-16,-1-2 15 16,5-6-16-16,2 0-53 0,0-16-210 15,11-13-435-15</inkml:trace>
  <inkml:trace contextRef="#ctx0" brushRef="#br1" timeOffset="37464.8">11272 3699 978 0,'0'0'336'0,"0"0"-188"16,0 0-61-16,0 0 53 0,0 0 31 16,0 0-55-16,0 0-36 15,-4-3-30-15,4 3-49 16,0 0 26-16,-2-3-27 16,-3 3 0-16,1-2 3 15,-8-1-1-15,8 0-2 16,-5-1 0-16,7 3 12 15,-2-2 8-15,2 2 1 16,2-2 5-16,0 1 48 16,0 1-17-16,0-3 30 15,0 0-20-15,8-5-66 16,13 1 11-16,0 4-12 16,2 4-3-16,-3 0-6 15,-5 0 2-15,-7 16 7 16,-8 8 0-16,-8 11 1 0,-21 3 40 15,-13 1-25-15,5-1-4 16,1-6 17-16,14-13-22 16,10-6 17-16,12-6-24 15,0 0 1-15,20-2-19 16,16-1 18-16,11-1-43 16,20-3-104-16,-14 0-175 15,-6 0-478-15</inkml:trace>
  <inkml:trace contextRef="#ctx0" brushRef="#br1" timeOffset="37716.9">11467 4215 1315 0,'0'0'743'0,"0"0"-509"16,0 0-148-16,0 0-75 15,0 0 24-15,0 0-33 16,0 0 26-16,110 8-27 16,-71 2-1-16,-10 2-32 15,-12 4-144-15,-3-4-170 0,-14-4-395 16</inkml:trace>
  <inkml:trace contextRef="#ctx0" brushRef="#br1" timeOffset="37866.33">11453 4325 348 0,'0'0'1667'16,"0"0"-1297"-16,0 0-299 16,0 0-21-16,138 0-50 15,-75 0 0-15,1 0-10 16,21 8-32-16,-18 1-134 15,-11-2-510-15</inkml:trace>
  <inkml:trace contextRef="#ctx0" brushRef="#br1" timeOffset="39622.61">12594 3976 476 0,'0'0'248'15,"0"0"-151"-15,0 0-16 16,0 0-35-16,0 0-1 16,0 0 43-16,0 0-25 15,5-20 8-15,-5 20-17 16,0 0-38-16,0 0 23 15,0 0-23-15,-5 0 4 0,3 0 30 16,2 0-23-16,0 0 47 16,0 0-8-16,0 0-14 15,0 0 52-15,0 0-43 16,0 0-4-16,0 0 12 16,2 0-21-16,9-3 37 15,1-6-53-15,-1-3-26 16,-5 1 35-16,4-1-33 15,-8 1 36-15,-2 1 30 16,-2 0-50-16,-21 2 20 16,-6 4-44-16,-2 4 7 15,-4 0-14-15,1 8 7 16,5 16 0-16,11 10-2 16,5 10 13-16,8 8 11 15,5 4 11-15,0 2-7 0,0-1 34 16,0-7-60-16,0-6 12 15,-7-4 1-15,-12-5-2 16,-10-3 17-16,-10-11-13 16,-3-7-14-16,7-8 40 15,1-6-40-15,12-2 10 16,8-24-11-16,14-10-14 16,5-10-59-16,33-4-32 15,18 2 29-15,8 6 75 16,7 10-30-16,1 14 31 15,-7 14-1-15,-10 4 2 16,-12 9 8-16,-10 16 4 16,-13 3 8-16,-9 4 41 0,-4 1-41 15,-7-1 16 1,0-7-14-16,0-4-13 0,0-8-17 16,-7-7 7-16,7-6-55 15,0 0 46-15,0-16-83 16,16-13-278-16,8-12 2 15,7-1-7-15,-2 0 18 16,-2 10 357-16,-7 14 127 16,-7 16 211-16,-3 2-100 15,-10 21-15-15,0 18-46 16,0 7-58-16,-12 2 12 16,1-2-76-16,3-8-4 15,-2-8-17-15,6-10-25 0,2-12 2 16,2-8-11-16,0 0-18 15,4-12 17-15,16-20-185 16,14-8-57-16,3-6 100 16,13 2-108-16,-2 6 122 15,-3 10 129-15,-5 13 54 16,-11 15 167-16,-8 0-74 16,-13 17-34-16,-1 15-19 15,-7 9-63-15,0 0 14 16,-9 2-45-16,-4-4-26 15,6-9-187-15,0-12-506 0</inkml:trace>
  <inkml:trace contextRef="#ctx0" brushRef="#br1" timeOffset="39873.75">13390 4066 350 0,'0'0'1104'15,"0"0"-911"-15,0 0-40 16,0 0-31-16,0 0-14 16,0 0 38-16,38 143-41 15,-47-99-8-15,-9-1-5 16,-2-8-66-16,4-5-4 16,8-10-22-16,1-10 15 0,7-8-32 15,0-2 17 1,2-12-75-16,21-20-173 0,12-33-248 15,-1 4 119-15,-5 5-467 16</inkml:trace>
  <inkml:trace contextRef="#ctx0" brushRef="#br1" timeOffset="39977.25">13390 4066 795 0,'127'5'648'15,"-127"0"-400"-15,0 19-93 16,0 8 42-16,0 4-97 16,0 5-51-16,0-1 2 15,2-5-51-15,43-3-42 16,-1-11-187-16,6-9-481 0</inkml:trace>
  <inkml:trace contextRef="#ctx0" brushRef="#br1" timeOffset="40426.49">13896 4264 722 0,'0'0'909'16,"0"0"-573"-16,0 0-70 16,0 0-53-16,0 0-45 15,0 0-62-15,0 0-81 16,42 0 12-16,-4 0-37 15,5 0 0-15,3 6-7 16,-3-1 8-16,-3 4-2 16,-2-4-56-16,-7 2-98 15,-4-7-37-15,-5 0-125 16,-1 0-163-16,-13 0-454 0</inkml:trace>
  <inkml:trace contextRef="#ctx0" brushRef="#br1" timeOffset="40622.71">14195 4083 651 0,'0'0'874'15,"0"0"-626"-15,0 0-143 16,0 0-27-16,0 0 32 16,0 0 61-16,-74 138-66 15,47-82-64-15,6 2 1 16,-4-2-42-16,7-1-37 15,7-2-89-15,7-13-231 0,4-13-437 0</inkml:trace>
  <inkml:trace contextRef="#ctx0" brushRef="#br1" timeOffset="40944.4">14592 4354 1770 0,'0'0'246'15,"0"0"-204"-15,0 0-35 0,102-119 5 16,-64 71 9 0,-5-5-8-16,4-3-13 0,-14 3 0 15,0 7-3-15,-9 8 3 16,-8 15 51-16,-4 11 146 15,-2 12-7-15,0 3-163 16,0 29-17-16,-6 17 8 16,-12 20-10-16,-7 13 36 15,-2 6-42-15,3 2-2 16,-7 25-55-16,9-28-267 16,-1-16-575-16</inkml:trace>
  <inkml:trace contextRef="#ctx0" brushRef="#br1" timeOffset="43904.33">8985 5400 971 0,'0'0'742'0,"0"0"-461"16,0 0-48-16,0 0-16 16,0 0-12-16,0 0-67 15,0 0-69-15,-2 0 24 16,2 0-60-16,0 0 1 16,0 0-11-16,17 0-6 15,10 0-9-15,12 0-8 16,7 0 0-16,4 0-18 15,-4 0-6-15,1 0-49 16,-7 0 4-16,-7 2-107 0,-4 5-105 16,-8 2-204-16,-13-3-214 15</inkml:trace>
  <inkml:trace contextRef="#ctx0" brushRef="#br1" timeOffset="44107">9014 5444 1523 0,'0'0'517'0,"0"0"-391"15,0 0 19-15,0 0-46 16,0 0-48-16,0 0-27 0,121 0-15 16,-70 0 11-1,4 0-20-15,-3 0-118 0,4-2-64 16,-12-4-299-16,-13-4-394 0</inkml:trace>
  <inkml:trace contextRef="#ctx0" brushRef="#br1" timeOffset="44278.75">9587 5229 1825 0,'0'0'309'15,"0"0"-238"-15,0 0-21 16,0 0-21-16,42 111 25 15,-42-56-5-15,-15 6-38 16,-16 3 9-16,-12 2-20 0,-26 9-140 16,9-19-213-16,6-15-614 0</inkml:trace>
  <inkml:trace contextRef="#ctx0" brushRef="#br1" timeOffset="46864.54">10503 5382 1190 0,'0'0'308'16,"0"0"-185"-16,0 0-91 0,0 0 24 15,0 0 83-15,0 0-34 16,0 0 5-16,-44-98-75 15,44 80-23-15,15 1 4 16,6 8-4-16,0 4-12 16,0 5 3-16,-5 5 7 15,-10 21 11-15,-6 12 4 16,-6 7 1-16,-33 10 23 16,-14 1-33-16,-9-3 18 15,-8-7-32-15,6-10 13 16,1-14 3-16,17-15-10 15,5-7-5-15,20 0 88 16,9-9-54-16,12-10 34 16,0 1-26-16,20 4-44 0,22 4 19 15,12 8-19-15,6 2-1 16,5 5 0-16,-1 11-14 16,-6 2-46-16,-2-3-87 15,-4-6-1-15,-8-7 18 16,5-2-116-16,-9-17-91 15,-9-5-295-15</inkml:trace>
  <inkml:trace contextRef="#ctx0" brushRef="#br1" timeOffset="47165.21">10753 5438 204 0,'0'0'798'15,"0"0"-253"-15,0 0-214 16,0 0-89-16,0 0-173 16,0 0 5-16,0 0 21 15,-20 96-37-15,20-52 8 0,0-2-65 16,5-8 12-1,12-8-13-15,3-11-21 0,7-11 7 16,0-4-69-16,-2-8-38 16,-4-19-37-16,4-10-114 15,-9-7 35-15,-3-5 80 16,-2 7 157-16,-6 8 38 16,2 12 253-16,-5 14 55 15,-2 8-108-15,0 10-183 16,0 24-20-16,-9 12 17 15,-3 7-34-15,8 0 24 16,4-2-42-16,0-9-42 16,2-10-141-16,34-11-130 0,-5-12-247 15,-2-7-315-15</inkml:trace>
  <inkml:trace contextRef="#ctx0" brushRef="#br1" timeOffset="47382.91">11305 5421 1300 0,'0'0'546'16,"0"0"-337"-16,0 0-82 16,0 0-117-16,0 0 43 15,-133 65 71-15,95-21-33 16,16 2-11-16,9-2-74 16,11-5 0-16,2-9-6 15,4-10-18-15,18-12 3 16,7-8-17-16,4-10-50 0,1-24-28 15,6-40-203-15,-9 5-288 16,-8-1-317-16</inkml:trace>
  <inkml:trace contextRef="#ctx0" brushRef="#br1" timeOffset="47834.67">11375 5095 499 0,'0'0'1110'0,"0"0"-519"16,0 0-409-16,0 0-170 15,0 0 34-15,-29 114 1 16,13-41 13-16,3 8 45 15,7 4-60-15,0-1-18 16,6-10-27-16,0-12-12 16,12-15 10-16,8-17-41 15,0-17-39-15,-2-13-20 0,7 0-64 16,-1-25-94-16,-2-16-85 16,3-10 35-16,-8-6 161 15,-1 3 149-15,-5 12 121 16,-7 16 281-16,2 17-24 15,-6 9-183-15,0 14-140 16,0 23-8-16,-10 7 78 16,4 7-59-16,1-5-32 15,5-6-9-15,0-10-13 16,9-10-24-16,9-12 9 16,-1-8-68-16,8 0 38 15,-2-26-138-15,-3-13-94 16,-3-10-12-16,-1-7 33 0,2 1 67 15,-2 9 177 1,-8 12 163-16,4 17 365 0,-10 17-297 16,-2 0-118-16,0 27-66 15,0 15-1-15,0 10 14 16,0 9-59-16,-5 0-1 16,5 6-82-16,3-17-398 15,14-18-803-15</inkml:trace>
  <inkml:trace contextRef="#ctx0" brushRef="#br1" timeOffset="48100.44">12322 5617 1729 0,'0'0'728'15,"0"0"-529"-15,0 0-166 16,0 0-33-16,0 0 7 16,0 0 6-16,0 0-13 15,71 22 0-15,-48-11-193 16,-10 0-124-16,-8-4-533 0</inkml:trace>
  <inkml:trace contextRef="#ctx0" brushRef="#br1" timeOffset="48236.07">12318 5770 1401 0,'0'0'935'16,"4"3"-669"-16,23 1-206 16,13 0-17-16,7-1-43 15,11 0-12-15,22-3-1 16,-18 0-301-16,-6 0-515 0</inkml:trace>
  <inkml:trace contextRef="#ctx0" brushRef="#br1" timeOffset="51447.24">13309 5320 1078 0,'0'0'226'15,"0"0"-149"-15,0 0-57 16,0 0 93-16,0 0 33 16,-144 52-8-16,113-12 15 15,-2 6-69-15,6 0-35 16,9 0-1-16,9-4-40 16,9-7 30-16,0-8-18 15,17-6-19-15,17-9 13 16,4-10-14-16,4-2-48 15,8 0-28-15,-6-21-75 16,-7-1 44-16,-4 0-3 16,-14 6 74-16,-10 4 36 0,-9 11 86 15,0 1 22-15,-13 4-29 16,-12 19-18-16,0 8 40 16,10 3-48-16,1 0-43 15,10-6 31-15,4-4-33 16,2-6 4-16,21-6-12 15,6-6-5-15,6-6-4 16,3 0-63-16,-4-13-75 16,-5-10 23-16,-14-3-2 15,-6-4 51-15,-9 2 43 16,-2 0 32-16,-20 6 114 16,-5 3 19-16,5 7 8 0,-1 8 9 15,10 3-97-15,11 1-22 16,2 0-15-16,4 0-7 15,30 0 12-15,10 0-20 16,12 0-1-16,4-17-23 16,0-9-94-16,-2-9-49 15,-16-4 31-15,-10-3-17 16,-12 0 110-16,-14 0 29 16,-6 7 13-16,0 8 190 15,-4 11 40-15,-9 12-39 16,-1 4-113-16,1 13-77 15,-1 21 45-15,10 13-32 16,-3 7 5-16,7 4 5 0,0-1-17 16,-2-3 8-16,0-8-15 15,-11-9-13-15,-1-6 12 16,-13-11-118-16,8-11-195 16,1-9-486-16</inkml:trace>
  <inkml:trace contextRef="#ctx0" brushRef="#br1" timeOffset="51798.77">13965 5416 1224 0,'0'0'323'0,"0"0"-176"16,0 0-17-16,0 0-24 15,31 138 77-15,-31-86-49 16,-2 1-41-16,-11-8-11 0,4-8-81 15,0-11 11-15,5-12-10 16,4-11 15-16,0-3-17 16,6-9 0-16,19-23-145 15,2-14-56-15,4-12-49 16,0-10-43-16,-2 1 5 16,-12 11 91-16,2 17 197 15,-15 18 510-15,-4 21-226 16,0 7-153-16,-2 30-48 15,-7 13 12-15,2 9-13 0,2 4-61 16,5-3-5 0,12-5-16-16,44-9-195 15,-5-15-287-15,0-11-790 0</inkml:trace>
  <inkml:trace contextRef="#ctx0" brushRef="#br1" timeOffset="52005.53">14866 5458 371 0,'0'0'1527'16,"0"0"-1197"-16,0 0-241 15,-116-17-82-15,62 38 13 16,6 16 14-16,7 5 15 0,14 8 34 16,14 0-82-1,13-2-1-15,0-11 0 0,29-10-79 16,11-13 29-1,5-11-17-15,22-16-67 0,-13-15-142 16,-10-9-429-16</inkml:trace>
  <inkml:trace contextRef="#ctx0" brushRef="#br1" timeOffset="52216.68">14975 5037 485 0,'0'0'1296'0,"0"0"-947"16,0 0-227-16,0 0-122 15,0 0 0-15,0 0 15 16,7 136 30-16,-7-57 9 16,-7 11-15-16,-8 4-29 0,1-14 7 15,1 3-17 1,4-14-31-16,2-18-30 0,2-15-86 16,5-24-55-16,0-12-120 15,12 0-248-15</inkml:trace>
  <inkml:trace contextRef="#ctx0" brushRef="#br1" timeOffset="52533.86">15082 5388 508 0,'0'0'884'0,"0"0"-560"15,0 0-147-15,0 0-108 16,0 0-25-16,0 0 48 16,0 0 33-16,107 76-24 15,-107-24-43-15,0 3 22 16,-13-8-74-16,4-11 4 15,-3-10-4-15,10-11 12 0,2-11-12 16,0-4-6-16,0-2-24 16,0-27-14-16,21-12-217 15,1-17-2-15,-5-7 1 16,6 2-263-16,-8 10 265 16,-3 16 254-16,-10 23 595 15,-2 14-297-15,0 12-151 16,0 25 30-16,0 3-60 15,0 6-39-15,13-2 36 16,18-1-65-16,23-7-37 0,37-7-12 16,-6-11-197-1,-4-10-550-15</inkml:trace>
  <inkml:trace contextRef="#ctx0" brushRef="#br1" timeOffset="54775.8">13375 6024 1066 0,'0'0'563'0,"0"0"-342"16,0 0-24-16,0 0 18 15,0 0 12-15,0 0-59 16,0 0 5-16,-12-15-105 16,19 15-23-16,15 0-19 0,16 0-11 15,13 2-8 1,18 16-7-16,16 3 1 0,25 4 7 16,32 4-8-16,36-9 0 15,7-8 0-15,-11-12-6 16,-35 0-18-16,-52 0-69 15,-27 0-40-15,9-4-80 16,-15 0-298-16,-8 0-382 0</inkml:trace>
  <inkml:trace contextRef="#ctx0" brushRef="#br1" timeOffset="64007.96">1821 7379 466 0,'0'0'264'16,"0"0"566"-16,0 0-484 15,0 0-138-15,0 0 4 16,0 0-22-16,-13-37 5 16,13 35-41-16,0 1-81 15,0 1 5-15,0 0-52 16,0 0-26-16,0 0 0 0,21 0 19 16,18 0-18-1,7 0 4-15,12 1 7 0,5 1-24 16,1 3-46-16,-4-3-55 15,9 0-52-15,-15 0-305 16,-16-1-238-16</inkml:trace>
  <inkml:trace contextRef="#ctx0" brushRef="#br1" timeOffset="64228.77">1845 7461 1905 0,'0'0'469'0,"0"0"-412"15,0 0-13 1,0 0 14-16,127-24-49 0,-64 20 25 16,3 3-34-16,4 1-9 15,-3 0-22-15,8 0-230 16,-17 0-244-16,-15 0-1006 0</inkml:trace>
  <inkml:trace contextRef="#ctx0" brushRef="#br1" timeOffset="64408.68">2614 7127 1950 0,'0'0'333'16,"0"0"-227"-16,0 0-23 0,0 0-49 15,0 0 36-15,0 0-15 16,69 158-29-16,-84-89-26 16,-43 41-18-16,4-21-187 15,4-14-450-15</inkml:trace>
  <inkml:trace contextRef="#ctx0" brushRef="#br1" timeOffset="64776.42">3370 7406 1787 0,'0'0'289'16,"0"0"-129"-16,0 0 60 15,0 0-87-15,0 0-10 16,0 0-78-16,0 0-28 16,0-6-17-16,0 38 16 15,0 6-2-15,0 5-14 16,-4 4 0-16,-1-5 2 0,5-6-2 15,0-6-14-15,0-7-57 16,0-6-155-16,0-15-12 16,-11-2-263-16,-5 0-199 0</inkml:trace>
  <inkml:trace contextRef="#ctx0" brushRef="#br1" timeOffset="64944.65">3225 7287 1748 0,'0'0'314'16,"0"0"-197"-16,114-22 45 16,-60 18-86-16,-4 4-24 0,0 0-1 15,-11 21-51-15,-5 12 0 16,-31 35-130 0,-3-10-122-16,-14-2-312 0</inkml:trace>
  <inkml:trace contextRef="#ctx0" brushRef="#br1" timeOffset="65092.71">2971 7764 857 0,'0'0'1114'0,"0"0"-773"15,0 0-173-15,0 0-49 16,123 0-67-16,-52-3-42 16,7 3 14-16,2 0-24 15,21 0-122-15,-22 11-355 0,-5 1-1068 16</inkml:trace>
  <inkml:trace contextRef="#ctx0" brushRef="#br1" timeOffset="65596.85">4259 7497 1592 0,'0'0'636'0,"0"0"-451"16,0 0 35-16,0 0-68 16,0 0-77-16,0 0-9 0,0 0-65 15,76-7-1-15,-27 9 0 16,7 9 20-16,0 3-38 16,-5 1 18-16,-9-1-120 15,-15 4-130-15,-13-3-284 16,-14-2-284-16</inkml:trace>
  <inkml:trace contextRef="#ctx0" brushRef="#br1" timeOffset="65747.38">4148 7670 1352 0,'0'0'779'0,"0"0"-549"16,0 0-90-16,0 0-70 0,0 0-15 15,169 1-49-15,-95 8-12 16,24 9-19-16,-17-2-246 15,-15-2-446-15</inkml:trace>
  <inkml:trace contextRef="#ctx0" brushRef="#br1" timeOffset="66349.45">5695 6720 1577 0,'0'0'330'0,"0"0"-203"16,0 0-118-16,0 0 13 15,0 0-11-15,-159 220 29 16,117-47 84-16,3 17 2 15,16-1-13-15,14-25-6 0,9-34-66 16,0-26 29 0,0-25-56-16,0-23-7 0,0-10 2 15,0 0-1-15,0-2-8 16,0-4 0-16,-16-13-20 16,-8-12-2-16,-14-9-85 15,-24-6-107-15,8-6-108 16,8-8-437-16</inkml:trace>
  <inkml:trace contextRef="#ctx0" brushRef="#br1" timeOffset="68674.59">5849 7423 447 0,'0'0'885'0,"0"0"-792"15,0 0-32-15,0 0-8 16,0 0 71-16,0 0 47 15,0 0-25-15,-12-24-40 16,12 24-55-16,0 0-17 0,0 0 40 16,0 0-15-1,0 0 14-15,0 0-5 0,0 4-58 16,-6 16 25-16,-1 9 17 16,-3 9-39-16,0 4 22 15,4 1-34-15,6-3 9 16,0-3-9-16,2-9 18 15,18-8-13-15,7-8-6 16,6-10-16-16,3-2-3 16,4-11-114-16,3-15-10 15,-6-13-70-15,-1-5-87 16,-5-7 103-16,-4 3 66 16,-9 2 131-16,-5 12 96 15,-7 10 83-15,-3 10 89 16,-3 11-30-16,0 3-115 0,0 3-29 15,0 20-78-15,-5 14 23 16,-3 7 4-16,-1 8-36 16,-3 2-14-16,4 15 7 15,1-17-269-15,2-14-448 0</inkml:trace>
  <inkml:trace contextRef="#ctx0" brushRef="#br1" timeOffset="69043.23">6415 7614 1283 0,'0'0'260'16,"0"0"-165"-16,0 0 0 16,0 0-49-16,0 0 77 15,0 0-47-15,0 0-39 0,85 28 27 16,-67-32-63-16,-7-6 9 15,-9 0 54-15,-2 2 29 16,0 0 0-16,-21 5-93 16,-2 3-25-16,-14 0-54 15,11 12-263-15,6 1-710 0</inkml:trace>
  <inkml:trace contextRef="#ctx0" brushRef="#br1" timeOffset="76224.82">7079 7415 185 0,'0'0'218'0,"0"0"986"15,0 0-903-15,0 0-127 16,0 0-13-16,0 0 1 15,2 0 27-15,-2 0-82 16,0 0-26-16,0 0 3 16,0 0-75-16,0 0 28 15,0 0-37-15,0 0 0 16,0 0-7-16,0 0 7 16,0 0-21-16,0 0-22 15,0 0-138-15,-8 0-132 0,-1 6-285 16,2-4-564-16</inkml:trace>
  <inkml:trace contextRef="#ctx0" brushRef="#br1" timeOffset="76886.68">7079 7415 530 0,'-17'30'862'0,"17"-30"-371"16,-8-12-367-16,-7-1 91 15,1-4-122-15,6 0 15 16,1-2-13-16,5 1-34 16,2 0 11-16,0 2-63 0,23 4 0 15,3 5-18 1,3 7 12-16,-5 6-17 0,-5 20 14 16,-17 13-7-16,-4 15-7 15,-38 8 14-15,-24 5 0 16,-4-3 0-16,-3-12-2 15,4-15-11-15,9-20 12 16,15-13-32-16,14-4 19 16,18-21-5-16,11-14-73 15,16-9 1-15,24 2-34 16,16 6 110-16,4 10 2 16,0 12 13-16,5 11-20 15,-7 3 20-15,-10 0 0 0,2 10-10 16,-8-2 15-16,-4-1-7 15,-4-7 2-15,-3 0-31 16,-10-3 0-16,-7-9-20 16,-3 1 51-16,-9 2 8 15,-2 6 22-15,0 3 106 16,-2 0-108-16,-13 23-21 16,-1 10 12-16,7 7-5 15,5-2 12-15,4-5-6 16,4-4-7-16,19-15 3 15,10-11-16-15,3-3-13 16,6-14-5-16,-4-19-165 16,-10-5-86-16,-1-5 46 15,-13 1 22-15,-3 4 111 0,-5 7 55 16,-6 4 35-16,6 17 251 16,-6 10 37-16,0 8-155 15,-6 32-92-15,-9 14-1 16,1 13 11-16,4 3-51 15,7-7-10-15,3-4-134 16,23-20-233-16,2-17-789 0</inkml:trace>
  <inkml:trace contextRef="#ctx0" brushRef="#br1" timeOffset="77116.42">8026 7347 1676 0,'0'0'225'16,"0"0"-128"-16,0 0-96 16,-120 46 21-16,67 0 114 15,2 7-14-15,11 5-29 16,15 0-30-16,13-9-62 16,12-6-2-16,8-15-45 15,23-12-31-15,9-16 44 16,7-2-78-16,15-54-85 15,-11 3-202-15,-10-1-245 0</inkml:trace>
  <inkml:trace contextRef="#ctx0" brushRef="#br1" timeOffset="77472.03">8047 7113 694 0,'0'0'1057'0,"0"0"-556"0,0 0-278 16,0 0-211-16,0 0-11 15,-52 111 39-15,37-30 11 16,-1 7 55-16,7 0-46 15,9-2-59-15,0-5 31 16,5-14-32-16,15-12-13 16,5-18-2-16,6-17-66 15,2-17 42-15,5-3-31 16,4-32-90-16,-1-17-54 16,-4-14-152-16,-8-5 79 15,-4 0 101-15,-12 11 186 0,-9 17 189 16,-4 24 211-1,0 16-183-15,-2 16-133 0,-17 26-13 16,-2 11 40 0,11 1-4-16,2 0-77 0,8-7 40 15,0-10-70-15,10-9-5 16,11-12 4-16,8-14-61 16,5-2 16-16,2-22-71 15,8-44-192-15,-6 6-246 16,-9-4-341-16</inkml:trace>
  <inkml:trace contextRef="#ctx0" brushRef="#br1" timeOffset="77591.15">8580 7323 188 0,'0'0'1654'0,"0"0"-1317"15,0 0-269-15,-16 114-22 16,3-52 35-16,-1 9-30 0,5-3-14 16,9-3-37-16,5-7-135 15,19-15-159-15,3-17-674 0</inkml:trace>
  <inkml:trace contextRef="#ctx0" brushRef="#br1" timeOffset="77876.8">9148 7492 2006 0,'0'0'615'0,"0"0"-551"16,0 0-55-16,0 0-18 15,0 0-6-15,0 0 15 16,114 18 0-16,-77-3-9 15,6 8-40-15,-14-4-265 16,-14-3-309-16</inkml:trace>
  <inkml:trace contextRef="#ctx0" brushRef="#br1" timeOffset="78006.97">9150 7715 1255 0,'0'0'1015'15,"0"0"-787"-15,0 0-213 16,0 0-15-16,183 0-187 15,-123 0-205-15,-11-5-304 0</inkml:trace>
  <inkml:trace contextRef="#ctx0" brushRef="#br1" timeOffset="80381.82">10281 7524 1340 0,'0'0'403'0,"0"0"-112"16,0 0-128-16,0 0-21 15,0 0 39-15,0 0-56 16,0 0 11-16,-65-107-96 16,74 76-32-16,18-2-16 15,6 1 1-15,3 10 7 16,-3 8-1-16,-4 11 8 16,-9 3-25-16,-15 25 18 15,-5 17-18-15,-21 9-1 16,-21 10 27-16,-16-1-8 15,-4-6 0-15,-5-7 7 0,3-13-23 16,8-12 16-16,6-11-33 16,17-11 31-16,8 0-20 15,17-18 22-15,8-5 0 16,8-5-38-16,30 4 29 16,9 7 6-16,9 12-2 15,2 5-7-15,-2 9-6 16,-5 18 18-16,-4 5-156 15,7 6-138-15,-17-6-85 16,-1-12-646-16</inkml:trace>
  <inkml:trace contextRef="#ctx0" brushRef="#br1" timeOffset="80587.06">10608 7599 1788 0,'0'0'371'0,"0"0"-330"15,0 0-41-15,0 0 9 16,0 0-9-16,0 0 37 16,0 0 0-16,20 26 16 15,-11-26-20-15,-4 0-26 16,-1 0 26-16,-4 0-33 16,0-5-64-16,-14 5-59 15,-7 0-387-15,-4 0-526 0</inkml:trace>
  <inkml:trace contextRef="#ctx0" brushRef="#br1" timeOffset="83107.64">11087 7199 660 0,'0'0'502'0,"0"0"-180"16,0 0-162-16,0 0-2 16,0 0 67-16,0 0-69 15,0 0-24-15,74-100-38 16,-74 100-77-16,0 5-17 15,0 22-7-15,0 13 7 16,-14 10 70-16,8 2-70 16,-3-2 2-16,3-4 12 15,6-9 7-15,0-10-19 0,0-8-2 16,17-10 0 0,8-9-10-16,6 0 10 0,2-8-66 15,5-16-8-15,-5-8-133 16,-4-8 66-16,-4-2 14 15,-7 4 14-15,-5 6 113 16,-6 11 12-16,-5 18 87 16,-2 3-58-16,0 24-16 15,0 18 35-15,-2 8-9 16,-7 6-33-16,5 0 0 16,4-6-18-16,0-8-1 15,13-18-94-15,9-10-198 16,7-14-362-16</inkml:trace>
  <inkml:trace contextRef="#ctx0" brushRef="#br1" timeOffset="83676.95">11774 6865 662 0,'0'0'328'0,"0"0"-241"16,0 0-2-16,0 0-14 0,0 0 9 15,0 0 110 1,0 0-90-16,-14-4-43 0,14 4-36 15,0 0-11-15,0 0-9 16,0 0-1-16,0 0 0 16,0-1 30-16,0 1 4 15,-2-4 29-15,-2 0 33 16,-1-1-62-16,3-2 35 16,2-1-6-16,0-4-53 15,0 2 15-15,21 2-9 16,0 2-16-16,2 6 0 15,-1 0 2-15,-1 9-9 0,-15 15 9 16,-6 10-2 0,0 7 68-16,-22 3-30 0,-14 2 36 15,3-6-21-15,4-8-35 16,8-8 30-16,17-6-48 16,4-6 0-16,2 0 8 15,25 1-7-15,2 1 15 16,2 0-10-16,-6 3 14 15,-8 4-40-15,-9 3 19 16,-8 4-5-16,-10 2-9 16,-19 2-6-16,-11 0-13 15,-18 4-143-15,14-8-215 16,3-8-614-16</inkml:trace>
  <inkml:trace contextRef="#ctx0" brushRef="#br1" timeOffset="84100.88">10873 7657 1445 0,'0'0'568'0,"0"0"-405"16,0 0-76-16,0 0 30 16,0 0-86-16,0 0 30 15,156 0 14-15,-88 0-53 16,7 0 20-16,6 5-42 16,-4 3 13-16,-3 0-41 15,-5 0-81-15,-2 4-35 16,-18-2-164-16,-18-3-413 0</inkml:trace>
  <inkml:trace contextRef="#ctx0" brushRef="#br1" timeOffset="84763.49">11112 7892 968 0,'0'0'334'15,"0"0"-225"-15,0 0-20 16,0 0-44-16,0 0 14 16,0 0 29-16,0 0-20 15,-2 0 7-15,2 0-74 16,0 0-1-16,0 0 17 16,0 0-11-16,0 0 34 15,0 0-1-15,0 0-38 16,0 0 42-16,0 0-42 0,0 0 5 15,0 0 16 1,0 0-14-16,0 0 12 0,0 0-20 16,0 0 0-16,0 0 8 15,0-2-4-15,8-2-4 16,8-1-7-16,4 1-1 16,-2 4 7-16,-5 0 1 15,-1 0 0-15,-10 9-21 16,-2 12 44-16,-4 4-7 15,-23 5 81-15,-7 2-66 16,5-3 19-16,9-7-47 16,9-3 8-16,11-5 2 15,0-2-13-15,29 1 0 16,7-1 30-16,1 2-29 16,1 4 19-16,-11 3-20 0,-15 2 0 15,-12 9-6-15,-14 6 12 16,-28 2-6-16,-12 3 0 15,-4-5-11-15,2-2-42 16,14-14-235-16,20-9-473 0</inkml:trace>
  <inkml:trace contextRef="#ctx0" brushRef="#br1" timeOffset="85120.92">12277 7694 1463 0,'0'0'633'0,"0"0"-402"15,0 0-183-15,0 0-42 16,114-16 22-16,-64 16-27 0,1 0 17 16,4 0-13-16,1 0-4 15,-9 0-2-15,-5 2-104 16,-8 0-69-16,-12-2-97 15,-11 0-324-15,-7-8-577 0</inkml:trace>
  <inkml:trace contextRef="#ctx0" brushRef="#br1" timeOffset="85316.71">12648 7425 1674 0,'0'0'367'0,"0"0"-269"15,0 0-90-15,-91 108 49 16,54-51 17-16,4 5-21 16,6 1 33-16,10 4-85 0,8-7-1 15,9-3 0-15,0-13-134 16,42-13-64-16,2-11-80 16,-1-14-314-16</inkml:trace>
  <inkml:trace contextRef="#ctx0" brushRef="#br1" timeOffset="85550.19">13276 7465 1996 0,'0'0'394'16,"0"0"-317"0,0 0-76-16,-142 32-2 15,88 7 1-15,17 7 0 0,10 5 65 16,17 7-26-16,10 3 17 15,10-1-56-15,25-5-10 16,21-9 1-16,15-12-82 16,10-9-29-16,39-8-49 15,-20-9-161-15,-15-6-333 0</inkml:trace>
  <inkml:trace contextRef="#ctx0" brushRef="#br1" timeOffset="86654.02">4340 9561 64 0,'0'0'758'16,"0"0"-534"-16,0 0 41 16,0 0-1-16,0 0-54 15,0 0 55-15,0 0-44 16,-63-18-30-16,63 16 28 16,0 2-73-16,0 0-67 15,0 0-26-15,9 0-53 16,16 0 0-16,8 0-18 15,7 14 18-15,5 2-9 0,-5 6-81 16,-7 0-150-16,-19 6-95 16,-12-3-234-16,-2-11-833 0</inkml:trace>
  <inkml:trace contextRef="#ctx0" brushRef="#br1" timeOffset="86780.57">4182 9775 1654 0,'0'0'475'15,"0"0"-389"-15,0 0-67 16,122 11-18-16,-57-1-1 16,28 8-10-16,-14-2-183 15,-15-2-347-15</inkml:trace>
  <inkml:trace contextRef="#ctx0" brushRef="#br1" timeOffset="88026.4">5507 9485 1568 0,'0'0'521'0,"0"0"-353"16,0 0-122-16,0 0-30 15,0 0 86-15,0 0-41 16,0 0 24-16,-23-107-63 16,27 87-13-16,15 2-18 0,10 4-18 15,0 7 13-15,-2 7 13 16,-11 5-35-16,-7 24 20 16,-9 8-11-16,-15 13 27 15,-28 4-14-15,-13 3 15 16,-11-7-1-16,1-10 0 15,3-13-32-15,7-15 31 16,9-10-29-16,14-2 26 16,11-14-16-16,13-15-14 15,9-3 11-15,16 0 9 16,21 0 11-16,11 6 3 16,4 10 20-16,11 9-20 15,-3 7 24-15,0 0-23 0,-4 21-1 16,-9 7 0-16,-3 2-19 15,-10 2-4-15,-7 8-155 16,-9-8-126-16,-12-8-279 0</inkml:trace>
  <inkml:trace contextRef="#ctx0" brushRef="#br1" timeOffset="88244.72">5084 9818 1502 0,'0'0'352'16,"0"0"-57"-16,0 0-5 15,0 0-138-15,0 0-55 16,0 0-78-16,157 0 2 16,-86 7-6-16,4 3 3 15,3 2-32-15,-1-1 14 16,-11 0-170-16,12 1-107 15,-20-7-256-15,-15-1-333 0</inkml:trace>
  <inkml:trace contextRef="#ctx0" brushRef="#br1" timeOffset="88945.45">5285 10101 765 0,'0'0'322'0,"0"0"-164"16,0 0 20-16,0 0-86 16,0 0 34-16,0 0-40 15,0 0 22-15,-5-27-21 16,5 22-37-16,0 2 27 15,0 1-70-15,0 0 7 16,0 2-14-16,0 0 0 16,0 0 0-16,0 0-1 15,0 0-1-15,-2 0-5 16,0 0 7-16,0 0 0 16,0 0 23-16,2 0-23 15,0-5 56-15,0 0-4 0,0-4-51 16,17-2 17-16,1 3-18 15,11 2 3-15,-4 4-16 16,-3 2 10-16,-6 0 3 16,-8 6-1-16,-8 15 7 15,0 5-1-15,-22 9 55 16,-14 5 1-16,-6 2 41 16,9-4-60-16,4-4-8 15,15-5-28-15,14-2 9 16,0-6 6-16,25-1-21 15,10-3 0-15,-1 2 10 16,-5-3 3-16,-11 0-14 16,-18 5 1-16,-2 6-10 0,-40 7-17 15,-14 3-16 1,-33 13-83-16,14-11-208 0,11-10-690 0</inkml:trace>
  <inkml:trace contextRef="#ctx0" brushRef="#br1" timeOffset="91453.52">6288 9296 1407 0,'0'0'491'15,"0"0"-380"-15,0 0-111 16,0 0 19-16,0 0-19 15,0 0 25-15,-114 148 38 16,72-31 63-16,9-3-69 16,12-8 1-16,17-18 0 15,4-21-57-15,11 3 41 16,18 2-42-16,9-12-18 0,38-13-44 16,-14-20-203-16,-6-15-570 15</inkml:trace>
  <inkml:trace contextRef="#ctx0" brushRef="#br1" timeOffset="91780.45">6510 9753 1670 0,'0'0'622'0,"0"0"-459"15,0 0-107-15,0 0-15 16,0 0-33-16,0 0-8 15,0 0 9-15,119 82 14 16,-74-45-46-16,-1-3-58 16,5-1-136-16,-9-8-56 15,-9-13-439-15</inkml:trace>
  <inkml:trace contextRef="#ctx0" brushRef="#br1" timeOffset="92022.83">7195 9353 1739 0,'0'0'249'0,"0"0"-204"16,0 0-29-16,0 0 17 15,-89 153 49-15,51-84 13 16,1 7 11-16,-4 2-85 0,5 0-13 15,3-4-16-15,-2 7-17 16,10-19-192-16,7-20-353 0</inkml:trace>
  <inkml:trace contextRef="#ctx0" brushRef="#br1" timeOffset="92959.63">7218 9425 1277 0,'0'0'319'0,"0"0"-153"0,0 0-72 15,0 0 23-15,0 0-90 16,0 0 12-16,120-12 25 16,-55 12-41-16,14 12 53 15,31 6-18-15,29 1-26 16,27 4 115-16,19-5-90 15,-13-3-29-15,-16-4-6 16,-38-8-6-16,-26 2-8 16,-28-3-8-16,-6 2 0 15,0 0-14-15,-2 0 14 16,0 2-66-16,-16-2-40 16,-13-1-119-16,-12-1-71 15,-11-2-414-15</inkml:trace>
  <inkml:trace contextRef="#ctx0" brushRef="#br1" timeOffset="95117.14">7387 9775 725 0,'0'0'341'16,"0"0"-52"-1,0 0-138-15,0 0-30 0,0 0-52 16,0 0-69-16,0 0 33 16,16-44-7-16,-14 42-20 15,0-1 45-15,2 0 4 16,-4 1 12-16,5-2-23 16,-3 1-38-16,0 0 39 15,-2 1-20-15,0 0-18 16,0-2 11-16,-2 2-18 15,-9-2-8-15,-5 1 7 16,1 0-2-16,-3 3 2 16,0 0 1-16,2 0 0 15,3 0-8-15,7 8 9 16,-2 2-1-16,6 4 29 0,2 3-27 16,0-1 67-1,0 3-57-15,0 4-11 0,0-2 61 16,2 4-46-16,-2-5 7 15,0-3 23-15,0-5-45 16,0-3 52-16,0-4-53 16,0-2 1-16,0-1 27 15,0-2-26-15,0 0 22 16,0 0-24-16,0 0 18 16,0 0-12-16,0 0-6 15,0 0 0-15,0 0-7 16,0 0 18-16,0 0-11 0,0 0 0 15,0 0 0-15,0 0-21 16,0 0 21 0,0 0-27-16,0 0 27 0,0 0-11 15,0 0-7-15,6-2 12 16,2-10-101-16,-1-5 67 16,-1-3-5-16,6-4 28 15,-8 2 11-15,3-2-17 16,-5 5 8-16,-2 0 27 15,0 6-12-15,0 2 69 16,-4 5-29-16,-7 4-12 16,-1 2-25-16,-3 0 15 15,1 10-19-15,3 12 1 0,7 6 0 16,4 5 37 0,0 2-37-16,0 4 32 0,13-3 6 15,1-2-28-15,-8-4 13 16,-1 0-23-16,-5-5 0 15,-5 1 26-15,-19-3-24 16,-10-2 13-16,-1-7-15 16,-1-9 21-16,7-5-11 15,11 0-10-15,12-10-40 16,6-18-2-16,10-6-183 16,28-6-10-16,14 0 32 15,8 4 76-15,2 8 51 16,-2 7 76-16,-4 9 16 15,-12 10 123-15,-7 2-8 16,-16 0-33-16,-2 14-43 0,-15 10-18 16,-4 5 71-16,0 1-29 15,-11 3-21-15,-5-8 0 16,1-4-57-16,1-4 33 16,8-9-34-16,1-6 0 15,5-2-3-15,0-2 3 16,0-20-97-16,21-7-221 15,2-5 107-15,4-1 23 16,2 5-119-16,-2 10 307 16,-6 10 129-16,-11 10 10 15,-1 0-22-15,-7 17 4 16,-2 12-6-16,0 3 36 16,-6-1-73-16,-7 1-36 0,1-6 14 15,1-5-56-15,0-7 0 16,11-10-33-16,0-4-283 15,0 0-268-15</inkml:trace>
  <inkml:trace contextRef="#ctx0" brushRef="#br1" timeOffset="95501.55">7824 9865 1352 0,'0'0'273'16,"0"0"-219"-16,0 0-47 15,0 0 32-15,0 0 46 16,0 0 9-16,0 0 20 16,65 91-56-16,-63-59 19 0,-2 2-3 15,0 0-58-15,0-4 35 16,-7-6-51-16,1-7 0 16,3-8 3-16,1-7 7 15,2-2-20-15,0-2 5 16,2-19-71-16,12-14-90 15,1-7-9-15,3-4 14 16,-3 5 45-16,-3 12 116 16,-8 13 188-16,-4 14 15 15,0 2-155-15,-6 15-7 16,-10 16 11-16,-2 4 11 16,11 0 2-16,3 0-65 15,4-6 37-15,0 0-37 0,18-7-31 16,15-10-112-16,-4-5-134 15,0-7-509-15</inkml:trace>
  <inkml:trace contextRef="#ctx0" brushRef="#br1" timeOffset="95663.02">8123 10002 1568 0,'0'0'297'16,"0"0"-187"-16,0 0-100 15,0 0 28-15,0 0 34 16,133 9-65-16,-85-4 31 16,-4-3-38-16,12-2-106 0,-12 0-199 15,-11 0-289-15</inkml:trace>
  <inkml:trace contextRef="#ctx0" brushRef="#br1" timeOffset="95812.45">8383 9854 687 0,'0'0'888'0,"0"0"-726"16,0 0-54-16,0 0-16 15,0 0-49-15,-66 143-8 16,53-85-35-16,5-12-159 16,6-12-404-16</inkml:trace>
  <inkml:trace contextRef="#ctx0" brushRef="#br1" timeOffset="96037.02">8595 10074 851 0,'0'0'746'15,"0"0"-590"-15,60-104-156 16,-35 56 9-16,-5 2 114 16,-7 3 38-16,-2 10 63 15,-6 12 7-15,0 11-122 16,-5 10-89-16,0 6-20 15,0 29-13-15,-8 11-5 16,-5 12 26-16,5 8-16 16,-4 4-19-16,3 15-175 15,7-17-124-15,0-20-573 0</inkml:trace>
  <inkml:trace contextRef="#ctx0" brushRef="#br1" timeOffset="96434.88">9357 9316 1620 0,'0'0'389'15,"0"0"-112"-15,0 0-236 16,0 0-40-16,0 0 16 15,0 0-16-15,112 201 113 16,-116-65-42-16,-41 12-41 16,-8-22 15-16,1-29-45 0,15-37-2 15,0-6 1 1,-9 20-171-16,4-11-16 16,3-13-355-16</inkml:trace>
  <inkml:trace contextRef="#ctx0" brushRef="#br1" timeOffset="97809.4">9600 9228 378 0,'0'0'113'0,"0"0"-80"16,0 0 0-16,0 0-17 16,0 0 34-16,0 0 44 15,0 0-63-15,0 0-20 0,0 0-11 16,-2 0-55 0,2 0 45-16,-2 0-4 0,2 0 14 15,0 0 88-15,0 0 42 16,0 0 19-16,0 0-19 15,0-2-18-15,0 0-14 16,0 2-25-16,0 0-24 16,0 0-31-16,0 0-7 15,0 0-4-15,0 0-7 16,-2 0 0-16,2 0 14 16,0 0-2-16,0 0 37 15,0 0 24-15,0 0-39 16,0 0 18-16,0 0-52 15,0 0 0-15,0 0 5 16,-2-2 2-16,2-2-7 0,-5 1 0 16,5 0 7-16,-2 1 9 15,0-2-16-15,0 1 22 16,2 3 18-16,0 0-39 16,0 0 16-16,0 0-17 15,0 0 7-15,0 0-13 16,0 0 6-16,-2-3 0 15,2 3-1-15,-6-2 13 16,4 0-18-16,2 2 6 16,0-2 0-16,0 2-3 15,0 0 3-15,0 0 0 16,0 0-6-16,0-3 18 16,0 3-2-16,0 0-10 0,0-2 1 15,0-1 9 1,0-1 0-16,14-2-10 0,1 2 6 15,1 0 15-15,11 0-15 16,-5 4-6-16,0 0 0 16,-3 0 28-16,-11 10-19 15,-6 10 30-15,-2 8 51 16,-6 6-30-16,-23 3 36 16,0-4-54-16,4-1-29 15,8-5 38-15,7-6-51 16,10-1 0-16,0 0 13 15,12-1-4-15,1-1 12 16,1 2-21-16,-12 0 1 16,-2 6 3-16,-7 3 8 0,-27 10-12 15,-1 1 0-15,-15 14-93 16,13-8-159-16,10-12-564 0</inkml:trace>
  <inkml:trace contextRef="#ctx0" brushRef="#br1" timeOffset="98296.8">10223 9912 1435 0,'0'0'406'0,"0"0"-26"15,0 0-132-15,0 0-155 16,0 0-3-16,118-36-83 15,-63 36 5-15,8 0-12 16,-6 0 12-16,1 2-30 16,-6 3-83-16,-10 0-116 15,-8-5-25-15,-10 0-289 16,-12 0-332-16</inkml:trace>
  <inkml:trace contextRef="#ctx0" brushRef="#br1" timeOffset="98476.01">10630 9636 1475 0,'0'0'506'0,"0"0"-432"15,0 0-74-15,0 0 122 16,-91 113-30-16,60-56-57 16,2 9 16-16,6 1-51 15,10-4 0-15,13 9-90 16,2-18-207-16,21-16-357 0</inkml:trace>
  <inkml:trace contextRef="#ctx0" brushRef="#br1" timeOffset="98745.9">11446 9761 1605 0,'0'0'235'15,"0"0"-150"-15,0 0-28 16,0 0-57-16,-143-90 82 16,81 90 27-16,2 18-40 15,9 22 26-15,8 15-21 16,16 5-19-16,23 3 25 16,4 2-49-16,25-5 7 15,24-3-24-15,11-10 0 16,11-7-28-16,14-6-102 0,26-11-103 15,-22-9-255 1,-8-10-1196-16</inkml:trace>
  <inkml:trace contextRef="#ctx0" brushRef="#br1" timeOffset="125639.93">30691 4823 385 0,'0'0'617'0,"0"0"74"15,0 0-557-15,0 0 20 0,0 0 12 16,0 0 88-16,0 1-71 16,0-1-80-16,0 0 22 15,0 0-77-15,0 0 17 16,0 0 1-16,0 0-60 15,2 0 63-15,2 0-46 16,10-8-22-16,13-16-2 16,15-12-30-16,14-12-23 15,2-6 33-15,-2-2-42 16,-12 4 57-16,-11 8-10 16,-10 12 16-16,-15 11-5 15,-3 15 5-15,-5 6-1 16,0 23-61-16,-13 40-64 15,-25 44 119-15,-9 25-87 16,3-18-189-16,7-29-339 0</inkml:trace>
  <inkml:trace contextRef="#ctx0" brushRef="#br1" timeOffset="126734.45">30911 4580 340 0,'0'0'1045'0,"0"0"-451"15,0 0-489-15,0 0 19 16,0 0-71-16,0 0 9 15,0 0 76-15,-4-42-71 16,4 42-24-16,0 8-43 16,0 20 3-16,0 11-3 15,0 12 0-15,0 2-14 16,0-4 13-16,0-8-103 16,0-15-13-16,4-14-22 0,6-12-37 15,-2 0 46-15,5-29-95 16,3-15-285-16,-1-8 301 15,4-6 5-15,-4 4 204 16,-1 10 325-16,-4 18-2 16,-5 20 47-16,0 6-256 15,-5 25-88-15,0 19 61 16,0 14-55-16,2 0 4 16,5 0-36-16,1-12-17 15,8-12-34-15,4-18-159 16,7-16-52-16,-11-21-70 15,-3-10-383-15</inkml:trace>
  <inkml:trace contextRef="#ctx0" brushRef="#br1" timeOffset="126837.86">31183 4528 829 0,'0'0'978'0,"0"0"-771"16,0 0-204-16,0 0-3 16,0 156-2-16,-11-56-29 15,3-16-283-15,-4-17-1124 0</inkml:trace>
  <inkml:trace contextRef="#ctx0" brushRef="#br1" timeOffset="129002.04">30800 4668 428 0,'0'0'65'0,"0"0"-58"16,0 0-7-16,0 0 0 16,0 0 0-16,0 0 6 15,-118 84 99-15,102-80 13 16,5-2 30-16,5-2-44 15,-2 0 10-15,4 0-62 16,2 0 51-16,2-6 4 16,-5-3-8-16,5 0 53 0,0 1-51 15,0 2 49-15,0 0 60 16,0 4-53-16,0 2-7 16,0 0-150-16,0 8-22 15,7 21 21-15,7 17-10 16,3 15-5-16,6 42-51 15,-7-13-256-15,-3-20-397 0</inkml:trace>
  <inkml:trace contextRef="#ctx0" brushRef="#br1" timeOffset="134031.87">30140 6595 683 0,'0'0'179'0,"0"0"-136"16,0 0-21-16,0 0 32 0,0 0 18 15,0 0 12-15,0 0-25 16,0 0 28-16,0 0 59 16,0 0-64-16,0 0-31 15,0 0-15-15,0 0-29 16,0 0 17-16,0 0-24 15,0 0 0-15,0 0-14 16,0 0-8-16,0 0-60 16,15 6-51-16,6 2 4 15,-1-4-152-15</inkml:trace>
  <inkml:trace contextRef="#ctx0" brushRef="#br1" timeOffset="142833.94">29661 7728 1018 0,'0'0'317'15,"0"0"-153"-15,0 0-112 16,0 0 50-16,0 0 84 16,0 0-81-16,-7 0 12 15,7 0-45-15,0 0-10 16,0 0 20-16,0 0-68 0,0 0 22 16,0 0-6-16,0 0-29 15,0 0 40-15,0 0-41 16,7-4 0-16,11-6-6 15,9-4-10-15,2-4 10 16,2 0-12-16,-5-1-6 16,1-1 10-16,-11 5-12 15,-3 1 26-15,-11 1-14 16,-2 4 14-16,0 0-2 16,-17 1-10-16,-19 7-78 15,-7 1 78-15,-1 0-21 16,-3 9 33-16,7 13-8 15,7 5 14-15,8 4-6 0,14 4 0 16,11 3 0-16,0-2 26 16,31-4-17-16,20-6-6 15,19-6-3-15,7-10-7 16,6-8-35-16,13-2-163 16,-23 0-278-16,-17-11-410 0</inkml:trace>
  <inkml:trace contextRef="#ctx0" brushRef="#br1" timeOffset="143228.65">29806 7337 1295 0,'0'0'343'15,"0"0"-61"-15,0 0-164 16,0 0-62-16,0 0-4 16,0 0-43-16,0 0-1 15,120-18-8-15,-42 18-155 16,-18 0-112-16,-9 0-615 0</inkml:trace>
  <inkml:trace contextRef="#ctx0" brushRef="#br1" timeOffset="144289.1">30305 7219 1061 0,'0'0'304'0,"0"0"-217"16,0 0-39-16,0 0-20 16,0 0 42-16,0 0-56 15,0 0 1-15,-7-12-30 16,7 12 7-16,0 0 8 15,0 0 3-15,0 0 9 16,0 0-2-16,0 0-10 16,0 2 2-16,-13 6 18 0,-3-1-19 15,1 2-1-15,8-6 9 16,-2 1 5-16,7-4-7 16,2 3-7-16,0-3 0 15,0 0-12-15,0 0 12 16,0 0-2-16,11 0-5 15,0 0 14-15,2 0-26 16,-1 0 19-16,-3 0 0 16,-9 0-18-16,2 0 26 15,-2 0-8-15,0 0 0 16,0 0 16-16,0 0-13 16,0 0-3-16,0 0 0 0,0 0-7 15,0 0 8 1,0 0-1-16,0 0 0 0,0 0 11 15,0 0-14 1,2 0 3-16,-2 0 0 0,0 0 13 16,0 0-12-16,0 0 58 15,0 0-2-15,0 0-38 16,0 0 30-16,0 0-49 16,0 0 0-16,0 0-10 15,0 0 2-15,0 0 2 16,0 0 6-16,0 0-35 15,0 0 22-15,0 0 3 16,0 0 10-16,0 0-7 16,0 0 11-16,0 0-14 15,0 0 10-15,2 0-6 16,-2 0-13-16,0 0 19 0,0 0 0 16,0 0-4-16,0 0 21 15,0 0-27-15,0 0 10 16,0 0-6-16,-4 2-7 15,-5 3 13-15,0 2 0 16,2-1-7-16,3-2 23 16,4-4-15-16,0 0-1 15,0 0 0-15,0 0-10 16,13 0-38-16,3-4-22 16,2-2-1-16,-3-1 10 15,-2 7 61-15,1 0 0 0,-5 0 2 16,-3 3 57-1,-3 14-35-15,-3 9 42 0,-5 6 1 16,-22 5-25-16,-6 1 21 16,-3-2-24-16,7-5-28 15,8-9 8-15,9-7-18 16,12-6-2-16,0-5 1 16,27-4-27-16,13 0 21 15,0 0-97-15,0-7 25 16,-11 1 71-16,-8 6 14 15,-21 3-7-15,-6 26 0 16,-38 15 1-16,-20 18-25 16,-50 33-36-16,12-15-232 15,10-10-43-15</inkml:trace>
  <inkml:trace contextRef="#ctx0" brushRef="#br1" timeOffset="144908.14">28660 7464 1273 0,'0'0'263'16,"0"0"-186"-16,0 0-62 15,0 0 14-15,0 0-22 16,0 0 48-16,136-93-17 16,-98 87-32-16,-7 6 25 15,-6 6-31-15,-23 23 1 16,-2 16 27-16,-25 9-4 16,-20 7 27-16,-3-1 15 15,-6-2-50-15,10-12 44 16,13-9-32-16,10-10-18 15,17-8-6-15,4-7-4 16,13-7-11-16,22-5-31 0,33-10-111 16,-6-18-154-16,-6-9-871 15</inkml:trace>
  <inkml:trace contextRef="#ctx0" brushRef="#br1" timeOffset="145175.5">28894 7361 1400 0,'0'0'339'0,"0"0"-142"16,0 0-169-16,0 0-26 16,118-24 43-16,-60 22-45 15,5 0 9-15,-13 2-9 16,-2 0-3-16,-17 0-3 16,-13 6 6-16,-7 4-21 0,-11 6 4 15,0 10 11 1,-11 12 6-16,-9 11 21 0,-7 6-20 15,2 8 30-15,8-2-31 16,-4 2 2-16,13-2-11 16,-4-6 9-16,8-1-71 15,-3-13-163-15,3-15-437 0</inkml:trace>
  <inkml:trace contextRef="#ctx0" brushRef="#br1" timeOffset="145300.04">28869 7680 1512 0,'0'0'397'16,"0"0"-158"0,0 0-217-16,137-74-21 0,-55 62-1 15,42 8-97-15,-12 4-29 16,-12 0-420-16</inkml:trace>
  <inkml:trace contextRef="#ctx0" brushRef="#br1" timeOffset="145668.41">30657 7749 894 0,'0'0'1021'0,"0"0"-842"16,0 0-72-16,0 0-106 15,0 0 15-15,0 0 33 16,0 0-49-16,150-51 19 16,-104 51-19-16,-1 0-146 0,1 0-74 15,-11 0-270-15,-12 0-272 16</inkml:trace>
  <inkml:trace contextRef="#ctx0" brushRef="#br1" timeOffset="145861.22">30880 7507 1829 0,'0'0'319'0,"0"0"-294"16,0 0-25-16,0 0-12 16,-67 129 12-16,47-67 0 0,-2 1-19 15,15 12-116-15,2-19-258 16,5-16-742-16</inkml:trace>
  <inkml:trace contextRef="#ctx0" brushRef="#br1" timeOffset="146060.18">31222 7756 1543 0,'0'0'267'15,"0"0"-172"-15,46-123-95 16,-30 76 0-16,-7 7 16 15,-5 11 98-15,-4 18 42 16,0 11-156-16,-2 7-1 16,-19 33-20-16,-3 18-7 15,-4 14 27-15,1 9-7 0,-2 27-205 16,6-22-147-16,7-17-470 0</inkml:trace>
  <inkml:trace contextRef="#ctx0" brushRef="#br1" timeOffset="146464.57">28836 7974 1822 0,'0'0'296'0,"0"0"-296"15,0 0 1-15,138 113 46 16,21-64 55-16,88-14 1 16,54-15 40-16,29-20-64 0,-3 0-26 15,-30-23 11-15,-19-2-53 16,-17 4-11-16,-26 3 0 16,-35 11-20-16,-33 3-126 15,-56 4-107-15,-41 0-369 0</inkml:trace>
  <inkml:trace contextRef="#ctx0" brushRef="#br1" timeOffset="147125.87">29154 9232 948 0,'0'0'869'16,"0"0"-711"-16,0 0-158 15,135-87 15-15,-71 66 3 0,5 3-17 16,1 6 39 0,-1 8 22-16,-3 4-46 0,-3 0 43 15,-10 14-37-15,-4 4-22 16,-6 0 22-16,-8-1-21 16,-1 0-1-16,-10-7 0 15,3-5 15-15,-4-3-37 16,-4-2-16-16,4 0-114 15,-15-5-30-15,-1-9-134 16,-7-1-447-16</inkml:trace>
  <inkml:trace contextRef="#ctx0" brushRef="#br1" timeOffset="147371.2">29251 9547 1350 0,'0'0'279'0,"0"0"-178"15,0 0-74-15,0 0 90 16,0 0-51-16,146-66-48 16,-72 35 33-16,2 7-51 15,-4 9 0-15,-6 8-13 16,-10 7 23-16,-7 2-10 16,-18 20 0-16,-2 5 2 15,-2-1-7-15,0-1 5 16,4-8 0-16,12-8-7 15,23-9-106-15,-5 0-195 16,-13-14-685-16</inkml:trace>
  <inkml:trace contextRef="#ctx0" brushRef="#br1" timeOffset="148520.51">32017 7227 859 0,'0'0'501'0,"0"0"-372"0,0 0-104 16,0 0 13-1,-122-105-28-15,83 82 6 0,-5-4 90 16,-3 0-76-16,-8-2 12 15,-11-3 18-15,-5-2-47 16,-14-2 51-16,-28-8-53 16,-36-6-10-16,-41-6 18 15,-22 0-19-15,3 3 0 16,13 5 0-16,15 4 18 16,7 1-20-16,7-1 2 15,11 10 0-15,5 8-14 16,-1 13 14-16,5 13 0 15,-5 0-6-15,9 6 10 16,25 13-5-16,27 2 1 16,22 2 0-16,4 12-19 0,-15 33 19 15,-16 52 0-15,-4 68-1 16,17 29 2-16,32 8 15 16,17-9-1-16,28-29-15 15,6-1 59-15,0-3-37 16,16-10 17-16,19-11 11 15,14-10-39-15,15-17 5 16,8-26-16-16,37-12 0 16,32-20 52-16,31-19-52 15,44-8 15-15,18-27-8 16,18-16 14-16,4-7-15 16,-6-4-6-16,-7-22-19 0,-7-6 8 15,-11-7-1-15,-4-7 12 16,-7-6 0-16,-9-15 19 15,-9-10-19-15,-11-17 0 16,-18-15 0-16,-19-13 6 16,-26-10 3-16,-26-19-9 15,-27-15 4-15,-26-17 14 16,-35-9-12-16,-14-3-6 16,-59-2 0-16,-36 10-16 15,-36 18-5-15,-40 33 21 16,-30 45 0-16,-36 47-35 15,-31 44 34-15,-13 24-85 16,-10 44-149-16,79-7 16 0,50-9-282 16</inkml:trace>
  <inkml:trace contextRef="#ctx0" brushRef="#br1" timeOffset="150092.68">30929 9537 1058 0,'0'0'295'0,"0"0"-135"16,0 0 36-16,0 0-79 15,0 0 85-15,0 0 22 16,0 0-112-16,7-52-3 15,53 41-109-15,47 9 1 16,43 2-1-16,19 9 1 16,-7 16-1-16,-10 1 0 15,-22-3 16-15,-28-3-13 16,-15-6-3-16,-16-2-27 16,-7-3-36-16,44 3-151 0,-17-1-169 15,-4-5-515-15</inkml:trace>
  <inkml:trace contextRef="#ctx0" brushRef="#br1" timeOffset="151382.79">29638 10203 1060 0,'0'0'149'16,"0"0"-113"-16,0 0 26 15,0 0 22-15,0 0 73 16,0 0-3-16,0 0-110 16,4-9 9-16,-4 9-53 15,6 0 0-15,-6 0-10 16,2 0 3-16,4 0 7 15,1 16-21-15,-1 27-110 16,2-7-43-16,-8 3-216 0</inkml:trace>
  <inkml:trace contextRef="#ctx0" brushRef="#br1" timeOffset="151613.74">29152 11879 491 0,'0'0'769'16,"0"0"-709"-16,0 0-60 15,0 0-32-15,0 0-22 0,0 0 48 16,-48 106-43-1,48-80-71-15,0 0-186 0</inkml:trace>
  <inkml:trace contextRef="#ctx0" brushRef="#br1" timeOffset="151781.91">29191 12339 864 0,'0'0'641'15,"0"0"-571"-15,0 0-70 16,0 0-35-16,0 0-29 16,-58 133-70-16,58-104 13 15,0-8-163-15</inkml:trace>
  <inkml:trace contextRef="#ctx0" brushRef="#br1" timeOffset="153989.87">28531 11209 532 0,'0'0'182'15,"0"0"340"-15,0 0-379 16,0 0-56-16,0 0-69 16,0 0 8-16,0 0 86 15,-29 12-20-15,35-26 20 16,10-11-78-16,4-4-24 16,-4-9 13-16,1-2-23 0,-3-3 0 15,-3 5 6 1,-9 4 6-16,-2 9 136 0,0 7-32 15,-13 11-72-15,-18 7 33 16,-14 22-77-16,-31 43 0 16,-15 41 39-16,8 0-12 15,19-1 40-15,24-18-67 16,26-23 16-16,12 5-7 16,2-2-9-16,4-12 0 15,25-11-1-15,10-14-64 16,-2-13 19-16,1-13-37 15,-9-4-14-15,-11-21 96 16,-11-9-43-16,-7-2 44 16,-16 4 24-16,-20 9 2 15,-8 12 30-15,-3 7-51 16,-5 4 10-16,10 16-12 0,15 2-3 16,19-2-1-16,8-4-17 15,35-5-69-15,28-11 64 16,57-17-136-16,-8-14-217 15,-12-10-200-15</inkml:trace>
  <inkml:trace contextRef="#ctx0" brushRef="#br1" timeOffset="154191.56">28896 11315 985 0,'0'0'577'0,"0"0"-361"16,0 0-98-16,0 0-118 16,-165 89 62-16,94-39 37 15,4 0-41-15,13-11 26 0,19-7-61 16,22-13-21-1,13-7 8-15,15-5 6 16,39-2-16-16,19-2 0 0,14-3-7 16,9 0-14-16,-7 0-85 15,-4 0-48-15,-16-11 2 16,-7-15-135-16,-15 2-45 16,-20-4-185-16</inkml:trace>
  <inkml:trace contextRef="#ctx0" brushRef="#br1" timeOffset="154310.49">29146 11301 540 0,'0'0'803'0,"0"0"-435"16,0 0-96-16,0 0-209 16,-114 67 22-16,72 16-17 15,4 6-46-15,9 6-22 16,13 18-45-16,16-35-190 0,0-15-417 0</inkml:trace>
  <inkml:trace contextRef="#ctx0" brushRef="#br1" timeOffset="154627.06">29275 11635 1217 0,'0'0'1105'16,"0"0"-1041"-16,0 0-64 16,0 0-55-16,132-92 35 15,-88 51 18-15,-1-3 2 16,-3-4 2-16,-13-1 17 15,-17 6-38-15,-10 0-33 0,0 6 12 16,-29 8 40 0,-2 13 16-16,-4 12 82 0,6 4-23 15,0 26-74-15,10 16 61 16,13 6-35-16,6 7-18 16,4-3 18-16,25-4-27 15,8-8-9-15,7-11-2 16,5-15-61-16,4-7 18 15,15-7-84-15,-10-14-191 16,-16-5-345-16</inkml:trace>
  <inkml:trace contextRef="#ctx0" brushRef="#br1" timeOffset="155024.7">29507 10874 1482 0,'0'0'766'15,"0"0"-559"-15,0 0-79 16,0 0-128-16,0 0 0 15,0 0 18-15,141-28-18 16,-83 28-24-16,15-2-151 16,-13-2-177-16,-8-4-301 0</inkml:trace>
  <inkml:trace contextRef="#ctx0" brushRef="#br1" timeOffset="155362.67">30004 10654 1455 0,'0'0'716'0,"0"0"-668"15,0 0-22-15,-78 106-24 16,43-54-2-16,-6 0 0 16,12-10 4-16,7-9-3 15,13-12-1-15,9-10 0 16,0-7-90-16,14-4 46 16,19 0 19-16,13 0-17 15,8-8-114-15,0-4-52 16,-5 1 41-16,-7-1 3 15,-4-2 18-15,-9-2 96 16,-11-4 29-16,-5-6 21 0,-9-2 14 16,-4-4-7-1,0 4 1-15,0 7 170 0,-15 9 40 16,-3 12 40-16,-4 21-216 16,-12 45 30-16,-6 47 30 15,-2 33-75-15,11-6-27 16,13-11-9-16,16-49-284 15,2-39-453-15</inkml:trace>
  <inkml:trace contextRef="#ctx0" brushRef="#br1" timeOffset="155563.97">30448 11347 1774 0,'0'0'500'0,"0"0"-500"16,0 0-34-16,0 0 23 16,0 0 11-16,136 36 0 15,-90-33 14-15,8-3-37 16,17 0-55-16,-13-10-203 16,-11-8-303-16</inkml:trace>
  <inkml:trace contextRef="#ctx0" brushRef="#br1" timeOffset="155700.18">30778 11127 1408 0,'0'0'586'0,"0"0"-541"15,-94 166-2-15,59-80-43 16,1 3-100-16,16 5-89 16,14-21-209-16,4-24-262 0</inkml:trace>
  <inkml:trace contextRef="#ctx0" brushRef="#br1" timeOffset="155886.51">31164 11432 730 0,'0'0'683'0,"73"-118"-568"16,-40 47-38-16,0 3 66 16,-12 15 20-16,-10 20 154 15,-11 22-79-15,0 11-232 0,-20 32-6 16,-9 26-44-16,-12 27 44 15,4 4-6-15,-15 34-42 16,12-19-147-16,9-31-359 0</inkml:trace>
  <inkml:trace contextRef="#ctx0" brushRef="#br1" timeOffset="158020.43">31939 11472 940 0,'0'0'518'16,"0"0"-351"-16,0 0 8 16,0 0-25-16,-11-117-22 15,33 90-1-15,7 0-63 16,7 7-52-16,4 4 42 15,-5 8-54-15,1 6 0 16,-7 2-6-16,-4 2 11 16,-3 14-5-16,-3 4 0 15,0 1 1-15,-3-3-7 16,-1-3 6-16,1-4 0 16,1-8-1-16,6-3 14 15,4 0-25-15,6-14 12 16,3-8-149-16,-5-2 12 0,2 2-119 15,-4 4-60-15,-15 14 72 16,-12 4 36-16,-2 0-198 0</inkml:trace>
  <inkml:trace contextRef="#ctx0" brushRef="#br1" timeOffset="158254.11">31825 11737 1523 0,'0'0'349'0,"0"0"-224"0,0 0-115 16,0 0 17 0,0 0-19-16,154-102 18 0,-101 77 2 15,1 9-28-15,-2 11 0 16,-15 5 0-16,-1 0-2 16,-5 7 2-16,-2 11 0 15,0 1 1-15,2-2-15 16,5 0 14-16,7-8-54 15,19-9-145-15,-6 0-326 16,-8-8-300-16</inkml:trace>
  <inkml:trace contextRef="#ctx0" brushRef="#br1" timeOffset="159071.44">32240 8540 1211 0,'0'0'27'0,"0"0"-27"15,0 0-223-15,131-50-4 16,-90 48 57-16,-1 2 170 15,-9 0 19-15,-2 11 8 16,-2 6 57-16,-12-5 101 16,-1-4 22-16,-1-6 29 15,-4-2-37-15,6 0-77 16,4-10-122-16,10-14-47 16,-10 5-279-16,-3 2 56 0</inkml:trace>
  <inkml:trace contextRef="#ctx0" brushRef="#br1" timeOffset="159844.07">33069 8961 846 0,'-13'124'299'15,"-6"38"-99"-15,-2 39 44 16,-10 16-66-16,0-1-57 16,-12 11 41-16,1-4-97 15,4-15-32-15,11-17-2 16,9-21-17-16,0-13-9 16,-2-20-5-16,-9-12-30 15,0-21-52-15,9-30-176 16,5-28-329-16</inkml:trace>
  <inkml:trace contextRef="#ctx0" brushRef="#br1" timeOffset="161047.91">27692 12172 1502 0,'0'0'265'0,"0"0"-172"15,0 0-93-15,0 0 22 16,226-41-1-16,-12 33 17 16,60 4-6-16,38 2 75 15,11 2-35-15,-24 0-16 16,-3 0-9-16,-8 0-47 15,-12 0 57-15,-12 9-37 16,-21 11-8-16,-21 2 16 16,-22 1-28-16,-26-6-35 15,-51-4-187-15,-38-12-497 0</inkml:trace>
  <inkml:trace contextRef="#ctx0" brushRef="#br1" timeOffset="161682.97">29311 8524 1600 0,'0'0'384'16,"185"0"-311"-16,2 10-42 0,44 11-28 15,18 8 19 1,-12 7 0-16,-15 5-11 0,-13 5-5 16,-13 8-12-16,-24-4-40 15,-54-10-218-15,-34-14-462 0</inkml:trace>
  <inkml:trace contextRef="#ctx0" brushRef="#br1" timeOffset="191136.68">26186 1792 680 0,'0'0'181'16,"0"0"383"-16,0 0-483 15,0 0-67-15,0 0 4 0,0 0-12 16,0-92 96-16,0 82 35 16,0 0-77-16,0 3 36 15,0 2-52-15,0-1 4 16,-2 3 11-16,-4 3-57 15,6-3 37-15,-2 1 3 16,2 0-20-16,-2 2 61 16,2-2-35-16,0-2 12 15,-2 0 14-15,2 0-73 16,0-2 55-16,0-2-51 16,0-3 14-16,0 2-8 0,2-3-11 15,12 0 0 1,1 1-1-16,3 6 26 0,0 5-43 15,0 0 18-15,-5 8-8 16,-6 18-9-16,-5 10 26 16,-2 12-9-16,-9 10 22 15,-20 8-13-15,-13 0 30 16,-8-1-39-16,6-11 13 16,9-14-14-16,6-11 10 15,15-14-9-15,5-9 1 16,9-6 17-16,2 0 0 15,32-12-18-15,13-11-22 16,13-4 4-16,7 5-19 16,-7 10 32-16,-13 12-5 15,-13 3 2-15,-26 28-4 0,-8 15-13 16,-16 12 25 0,-24 4-7-16,-9 0 14 0,3-4-7 15,6-12 0-15,13-11 17 16,15-12-41-16,12-11-148 15,25-15-143-15,16-21 1 16,1-14-741-16</inkml:trace>
  <inkml:trace contextRef="#ctx0" brushRef="#br1" timeOffset="191471.01">26643 1755 1294 0,'0'0'580'0,"0"0"-562"0,0 0 26 16,21 119-18-16,-21-61 35 15,0 3 63-15,-8-5-47 16,-5-6-9-16,1-8-30 16,3-7-26-16,5-13 1 15,4-12-13-15,0-10 0 16,0-7-17-16,17-27-2 16,18-34-115-16,-4-6-29 15,0-9-136-15,-5 1 53 16,-12 28 246-16,-3 14 100 15,-11 30 207-15,0 12-236 16,-18 41-38-16,0 15 74 16,3 10-25-16,13 0 10 15,2 0-69-15,13-8-22 16,27-6 13-16,7-11-14 0,13-14-54 16,40-21-87-16,-13-8-230 15,-6-1-284-15</inkml:trace>
  <inkml:trace contextRef="#ctx0" brushRef="#br1" timeOffset="191606.8">27320 1871 1800 0,'0'0'488'16,"0"0"-464"-16,0 0 31 16,0 0-46-16,174-2 1 15,-105 5-7-15,0 14-3 16,1 12-69-16,-24 0-224 15,-21-5-462-15</inkml:trace>
  <inkml:trace contextRef="#ctx0" brushRef="#br1" timeOffset="191743.01">27358 2139 669 0,'0'0'1378'0,"0"0"-1181"16,0 0-147-16,130 0 27 15,-53-8-62-15,17-4 3 16,6 2-18-16,43-7-139 15,-29 6-104-15,-14 1-840 0</inkml:trace>
  <inkml:trace contextRef="#ctx0" brushRef="#br1" timeOffset="191972.83">28317 2013 1903 0,'0'0'233'15,"0"0"-184"-15,71-130-20 16,-38 60-22-16,6-7 36 15,-8 0-26-15,0 6-6 16,-2 11 29-16,-7 13 11 16,-8 19 54-16,-12 24 4 15,-2 8-102-15,0 59-13 16,-23 48 6-16,-6 44 0 16,2 19-13-16,10-4-87 15,12-52-76-15,5-46-211 0</inkml:trace>
  <inkml:trace contextRef="#ctx0" brushRef="#br1" timeOffset="193012.42">29231 1991 1175 0,'0'0'819'16,"0"0"-520"-16,0 0-56 16,0 0-131-16,0 0-111 15,87-117 37-15,-41 103-38 0,8 5 2 16,-3 7-20-16,-2 2-6 15,-15 3-149-15,-30 29-87 16,-4-3-261-16,-14-3 20 0</inkml:trace>
  <inkml:trace contextRef="#ctx0" brushRef="#br1" timeOffset="193143">29253 2075 74 0,'0'0'1104'16,"0"0"-788"-16,0 0-54 15,0 0-60-15,0 0-65 16,154 44-40-16,-77-44-97 15,4 0-15-15,-8-10-135 16,-3-19-96-16,-22 2-102 0,-19-1-214 16</inkml:trace>
  <inkml:trace contextRef="#ctx0" brushRef="#br1" timeOffset="193290.14">29781 1809 1200 0,'0'0'546'0,"0"0"-391"15,0 0-140-15,0 0 42 16,0 0 0-16,0 142-6 15,0-86-37-15,0-3 0 16,-13-6-15-16,-3-9 1 16,-1-12-98-16,-12-26-81 15,2 0-190-15,2-18-800 0</inkml:trace>
  <inkml:trace contextRef="#ctx0" brushRef="#br1" timeOffset="193438.83">29199 1648 1733 0,'0'0'275'0,"0"0"-171"16,-76 136 3-16,57-49-47 16,9 5 3-16,10 2-62 15,25-3-1-15,24-9-12 16,47-7-87-16,-9-22-31 16,-4-23-397-16</inkml:trace>
  <inkml:trace contextRef="#ctx0" brushRef="#br1" timeOffset="193812.13">30120 1668 1230 0,'0'0'763'0,"0"0"-574"16,0 0-140-16,0 0-49 15,0 0 1-15,0 0 47 16,20 145-8-16,-20-79-18 15,0-4 36-15,0-6-57 16,-4-12 7-16,2-14-8 16,2-12 15-16,0-15-9 15,0-3-5-15,2-11-1 16,13-27-34-16,5-17-117 16,1-12 19-16,-8-2-16 15,-3 8 135-15,-4 18 13 0,-6 24 257 16,0 19-116-16,-8 15-106 15,-7 28-34-15,1 12 30 16,10 8-13-16,4 1-9 16,2-4 19-16,23-8-28 15,10-7-82-15,35-16-13 16,-5-11-150-16,-13-15-288 0</inkml:trace>
  <inkml:trace contextRef="#ctx0" brushRef="#br1" timeOffset="193965.99">30620 1744 1872 0,'0'0'504'0,"0"0"-389"0,0 0-95 15,0 0-6 1,124-4 5-16,-75 12-19 0,-4 12 0 16,-3 6-70-16,-22 15-74 15,-13-7-241-15,-7-7-323 0</inkml:trace>
  <inkml:trace contextRef="#ctx0" brushRef="#br1" timeOffset="194096.45">30548 1976 1498 0,'0'0'506'15,"0"0"-369"-15,0 0-102 16,0 0 73-16,149 12-75 16,-68-12-33-16,48 0-23 15,-22-5-253-15,-9-9-244 0</inkml:trace>
  <inkml:trace contextRef="#ctx0" brushRef="#br1" timeOffset="194295.31">31598 1213 1081 0,'0'0'993'15,"0"0"-667"-15,0 0-163 16,0 0-140-16,0 0-18 15,0 0-4-15,2 143 4 16,-20-25 36-16,-6 24-39 16,-3-10-4-16,0-28-2 15,-12-5-175-15,10-43-47 0,-3-10-290 0</inkml:trace>
  <inkml:trace contextRef="#ctx0" brushRef="#br1" timeOffset="194445.81">31264 2027 2134 0,'0'0'362'16,"0"0"-248"-16,122-16-114 15,-57 12 40-15,8-1-40 16,1 5-19-16,24 0 9 16,-20 3-277-16,-15 5-474 0</inkml:trace>
  <inkml:trace contextRef="#ctx0" brushRef="#br1" timeOffset="195283.69">31465 2312 694 0,'0'0'545'0,"0"0"-376"15,0 0-98-15,0 0 57 16,0 0 18-16,0 0-36 16,0 0 29-16,-10 0-79 15,10 0 19-15,0 0 11 16,-2-2-48-16,0-1 4 16,2 1-2-16,0 2-43 15,0 0 23-15,0 0-24 16,0 0 0-16,-5 0 0 15,5 0 16-15,-4-3-18 16,0 1 2-16,2 0 0 0,-6 0-14 16,6-1 14-16,0 3 0 15,0 0 0-15,2 0 16 16,0 0-19-16,0 0 3 16,0 0 0-16,-5 0-15 15,1 0 15-15,0 0 0 16,-6 0-1-16,4 0-15 15,-5 0 9-15,4 0 7 16,-2 0 0-16,7 0-7 16,-3 0 18-16,5 0-11 15,0 0 30-15,0 0 4 16,0 0 54-16,0 0-38 16,0 0-20-16,0-1-12 15,9-2-18-15,3 2 0 0,1 1 0 16,-2 0-9-16,0 0-3 15,-4 8 10-15,-3 8-4 16,-4 6-12-16,0 7 14 16,-4 2 4-16,-9 3 0 15,-3 2 7-15,11-4-4 16,5-2-3-16,0-4 0 16,7-5-9-16,9-2 17 15,-3-2-8-15,-7-4 0 16,-6 8 9-16,-13 3-20 15,-34 8 11-15,-15 7 0 16,-20 12-16-16,-32 14-144 16,23-12-208-16,8-12-1011 0</inkml:trace>
  <inkml:trace contextRef="#ctx0" brushRef="#br1" timeOffset="196036.76">25595 3830 1627 0,'0'0'358'0,"0"0"-86"16,0 0-131-16,0 0-120 16,0 0 3-16,0 0-24 15,0 0 0-15,37-6-6 16,-27 57 25-16,-8 20 14 16,-2 8-19-16,-12 6-14 15,-7-6 23-15,-8-13-23 16,11-12 0-16,3-16 0 0,9-11 20 15,-1-12-26-15,5-11 6 16,0-4 0-16,5-10-5 16,14-26 5-16,12-20-139 15,12-32 11-15,-3 2-84 16,-2-3 86-16,-14 14 126 16,-10 38 48-16,-7 13 143 15,-7 24-145-15,0 12-39 16,-11 26-14-16,1 12 14 15,8 0-11-15,2-1 4 16,16-8 0-16,24-9-3 16,16-7 3-16,42-17-119 15,-13-8-176-15,-12 0-320 0</inkml:trace>
  <inkml:trace contextRef="#ctx0" brushRef="#br1" timeOffset="196172.93">26241 3921 1810 0,'0'0'306'16,"0"0"-200"-16,0 0-105 16,163 11 14-16,-96 1-15 15,11 8-54-15,-13-2-140 16,-21-4-374-16</inkml:trace>
  <inkml:trace contextRef="#ctx0" brushRef="#br1" timeOffset="196330.28">26272 4160 1796 0,'0'0'364'16,"0"0"-318"-16,0 0-39 15,163 4-14-15,-85-8-54 16,9-14-15-16,-2-2-82 16,22-21-72-16,-21 2-38 15,-14 3-393-15</inkml:trace>
  <inkml:trace contextRef="#ctx0" brushRef="#br1" timeOffset="196571.42">27046 3764 793 0,'0'0'597'0,"0"0"-266"16,0 0-94-16,0 0-153 0,0 0 11 15,0 0-24 1,0 0 24-16,-112 154-14 0,112-96-67 16,12-6 39-16,19-7-37 15,9-15-16-15,7-11 50 16,6-14-49-16,1-5 11 15,-7-17-12-15,-9-19 20 16,-16-8-29-16,-11-6 9 16,-11-2 0-16,0 8-3 15,-18 11 9-15,-8 16-12 16,-3 17-11-16,-2 14-173 16,6 18-99-16,13-3-480 0</inkml:trace>
  <inkml:trace contextRef="#ctx0" brushRef="#br1" timeOffset="196742.95">27389 4131 1560 0,'0'0'715'0,"0"0"-675"16,0 0-28-16,-31 112 25 16,9-62-31-16,2-1-5 15,4 0 5-15,5-5-6 16,11-9-32-16,6-17-118 15,21-10-249-15,7-8-745 0</inkml:trace>
  <inkml:trace contextRef="#ctx0" brushRef="#br1" timeOffset="197274.54">27815 3921 753 0,'0'0'389'15,"0"0"-164"-15,0 0-125 16,0 0 13-16,0 0-30 16,0 0 13-16,0 0-4 15,-13-70-62-15,13 69 25 16,0 1-53-16,0 0 8 0,0 0-5 15,0 0 3 1,0 0-8-16,0 0 2 0,0 0 18 16,0-2-11-16,0 2 4 15,0-5 24-15,0 2 66 16,0-6-83-16,8 2 7 16,11-3-14-16,-2 1 5 15,8 4-18-15,-3 3 0 16,1 2-3-16,-8 2-19 15,-11 20 17-15,-4 14 5 16,-15 8 0-16,-26 10 15 16,-7 3 55-16,3-4-40 15,3-6-29-15,15-7 14 16,16-8-15-16,11-6 0 16,9 1 18-16,20-2-16 0,8 1 72 15,1 4-26-15,-7 5-47 16,-15 0 17-16,-16 6-18 15,-6 0 0-15,-37 2-16 16,-30-2-118-16,10-10-81 16,5-13-500-16</inkml:trace>
  <inkml:trace contextRef="#ctx0" brushRef="#br1" timeOffset="197843.22">28288 3066 1159 0,'0'0'691'0,"0"0"-604"15,-195 59-74-15,12 54 2 16,-46 49 56-16,-38 50 69 15,-26 27 30-15,8 1 19 16,9-15-93-16,22-34-24 16,31-32-21-16,29-29-45 0,22-17 29 15,43-27-35-15,38-22-1 16,22-19-18-16,22-8-59 16,-16-1-108-16,17-5-116 15,5-19-301-15</inkml:trace>
  <inkml:trace contextRef="#ctx0" brushRef="#br1" timeOffset="198077.37">25933 2764 542 0,'0'0'893'16,"68"184"-845"-1,16 6-8-15,32 44 10 0,27 23 128 16,13-8 63-16,0-27-43 16,2-9-30-16,1-12-96 15,-13-12-42-15,-7-13-30 16,-21-26-2-16,-35-48-295 16,-23-42-590-16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2-14T09:44:03.3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24404 11110 550 0,'0'0'88'16,"0"0"-74"-16,0 0 209 15,0 0-80-15,0 0-130 16,0 0-12-16,27-20 5 16,-25 13 3-16,3 0 1 15,-5 2-3-15,0-2 12 16,0 2 20-16,0-2-38 16,0 3 10-16,0-1 43 15,0 1-40-15,0-3 102 16,0 4 42-16,0-3-28 15,0 0 10-15,0-3-86 16,0 2-29-16,-2 0 4 0,-1-1-28 16,1 1 37-16,0 0 15 15,0-1 22-15,0 2 33 16,2 1-77-16,-2-4-9 16,-2 4-9-16,2-2 1 15,0 3 5-15,2 1 28 16,-2-1 21-16,2 1 52 15,-2 3-60-15,2-1 1 16,-2 1-10-16,2 0-50 16,0 0 34-16,0 0-32 15,0 0 6-15,0 0 9 16,0 0-17-16,0 0-1 16,0 0 0-16,0 0 23 0,0 0-17 15,0 4-6-15,2 10 0 16,10 4-4-16,5 1 10 15,3 6-6-15,3-4 22 16,5 4-16-16,3 1 27 16,3-5-33-16,2 4 1 15,-1-4-7-15,-1 2 6 16,1-2 0-16,-1-4 0 16,-5 0 17-16,0-5-20 15,-5 1 3-15,-5-3 0 16,-7-2-8-16,-3-4 9 15,-5 0-1-15,0-2 0 16,-4 0 8-16,0 4 11 16,0 6-19-16,-17 8 1 0,-7 12-1 15,-12 15 0-15,-1 6 0 16,-1 8-20-16,-3 8-203 16,12-14-244-16,10-17-785 0</inkml:trace>
  <inkml:trace contextRef="#ctx0" brushRef="#br0" timeOffset="494.26">25177 10957 1343 0,'0'0'491'16,"0"0"-430"-16,0 0-12 16,0 0 138-16,0 0-67 0,-97 107-24 15,90-61 6 1,7 3-32-16,0 1 60 0,18-2-65 16,8-5-33-16,13-11-8 15,7-10-14-15,10-15-4 16,4-7 3-16,5-10 9 15,-7-20-20-15,-9-7 2 16,-15-7-25-16,-19-2 24 16,-15-1-45-16,-7-1 22 15,-30 1-11-15,-13 10-64 16,-6 11 68-16,-21 16-76 16,12 7-179-16,9 3-567 0</inkml:trace>
  <inkml:trace contextRef="#ctx0" brushRef="#br0" timeOffset="166399.96">11932 12747 421 0,'0'0'72'0,"0"0"-37"16,0 0-34-16,0 0 285 0,0 0 223 15,0 0-355-15,9-14 17 16,-11 14-32-16,-7 0-47 15,2 0 23-15,1-2-53 16,1 2-15-16,3 0 40 16,-1-2-33-16,1 2 43 15,0-3 17-15,-2 3-39 16,2 0 29-16,-3-3-33 16,1 3-20-16,2 0 19 15,-1 0-50-15,3-2 20 0,0-5 5 16,0-16-44-1,22-29 50-15,28-42-51 0,29-47 0 16,22-28-14-16,18-19 15 16,3 6-1-16,-4 10 0 15,-5 11 13-15,-7 21-10 16,-27 29-3-16,-21 33 0 16,-17 22-4-16,-10 14 13 15,0 1-9-15,-6 6 0 16,-3 5 16-16,-8 14-22 15,-10 9 6-15,-2 6 0 16,-2-2 9-16,0 3 3 16,0 0-10-16,0 0-2 15,0 0 18-15,0 0-18 16,0-1 0-16,0-3 0 16,2-1-17-16,3-2 8 15,1-2-51-15,4-9-113 0,-2 2-432 16,-1-2-645-16</inkml:trace>
  <inkml:trace contextRef="#ctx0" brushRef="#br0" timeOffset="167134.9">13288 10444 654 0,'0'0'91'16,"0"0"-75"-16,0 0 531 15,0 0-319-15,0 0-122 0,0 0-17 16,0 0-20-16,8 0 42 16,-8 0 13-16,0 0-60 15,0 0 30-15,0 0-35 16,3 0-3-16,-1 0 14 15,-2 0-69-15,2-3 17 16,-2 1-18-16,2 0 13 16,0 0-17-16,0-3 4 15,1 0 0-15,0 1-12 16,-1 1 14-16,-2-2-2 16,0 3 0-16,0 2 14 15,0-2 3-15,0 2 20 16,-8 0-22-16,0 0 47 15,1 0-61-15,-1 6 16 16,-2 9-15-16,1 6 13 0,5 4 22 16,2 6-18-16,2 4-1 15,0 1 20-15,4 0-38 16,21-2 42-16,6 2 3 16,9-5-44-16,5 1 55 15,3-5-56-15,0-1 2 16,-6-2-11-16,-9-2 21 15,-6-4-12-15,-11 0 0 16,-7-3 9-16,-9 0-6 16,0 3-3-16,-11 5 0 15,-14 0 10-15,-6 2 5 16,0-1-21-16,2-5 6 16,4-2-92-16,5-3-105 15,9-4-284-15,7-8-475 0</inkml:trace>
  <inkml:trace contextRef="#ctx0" brushRef="#br0" timeOffset="167436.7">13838 10461 1874 0,'0'0'562'16,"0"0"-474"-16,0 0-2 16,0 0-74-16,0 0 6 15,0 0-2-15,0 0-4 16,81-4-12-16,-41 2 0 15,-1 2-97-15,-7 6-85 16,-12 12-213-16,-14 5-807 0</inkml:trace>
  <inkml:trace contextRef="#ctx0" brushRef="#br0" timeOffset="167562.97">13907 10760 1510 0,'0'0'947'0,"0"0"-743"0,0 0-131 16,0 0-58-16,0 0-6 15,137-117-18-15,-64 89-15 16,-13 9-329-16,-9 6-908 0</inkml:trace>
  <inkml:trace contextRef="#ctx0" brushRef="#br0" timeOffset="168574.69">14619 10026 836 0,'0'0'944'15,"0"0"-760"-15,0 0-146 16,0 0-6-16,0 0-5 15,0 0-14-15,0 0 90 16,-37 106-47-16,60-38 5 16,6 11 44-16,6 9-32 15,1 2 13-15,2-4-15 0,-2-3-63 16,-3-9 35 0,-6-7-33-16,-4-12-9 0,-10-5 41 15,-7-10-41-15,-6-8-1 16,0-4 23-16,-6-7-14 15,-15-6 21-15,2-5-30 16,-2-5-42-16,-1-5-85 16,9-10-371-16,1-9-780 0</inkml:trace>
  <inkml:trace contextRef="#ctx0" brushRef="#br0" timeOffset="169092.73">14975 11159 1448 0,'0'0'482'0,"0"0"-253"0,0 0-62 16,0 0-68-1,0 0 47-15,0 0-24 0,0 0-64 16,-119 130 12-16,106-89-43 15,3-6-26-15,2-2 26 16,4-9-27-16,4-9 0 16,0-6 0-16,0-9-15 15,2 0 9-15,10-10-35 16,-1-16 4-16,-3-8 9 16,2 1-57-16,-8 5 77 15,-2 10 8-15,0 10 21 16,0 8 55-16,2 0-76 15,5 4 9-15,3 14-12 0,9 3 5 16,5-2-2-16,5-5 0 16,5-10-60-16,3-8-129 15,-5-15-177-15,-12-9-756 0</inkml:trace>
  <inkml:trace contextRef="#ctx0" brushRef="#br0" timeOffset="169943.19">14571 9610 1220 0,'0'0'501'15,"0"0"-249"-15,0 0-39 16,0 0 41-16,0 0-67 16,0 0-87-16,0 0-23 15,-18-46-76-15,18 72-1 16,16 15 2-16,3 10 7 16,2 10 48-16,0 2-40 15,-3-5-11-15,-1-8 8 16,-6-14-4-16,1-10-10 15,-6-10 0-15,-2-9 11 16,1-7-25-16,0 0 14 16,1-19-35-16,5-15 12 15,3-10-101-15,-1-2 27 0,2 8 42 16,-1 7 43-16,1 18 2 16,-3 13 20-16,-1 0-10 15,-5 19 45-15,-4 16-21 16,-2 5 24-16,0 4-28 15,-8 2-6-15,-1-2-28 16,3-3-65-16,1-15-419 16,5-9-1087-16</inkml:trace>
  <inkml:trace contextRef="#ctx0" brushRef="#br0" timeOffset="170640.73">15410 10365 1637 0,'0'0'571'0,"0"0"-309"16,0 0-83-16,0 0-93 15,0 0 26-15,0 0-64 16,0 0-42-16,31-112-6 16,-14 69-8-16,-3-3 7 0,-5 2-14 15,-9 4-16-15,0 3 14 16,-4 10-4-16,-17 8 17 16,2 10-13-16,1 9 34 15,2 9-17-15,7 28 0 16,7 18 0-16,2 12-15 15,4 10 30-15,19 4-13 16,4 0 30-16,2-5-31 16,-3-4 28-16,-2-4-29 15,-3-3 1-15,-11-6-7 16,-7-8 6-16,-3-9 0 16,-9-7 5-16,-16-12 10 15,-1-12 4-15,-5-11-15 16,4-11 4-16,7-27-16 15,11-17 4-15,9-16-11 0,2-6 14 16,27-4-17-16,11 0 6 16,5 3-14-16,4 4-42 15,-2 1 62-15,-3 9-41 16,-8 6 47-16,-7 8-10 16,-9 10 22-16,-9 10-18 15,-9 11 6-15,-2 7 0 16,0 12 55-16,0 0-33 15,-13 21-13-15,-3 19-9 16,1 12 15-16,4 9-16 16,6 1 1-16,5-4 0 15,0-9-6-15,9-8 7 0,13-9-1 16,3-8 0-16,4-8-33 16,0-10-61-16,2-6-168 15,-6-17-260-15,-7-6-249 0</inkml:trace>
  <inkml:trace contextRef="#ctx0" brushRef="#br0" timeOffset="170978.87">15859 10152 1128 0,'0'0'976'0,"0"0"-746"16,0 0-160-16,0 0-49 16,0 0 95-16,0 0-24 15,0 0-16-15,85 84 12 16,-73-52-72-16,-1 1-2 0,-5-3-14 15,-3-8 19-15,-1-6-11 16,0-8-8-16,-2-8-19 16,0 0 13-16,0-28-60 15,0-14-169-15,0-9-25 16,0 0-91-16,0 8 171 16,0 17 180-16,0 21 121 15,0 5 74-15,0 23-37 16,0 13 49-16,0 5-62 15,5-2-75-15,10-7-3 16,6-6-67-16,3-9 12 16,0-9-25-16,1-8 3 15,-5 0-80-15,-5-28-59 16,-5-3-163-16,-10 0-304 0</inkml:trace>
  <inkml:trace contextRef="#ctx0" brushRef="#br0" timeOffset="171138.83">16166 9886 922 0,'0'0'1014'16,"0"0"-757"-16,0 0-94 16,91 106-101-16,-67-43 21 15,-6 6-5-15,-7 5-45 16,-4-2 11-16,-2-3-44 16,-5-11-78-16,2-11-87 15,0-18-218-15,0-17-497 0</inkml:trace>
  <inkml:trace contextRef="#ctx0" brushRef="#br0" timeOffset="171362.22">16604 9936 1898 0,'0'0'348'16,"0"0"-218"-16,0 0-124 15,0 0-6-15,0 0 52 16,-104 133 8-16,95-82 26 15,6 0-83-15,3-7 7 16,5-6-11-16,13-12 2 16,7-8-2-16,2-14-7 15,-4-4-82-15,2-10-2 16,-7-48-185-16,-7 6-346 0,-9-5-367 16</inkml:trace>
  <inkml:trace contextRef="#ctx0" brushRef="#br0" timeOffset="171533.69">16502 9636 1320 0,'0'0'1096'16,"0"0"-998"-16,0 0-79 15,0 0-19-15,32 131 0 16,-11-65 41-16,4 5 47 16,2 3-77-16,2 0 7 15,2-2-18-15,-4-7-85 16,6-5-58-16,-8-18-152 15,-8-17-327-15</inkml:trace>
  <inkml:trace contextRef="#ctx0" brushRef="#br0" timeOffset="171887.06">16792 9960 1716 0,'0'0'394'15,"0"0"-312"-15,0 0-31 16,0 0 30-16,0 0 49 15,47 106 38-15,-39-55-83 16,-1-2-20-16,-1 4-31 16,2-7-24-16,-2-10 17 15,-1-9-27-15,-1-8 0 16,0-13-18-16,4-6 9 16,0-16-10-16,5-24 17 15,-1-17-163-15,-1-10-19 0,-5-5-65 16,-4 9 94-16,-2 19 155 15,0 20 167-15,0 22 151 16,-2 4-133-16,-6 30-155 16,3 9 29-16,5 2-24 15,0-1-25-15,29-6 13 16,16-10-11-16,17-16-12 16,16-10 0-16,47-24-42 15,-21-12-152-15,-12-3-437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1-12-17T06:08:24.260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25962 1323 763 0,'0'0'22'0,"0"0"17"16,0 0 696-16,0 0-554 15,0 0-112-15,0 0 26 16,-6-22-18-16,6 17 32 16,0-4-39-16,0 3-28 15,0 2 18-15,0 0 19 0,0-2-14 16,0 2 9-1,0-2-45-15,11 1-28 0,-4 5 16 16,4-3-17-16,0 3 0 16,-4 0-4-16,4 3 13 15,-7 16 6-15,-2 8 43 16,-2 6-23-16,0 9 20 16,0 2-38-16,0-1-16 15,0-6 13-15,0-4-7 16,0-8-7-16,0-8 0 15,0-5 8-15,7-6-7 16,7-6-1-16,1 0-10 16,12-12-2-16,-3-16-63 15,10-8-21-15,-5-11 8 0,-2-1-10 16,-5-2 58-16,0 4 0 16,-6 10 28-16,-5 8 3 15,-7 10 18-15,-1 8 31 16,-3 8 15-16,0 2-46 15,0 4 6-15,-3 20-9 16,-6 17 10-16,-4 10 27 16,4 16-18-16,0 9 41 15,3 8-4-15,-1 2-41 16,3 3 16-16,2-3-25 16,2-9-11-16,-6-8 14 15,2-13-9-15,0-10-2 16,-5-13-2-16,-5-10-1 0,-5-9 38 15,-6-7-30-15,-4-7 15 16,0 0 12-16,2-19 3 16,7-9 10-16,11-6-27 15,9-8-21-15,2-2 8 16,32-2-9-16,11-2-15 16,13 2 2-16,6 1-102 15,28-7-100-15,-17 13-124 16,-7 5-465-16</inkml:trace>
  <inkml:trace contextRef="#ctx0" brushRef="#br0" timeOffset="212.34">26647 1380 1553 0,'0'0'654'15,"0"0"-468"-15,0 0 25 16,0 0-68-16,0 0-49 16,0 0-64-16,0 0-28 15,60-24-4-15,-24 26-43 16,-3 25-180-16,-8 0-67 16,-12-5-379-16</inkml:trace>
  <inkml:trace contextRef="#ctx0" brushRef="#br0" timeOffset="351.01">26606 1557 1092 0,'0'0'1287'0,"0"0"-961"16,0 0-250-16,0 0-34 15,0 0-42-15,0 0-10 16,166-58-65-16,-110 48-237 16,-10 2-866-16</inkml:trace>
  <inkml:trace contextRef="#ctx0" brushRef="#br0" timeOffset="1774.16">27702 1085 1405 0,'0'0'318'15,"0"0"-220"-15,0 0-79 16,0 0-3-16,-114 21 72 16,69 6 9-16,3 7 3 15,2 2-12-15,7 0-43 16,0 0 12-16,12-4-26 16,7-4-22-16,10-7 0 15,4-6-3-15,0-6-6 16,2-6 0-16,18-3 8 15,7 0-16-15,4-18 8 16,5-8-29-16,-3-8 11 0,-2-7-43 16,-2 3 14-16,-6-3 7 15,-10 4 24-15,-4 8 16 16,-4 7 14-16,-5 8 40 16,0 4 49-16,0 6-36 15,0 4-15-15,0 0-43 16,0 0 1-16,0 0 3 15,0 16-13-15,-10 8 0 16,6 6 2-16,2 6 0 16,-3 0-2-16,3-2 0 15,0-4 7-15,0-6-5 16,2-4-2-16,-2-8 0 16,-3-6 5-16,5-4 1 15,0 1-6-15,-2-1 35 0,-1-1-26 16,-1 8 9-16,-3 0-18 15,-1 8 0-15,-6 3 6 16,1-1 2-16,-1 1-5 16,-1-1-3-16,4-1 9 15,-3-2-14-15,1 0 5 16,-1-1 0-16,-3 5 7 16,1 1-5-16,1-1-2 15,-6-3 0-15,8 0 8 16,2-5-18-16,0-3 10 15,-1 0-74-15,6-5-128 16,-5-4-296-16</inkml:trace>
  <inkml:trace contextRef="#ctx0" brushRef="#br0" timeOffset="2240.07">27015 1155 598 0,'0'0'1051'0,"0"0"-807"16,0 0-180-16,0 0 34 16,0 0-15-16,0 0-58 15,0 0 112-15,-2 86-29 16,10-36-48-16,6 6 5 15,-1-1-31-15,0-6 11 16,-1-4 7-16,-1-9-35 16,-5-11 8-16,-1-6-20 15,0-9-4-15,-5-4 1 0,0-6 10 16,0 0-3-16,0 0 14 16,0 0-17-16,0-28-6 15,0-2-277-15,0-7-292 0</inkml:trace>
  <inkml:trace contextRef="#ctx0" brushRef="#br0" timeOffset="2523.77">27364 806 1706 0,'0'0'246'0,"0"0"-192"0,0 0-47 16,-77 126 78-16,52-64 46 15,5 4-17-15,-2 3-23 16,4-4-30-16,3-4-45 16,1-9 10-16,3-5-26 15,7-12 0-15,-4-5-9 16,4-11-12-16,2-9-99 15,2-10-105-15,0-10-55 16,0-14-387-16</inkml:trace>
  <inkml:trace contextRef="#ctx0" brushRef="#br0" timeOffset="2809.96">27287 819 1655 0,'0'0'337'16,"0"0"-214"-16,0 0-29 15,0 0-23-15,0 0-27 16,0 0 4-16,176-19 42 16,-92 24-33-16,13 9-4 15,25-5 22-15,28-3-50 16,21-6 6-16,-20-3 22 15,-30-9-40-15,-43-2 12 16,-27 2-25-16,9 1-106 0,18-11-76 16,-9 4-346-16,-17 3-1125 15</inkml:trace>
  <inkml:trace contextRef="#ctx0" brushRef="#br0" timeOffset="3426.25">27793 1356 2058 0,'0'0'477'16,"0"0"-370"-1,0 0-65-15,0 0-14 0,0 0 35 16,0 0-44-16,0 0-10 15,123 0 6-15,-73 0-15 16,4 0-88-16,19-9-153 16,-13 1-301-16,-10 0-709 0</inkml:trace>
  <inkml:trace contextRef="#ctx0" brushRef="#br0" timeOffset="3830.12">28404 1197 517 0,'0'0'1396'0,"0"0"-1108"0,0 0-225 16,0 0-17-16,0 0-33 15,0 0 44-15,0 0 67 16,0 104-54-16,0-51-6 16,-2 0-31-16,-12 0-15 15,1-7 22-15,-1-13-39 16,7-8 0-16,3-9 2 15,2-12 8-15,2-4-8 16,0 0 12-16,2-27-15 16,13-14-160-16,3-10 22 15,3-7-46-15,-2 5 57 16,-3 9 118-16,-7 18 9 16,-7 13 161-16,-2 13-81 0,0 10-28 15,-4 22-10 1,-7 13 13-16,7 4 9 0,4 0-41 15,0-3-2-15,19-10-15 16,14-5 3-16,10-12-18 16,6-11-32-16,25-8-90 15,-12-12-139-15,-10-10-436 0</inkml:trace>
  <inkml:trace contextRef="#ctx0" brushRef="#br0" timeOffset="4297.89">28751 1020 1629 0,'0'0'318'0,"0"0"-179"0,0 0 15 16,0 0-29-16,0 0 13 15,0 0-10-15,0 0-38 16,-20-53-90-16,44 41-4 16,3 4 3-16,2 8-17 15,-8 0 17-15,-6 9-11 16,-15 19 8-16,0 11 4 16,-22 4 26-16,-5 1 10 15,3-3-1-15,1-12-28 16,17-8-1-16,6-9-6 15,0-6-5-15,18-4-47 0,37-2-77 16,-10-4-142 0,1-12-662-16</inkml:trace>
  <inkml:trace contextRef="#ctx0" brushRef="#br0" timeOffset="8748.84">23807 2939 1003 0,'0'0'185'0,"0"0"-73"0,0 0 79 15,0 0 12-15,0 0-22 16,0 0-61-16,-15-32-20 16,10 28 18-16,5 1-30 15,-2 1 29-15,-1-3 26 16,1 3-31-16,0-1 29 15,-3 0-73-15,5 3-21 16,0 0 4-16,0 0-49 16,0 0 26-16,5 0-20 15,15-4 2-15,18 0-1 16,11-4-9-16,9 2 0 16,7-2-6-16,-7 2-18 0,-8 4-34 15,4 2-162-15,-13 4-125 16,-15 8-295-16</inkml:trace>
  <inkml:trace contextRef="#ctx0" brushRef="#br0" timeOffset="9093.94">23854 3004 342 0,'0'0'1419'0,"0"0"-1078"15,0 0-165-15,0 0-81 16,0 0-18-16,0 0-52 16,0 0 3-16,111-29 20 15,-55 19-48-15,4 3 0 16,4-3 0-16,21-7-112 16,-18 3-155-16,-11 0-435 0</inkml:trace>
  <inkml:trace contextRef="#ctx0" brushRef="#br0" timeOffset="9349.99">24516 2551 1555 0,'0'0'617'0,"0"0"-537"16,0 0-80-16,0 0 0 15,0 0 0-15,0 0 34 16,24 134 14-16,-28-81-19 16,-21 2 25-16,-1-1-54 0,-3-8 8 15,-2-8-4-15,2-10-4 16,-2-7-18-16,-12-20-94 16,7-1-133-16,3-4-311 0</inkml:trace>
  <inkml:trace contextRef="#ctx0" brushRef="#br0" timeOffset="9514.2">23611 2619 1425 0,'0'0'592'15,"0"0"-449"-15,0 0-120 16,-127 90 25-16,107-28 1 16,7 9 1-16,10 10 17 15,3 5-54-15,16 1 1 0,19-5-14 16,59 3-129-1,-14-24-208-15,5-22-1080 0</inkml:trace>
  <inkml:trace contextRef="#ctx0" brushRef="#br0" timeOffset="10320.09">25424 2680 821 0,'0'0'659'16,"0"0"-436"-16,0 0-61 16,0 0 15-16,0 0 0 15,0 0-85-15,0 0-8 16,-41-32-59-16,18 32-17 15,4 11 20-15,1 10-28 16,-2 8 21-16,6 7 14 16,8 3-26-16,6 2 27 15,0 2-24-15,2-6-12 0,16-1 12 16,4-3-1 0,0-5-10-16,1 0-1 0,-10 4 1 15,-7 6 4-15,-6 6-5 16,-2 10 0-16,-27 8-2 15,-4 1 4-15,-5-5-2 16,7-7 0-16,8-10 6 16,17-9-23-16,6-6 14 15,0-6-89-15,11-2 34 16,7 2 11-16,0 4 38 16,-5 11 9-16,-9 10 0 15,-4 16 69-15,0 9-11 16,-17 6-20-16,-1 0 27 15,2-6-35-15,5-7-3 16,9-15-24-16,2-13 7 0,4-10-20 16,23-11-19-16,31-14-53 15,-4 0-51-15,-6-18-412 0</inkml:trace>
  <inkml:trace contextRef="#ctx0" brushRef="#br0" timeOffset="11155.45">26371 2599 1393 0,'0'0'374'0,"0"0"-217"15,0 0-107-15,0 0 5 16,0 0 5-16,0 0 18 16,0 0-19-16,0 0 32 15,0 32 8-15,0 8-20 16,0 2-24-16,-8-5 6 16,6-3-55-16,2-8-6 15,0-6 9-15,10-11 1 0,9-9-5 16,10 0-5-16,10-16-52 15,-6-14-20-15,5-8-82 16,-9-6-44-16,-4-3 73 16,-10 4 28-16,-7 7 97 15,0 7 13-15,-8 15 121 16,0 13 50-16,0 1-135 16,-12 22-48-16,-1 20 31 15,-3 12 28-15,1 12 15 16,4 5-17-16,4 4-38 15,-2-2 21-15,5-8-34 0,-5-7-6 16,4-12 5 0,-6-11 0-16,7-12-6 0,-7-12 0 15,-1-8 1-15,-3-3 44 16,-1-7-30-16,1-21-4 16,7-6-9-16,8-10-2 15,0 0-1-15,23-3-7 16,10 5-39-16,12 3-8 15,31-7-69-15,-16 11-79 16,-4 3-276-16</inkml:trace>
  <inkml:trace contextRef="#ctx0" brushRef="#br0" timeOffset="11474.33">26973 2416 1614 0,'0'0'733'0,"0"0"-637"16,0 0-96-16,0 0 0 15,0 0 5-15,0 0-5 16,0 0 0-16,142 94 0 16,-101-74 9-16,-6-2-16 15,1 3 7-15,-14-2 0 16,-9 3-12-16,-13 4 8 15,0 6 4-15,-20 6 29 16,-22 6 7-16,-2 2 49 16,-8-3-36-16,5-3-49 15,3-5 21-15,8-8-21 0,14-6-7 16,17-16-108-16,5-5-218 16,9 0-290-16</inkml:trace>
  <inkml:trace contextRef="#ctx0" brushRef="#br0" timeOffset="11662.07">27532 2680 1655 0,'0'0'338'0,"0"0"-255"16,0 0 44-16,-123 116-32 15,72-67-43-15,-7 6 11 16,9-2-54-16,6-4-1 0,12-8-8 15,12-6-118-15,19-21-80 16,4-10-298-16,21-4-868 0</inkml:trace>
  <inkml:trace contextRef="#ctx0" brushRef="#br0" timeOffset="11909.49">27737 2691 1622 0,'0'0'329'16,"0"0"-248"-16,0 0 12 16,-22 105 16-16,22-82-39 15,29-12 25-15,27-11 17 0,17-3-43 16,12-28-17-16,2-8-52 16,-10-9 1-16,-11-6 10 15,-24 0-10-15,-24 1-1 16,-18 7 0-16,-18 11 0 15,-36 12-7-15,-55 23-26 16,13 11-147-16,0 13-420 0</inkml:trace>
  <inkml:trace contextRef="#ctx0" brushRef="#br0" timeOffset="15656.67">26141 4008 624 0,'0'0'1026'16,"0"0"-872"-16,0 0-80 0,0 0 41 16,0 0-14-16,0 0 43 15,0 0-9-15,-11-104-62 16,13 88-21-16,9 2-47 16,5 0-3-16,-1 5 4 15,8 6 0-15,-1 3-6 16,3 0 0-16,1 26 7 15,-4 9 4-15,-1 14 15 16,-6 6 12-16,-11 0 15 16,-4-2-33-16,0-3 11 15,-2-10-13-15,-11-8-18 16,-3-11 27-16,5-6-19 16,7-10-8-16,-3-5 36 0,7 0-29 15,0-13-7-15,5-27-61 16,12-16-137-16,12-14 131 15,4-10-66-15,2 11 57 16,-12 11 75-16,-2 20 1 16,-13 18 1-16,-8 17 41 15,0 3-14-15,-4 23 1 16,-13 19 22-16,1 12-5 16,3 6 10-16,13-3-44 15,0-8 0-15,15-11-10 16,20-11 7-16,13-11-18 15,3-12-17-15,29-8-118 16,-10-17-172-16,-18-7-482 0</inkml:trace>
  <inkml:trace contextRef="#ctx0" brushRef="#br0" timeOffset="15988.66">26765 3499 1247 0,'0'0'312'0,"0"0"-175"15,0 0-18-15,0 0-3 16,0 0 32-16,0 0-46 0,0 0-88 16,27-58 3-1,-12 80 11-15,-1 10 10 0,-7 7 48 16,-7 8-28-16,0-1-11 15,-7-2 47-15,-9-7-30 16,5-11-6-16,2-13-24 16,9-4-34-16,0-9 30 15,0 0-29-15,29-4 0 16,12-17-1-16,7-4-112 16,33-4-62-16,-17 7-167 15,-10 6-286-15</inkml:trace>
  <inkml:trace contextRef="#ctx0" brushRef="#br0" timeOffset="16182.17">27088 3956 1500 0,'0'0'625'0,"0"0"-519"15,0 0 27-15,0 0-19 16,0 0-62-16,0 0-32 15,114-3-10-15,-69-4-20 16,1 3-10-16,-3-3-134 16,8-7-120-16,-18 2-113 15,-6 1-325-15</inkml:trace>
  <inkml:trace contextRef="#ctx0" brushRef="#br0" timeOffset="16346.18">27405 3764 1579 0,'0'0'491'15,"0"0"-388"-15,0 0-30 0,0 0 30 16,-76 108-18-16,61-52-5 16,3 4-53-16,10 0-20 15,2-5-7-15,0-12-22 16,22-9-75-16,28-22-119 16,-8-7-98-16,-5-5-307 0</inkml:trace>
  <inkml:trace contextRef="#ctx0" brushRef="#br0" timeOffset="16724.66">27673 3932 1292 0,'0'0'887'15,"0"0"-752"-15,0 0-115 0,0 0 8 16,-52 106 24-16,48-70-20 16,2-5 18-16,2-9-32 15,0-4-17-15,13-9 4 16,7-6-5-16,7-3-25 15,0-8-38-15,-1-17-73 16,-6-7 0-16,-4-3 8 16,-3-2 62-16,-4 7 66 15,-7 7 34-15,0 14 151 16,-2 9 16-16,0 9-137 16,-4 34 0-16,-16 18 44 15,2 13-18-15,-2 4-5 16,-2 0-45-16,4-5 33 0,-7-10-20 15,-2-7-38-15,-2-10 28 16,-2-7-37-16,-7-13 11 16,1-8-1-16,-3-10-10 15,-1-8-12-15,8 0-9 16,4-8-64-16,16-32-151 16,13 4-349-16,0-1-384 0</inkml:trace>
  <inkml:trace contextRef="#ctx0" brushRef="#br0" timeOffset="17278.12">28060 3589 1026 0,'0'0'904'0,"0"0"-679"16,0 0-97-16,0 0-58 0,0 0-19 16,0 0 19-16,0 0-7 15,-51-55-54-15,51 55 7 16,0 0-10-16,0 0-6 16,0-3 0-16,13-1 7 15,10 2-2-15,-3 2-5 16,2 0 0-16,-8 0 6 15,-10 16-6-15,-4 12 43 16,0 8 16-16,-16 4-6 16,-8 6 25-16,2-3-41 15,-3-7-14-15,9-6 23 16,9-10-45-16,7-3 10 0,0-8-6 16,14-4 4-16,15-2 1 15,13-3-10-15,10 0-37 16,-2 0-114-16,16-8-141 15,-18 2-288-15,-12 4-1157 0</inkml:trace>
  <inkml:trace contextRef="#ctx0" brushRef="#br0" timeOffset="17436.47">28346 3932 1152 0,'0'0'1150'0,"0"0"-1002"16,0 0-112-16,0 0-15 15,0 0 43-15,0 0-22 0,137-46-41 16,-89 38-1-16,-6 2-40 16,-7 6-141-16,-10 0-349 15,-11 6-653-15</inkml:trace>
  <inkml:trace contextRef="#ctx0" brushRef="#br0" timeOffset="17593.79">28375 4105 1015 0,'0'0'1354'0,"0"0"-1183"16,0 0-140-16,0 0-22 16,0 0 17-16,0 0 0 15,158-21-25-15,-100 1-2 16,4-3-98-16,32-16-180 0,-16 4-91 16,-9 2-577-16</inkml:trace>
  <inkml:trace contextRef="#ctx0" brushRef="#br0" timeOffset="17979.16">29189 3618 1822 0,'0'0'310'15,"0"0"-215"-15,0 0-69 16,0 0 8-16,-124 67 70 16,98-27-25-16,6 6-27 15,11 0-3-15,9 0-49 16,0-7 12-16,2-9-10 15,18-9 5-15,2-14-14 0,5-7 2 16,2-5-65-16,-2-24-78 16,-2-9-130-16,-4-7 66 15,-5-2 6-15,-3 3 98 16,-3 5 108-16,-1 14 168 16,-7 13 196-16,-2 12-79 15,0 4-190-15,0 33-38 16,0 17 72-16,-9 17-62 15,3 8 29-15,-6-1-29 16,5-6-28-16,-1-11 6 16,-6-13-33-16,-3-7 7 15,-10-13-16-15,-2-4 6 0,-12-8-18 16,-14-2-36 0,8-4-226-16,7-6-386 0</inkml:trace>
  <inkml:trace contextRef="#ctx0" brushRef="#br0" timeOffset="20371.12">26662 5141 1124 0,'0'0'341'0,"0"0"-103"16,0 0-15-16,0 0 35 16,0 0 1-16,0 0-36 15,0 0-48-15,-4-63-93 16,4 63-34-16,-2 0-41 15,-3 0 4-15,-3 7-17 0,-4 23 6 16,-3 17 0-16,-1 11-1 16,-1 8 7-16,5-1-6 15,3-2 0-15,9-10 0 16,0-9-13-16,9-14-59 16,20-14-155-16,27-16 14 15,-11-3-150-15,1-14-324 0</inkml:trace>
  <inkml:trace contextRef="#ctx0" brushRef="#br0" timeOffset="20655.88">26934 5203 1245 0,'0'0'864'16,"0"0"-593"-16,0 0-133 16,0 0-41-16,0 0-38 0,0 0-10 15,0 0 39-15,-89 63-31 16,89-22-20-16,0 3 11 15,27-5-47-15,4-8 7 16,10-14-8-16,3-11-8 16,5-6 7-16,-2-8-39 15,-4-19-32-15,-12-8 47 16,-10-3-27-16,-9 0 23 16,-10 1 28-16,-2 5 1 15,-4 6 25-15,-12 8-20 16,-9 10-5-16,4 8-20 15,-14 5-147-15,14 16-180 16,-2 0-443-16</inkml:trace>
  <inkml:trace contextRef="#ctx0" brushRef="#br0" timeOffset="20859.66">27316 5332 1045 0,'0'0'1372'15,"0"0"-1187"-15,0 0-185 16,0 0 0-16,0 0 1 16,0 0 51-16,-27 142 17 15,14-91-9-15,-1-2-59 16,8-1-1-16,-5-6 0 16,11-11-99-16,0-11-55 0,4-11-176 15,13-9-335-15</inkml:trace>
  <inkml:trace contextRef="#ctx0" brushRef="#br0" timeOffset="21113.7">27557 5206 2013 0,'0'0'293'16,"0"0"-221"-16,0 0-66 15,0 0 8-15,0 0 66 16,-41 118-34-16,41-88-14 15,20-4-14-15,9-8-12 16,7-10-12-16,-7-8-10 16,0 0-20-16,-9-18 35 0,-9-7-14 15,-11-1 14-15,0 1-12 16,-17 2 13-16,-12 4-12 16,-8 5-15-16,2-7-133 15,6 6-54-15,14-6-375 0</inkml:trace>
  <inkml:trace contextRef="#ctx0" brushRef="#br0" timeOffset="21274.92">27891 4947 1892 0,'0'0'507'16,"0"0"-439"-16,0 0 72 16,102 110-75-16,-84-42-22 15,-13 10 2-15,-5 8-44 0,0 0-1 16,-14-5-36-16,-14 5-195 15,1-24-258-15,9-17-637 0</inkml:trace>
  <inkml:trace contextRef="#ctx0" brushRef="#br0" timeOffset="22075.32">28388 5511 1696 0,'0'0'278'0,"0"0"-230"16,0 0-38-16,-29 116-4 16,0-77 19-16,-9-1-25 15,-6-4-1-15,7-14-88 16,14-8-421-16</inkml:trace>
  <inkml:trace contextRef="#ctx0" brushRef="#br0" timeOffset="22963.4">28867 5129 644 0,'0'0'665'0,"0"0"-438"15,0 0-119-15,0 0 45 16,0 0 7-16,0 0-44 16,0 0-41-16,-2-25-10 15,2 10-20-15,9-1-36 16,-1 4-3-16,6 0-1 16,-1 4-5-16,-3 6 0 15,-4 2-2-15,-4 0 4 16,-2 16 36-16,0 14 52 15,-16 9-2-15,-5 4 22 16,-8 1-46-16,0 1-21 16,2-10-4-16,11-6-38 0,5-12 14 15,9-5-15-15,2-7 0 16,13-5-6-16,16 0 4 16,7 0-10-16,2 0-13 15,-3 0-11-15,-8 0 36 16,-12 0 0-16,-10 9 0 15,-5 14 20-15,-9 7 25 16,-20 4-3-16,-2 0-13 16,0-4-29-16,4-3-1 15,5-8-98-15,15-8-103 0,7-8-167 16,0-3-664-16</inkml:trace>
  <inkml:trace contextRef="#ctx0" brushRef="#br0" timeOffset="23087.39">29432 5289 2633 0,'0'0'0'16,"0"0"-233"-16,0 0-72 16,0 0-1353-16</inkml:trace>
  <inkml:trace contextRef="#ctx0" brushRef="#br0" timeOffset="24602.87">26263 3278 842 0,'0'0'793'16,"0"0"-625"-16,0 0-71 15,0 0 46-15,0 0 13 16,0 0-57-16,0 0 38 16,-6-10-62-16,6 8-30 15,0 2-12-15,0 0-11 16,0 0 61-16,0 0-23 15,0 0-26-15,0 0 8 16,0 0-41-16,0 0 11 16,0-2-11-16,18-2 11 15,8 0-12-15,15 0 0 0,1 0 0 16,5 2-4-16,6 0 5 16,5 0-1-16,4-2 0 15,6 3 7-15,7-6-6 16,6 3-1-16,6-2 0 15,4 0-3-15,3 2 3 16,1 0 0-16,3 3 0 16,2-2 8-16,-1 1-13 15,-3 0 5-15,2 2 0 16,-9-2-4-16,2 0 5 16,1 0-1-16,-7 1 7 15,-6-5-1-15,2 3 16 16,-10-3-22-16,-9 1 0 15,4-2 5-15,-8-1 4 16,-10 2-9-16,-1 0 0 0,-11 0 7 16,-9 4-4-16,-10 0-3 15,-3 2-13-15,-8 0 13 16,-6 0-176-16,0 12-156 16,-2-4-326-16</inkml:trace>
  <inkml:trace contextRef="#ctx0" brushRef="#br0" timeOffset="30882.84">3925 6226 658 0,'0'0'75'16,"0"0"-47"-16,0 0-28 15,0 0 0-15,0 0 592 16,0 0-445-16,0 3-62 15,0-3-3-15,0 0-35 16,0 0 29-16,0 0-15 0,0 0-26 16,0 0 13-16,0 0-34 15,0 0 19-15,0 0-2 16,0 0-23-16,0 0 23 16,0 0-31-16,0 0 1 15,0 0 11-15,2 0-12 16,0 0 20-16,-2 0 2 15,3 0 12-15,-3 0 40 16,0 0-27-16,0 0 4 16,0 0 48-16,0 0 14 15,0 0 9-15,0 0-21 16,-5 0-71-16,1 0 22 16,-1 0-52-16,3 0 6 15,2 3-12-15,-2 3-65 16,2 0-129-16,0-1-181 0,-2-5-859 0</inkml:trace>
  <inkml:trace contextRef="#ctx0" brushRef="#br0" timeOffset="33383.41">3905 4257 677 0,'0'0'100'0,"0"0"-86"16,0 0 77-16,0 0 193 15,0 0-160-15,0 0-53 16,0 0-24-16,5 18 56 16,-3-18 42-16,-2 0-18 15,0 0-7-15,0 0-48 16,0 0-18-16,0 0-1 15,0 0-44-15,0 0 7 16,0 2-16-16,0 2 6 16,0 2 1-16,0 3 34 15,2 0-17-15,-2 3 20 16,0 1-19-16,0-1 8 0,2 5-3 16,-2 1-14-1,2 3 14-15,-2 1-30 0,2 1 0 16,-2 0 7-16,0-1 0 15,0-3-1-15,0 2 11 16,0-1-10-16,0-4 21 16,0 0-27-16,0 0-1 15,-2 1 8-15,0 0-7 16,2-2-1-16,0-1 0 16,0 1 10-16,0 2-11 15,0-3 1-15,0 1 0 16,0 1-3-16,0-2 4 0,0 2-1 15,0-2 0 1,0 1 7-16,0 0-8 0,0-1 1 16,2 0 0-16,0 3-6 15,1-1 12-15,-1-3-6 16,0 3 0-16,0 0 6 16,-2 0-9-16,0-1 3 15,0 0 0-15,0-2-8 16,0 0 10-16,0-4-2 15,0 1 0-15,0 0 7 16,0 2-7-16,0-2 0 16,0 2-1-16,0 0-5 15,0 0 10-15,0 2-4 16,0 1 0-16,0-2 0 16,0-1-3-16,0 0 3 0,0 0 0 15,0-2 2-15,0 2 5 16,0 0-4-16,0 0 0 15,3 2 6-15,2 2 2 16,-3-2-11-16,2 2 0 16,-2-1-9-16,0 0 10 15,-2 0-1-15,2 1 0 16,1 0 8-16,-3-1-8 16,2 2 0-16,-2-2 0 15,2 2-8-15,0-3 14 16,-2 2-6-16,2-2 0 15,1-2 6-15,0 2-6 16,-3 0 0-16,0 1 0 0,2 0 9 16,-2 1-8-1,0 0 40-15,0 0-6 0,0 0-33 16,0-2 26-16,0 0-28 16,0-2 0-16,0 2 10 15,0-1-8-15,0-4 2 16,0 3 14-16,0 0-18 15,0 1 35-15,2-4-35 16,-2 3 8-16,0-2 3 16,0 1-5-16,0-1 0 15,0 0-6-15,0 0 1 16,0 2 13-16,0-3-13 0,0 3 8 16,0 1 32-1,0-1-34-15,0 0 15 0,0-3-14 16,0 3 1-16,0 1 0 15,0 1-9-15,0-2 0 16,0 2-6-16,0-1 14 16,0 1-8-16,0-2 0 15,-2 0 1-15,2 1 20 16,-2-1-20-16,2 0 1 16,-3 0 8-16,0 2-2 15,1 1-8-15,2-1 0 16,-2 2 7-16,0 0-7 15,0-2 0-15,-1 0 0 0,1 0 0 16,0 0 9 0,2-2-9-16,0 2 0 0,-2 2 1 15,2-2 11-15,0 2-12 16,0 3 0-16,0-4-7 16,-2 2 13-16,2 0-6 15,-2-3 0-15,0 3 1 16,-1-5 4-16,1 0-5 15,2 0 0-15,0-3-5 16,-3 2 11-16,3-2-6 16,0 3 0-16,0 1 2 15,0 1-2-15,0 1 0 16,0 2 0-16,0-3-1 16,-2 1 12-16,2-1-11 15,-2 3 1-15,2-2 8 0,-2-1-6 16,2 3-3-16,0 1 0 15,0-2-1-15,0 0 6 16,0 0-5-16,0-2 0 16,0 2 1-16,0-1 1 15,0 0-2-15,0-1 0 16,0 0-2-16,0 2 2 16,0 1 0-16,0-1 0 15,0-3 6-15,0 4-9 16,0-3 3-16,0 0 0 15,0-1-1-15,0 2 2 16,0 1-1-16,0-2 0 0,0 2 1 16,0 0-1-16,0-2 0 15,0 0 0-15,0 0-7 16,0-2 14-16,0 2-7 16,0-2 0-16,0 2 6 15,0 1-13-15,0 2 7 16,0 5 0-16,0 2 10 15,0 2-8-15,0 6 8 16,0 0-10-16,0 3 8 16,0-1 2-16,0-2-10 15,0-1 0-15,0-2 2 16,0-3-1-16,0 0-1 16,0-4 0-16,0-1-9 15,0-4-2-15,-5-2-168 16,-8-6-193-16,4-9-671 0</inkml:trace>
  <inkml:trace contextRef="#ctx0" brushRef="#br0" timeOffset="36380.18">1573 6353 393 0,'0'0'631'0,"0"0"-469"15,0 0-49-15,0 0 27 16,0 0 22-16,0 0-60 0,0 0-52 16,5-20-22-16,-3 15 24 15,-2 3 13-15,0 0-46 16,2 2 19-16,-2 0-31 15,0-2-6-15,0 2 11 16,0 0-12-16,0 0 13 16,0 0 7-16,4-1 8 15,1 1 38-15,2-2-14 16,4-1-27-16,2-1 0 16,3 1-25-16,4-4 12 15,0 0-5-15,4 0-6 16,3-1 28-16,2-2-22 15,0 1-5-15,0 2 4 0,0 2 0 16,-4-2-5-16,-3 3-1 16,-2 2 2-16,-5 2-1 15,3 0-1-15,1 0 0 16,-4 0-6-16,3 0 12 16,-1 0-6-16,2 0 0 15,3 0 1-15,0-2 0 16,2-3-1-16,1 2 0 15,2-1 0-15,0-1 1 16,0 4-1-16,-6 1 0 16,0 0 1-16,-3 0-2 15,-1 0 1-15,1 0 0 16,0 0-6-16,0 0 12 16,2 0-6-16,0 0 0 0,2 0 1 15,1 0-1-15,1 0 0 16,-2 0 0-16,1 0-1 15,-1 0 1-15,1 0 0 16,-2-2 0-16,4 0 0 16,0 2 0-16,4-2 0 15,2 0 0-15,0 0-1 16,0-1 4-16,0-2-3 16,1 1 0-16,-6 1 0 15,1-2 0-15,-2 1 0 16,-1 2 0-16,-2 0-1 15,3 2 1-15,0-2 0 16,-4 0 0-16,4-1 1 0,-2 3-1 16,1-5 0-1,1 3 0-15,-3-3-2 0,0 3 4 16,-1 1-2-16,-4-1 0 16,3 2 0-16,-2 0 0 15,0 0 0-15,0 0 0 16,1 0-6-16,4 0 11 15,4 0-5-15,0 0 0 16,4 0 0-16,-2 0-4 16,0 0 4-16,0 0 0 15,0 0-1-15,-2 0 1 16,0 0 0-16,-1 0 0 16,0 0 6-16,1 0-6 15,0 0 0-15,-2 0 0 16,2 0-1-16,-3-2 2 0,2 0-1 15,-1-3 0-15,0 5 1 16,-3 0-2-16,3 0 1 16,-1 0 0-16,-2 0-1 15,3 0 2-15,0 0-1 16,-4 0 0-16,2 0 1 16,-1 0-3-16,3 0 2 15,-3 0 0-15,-2 0-1 16,3 0 7-16,-1 0-7 15,0 0 1-15,0 0 0 16,1 0 0-16,2 0 0 16,-4 0 0-16,2 0-2 0,-3 0 1 15,-1 0 1-15,2 0 0 16,-3 0 1-16,-1 0-2 16,4 0 1-16,-1 0 0 15,-3 3-1-15,4-1 5 16,-2 0-4-16,2 0 0 15,-3 0 0-15,1-1-2 16,-3 1 2-16,3 1 0 16,-4-1-2-16,3 0 6 15,-3 3-4-15,1-5 0 16,1 3 0-16,2-1-2 16,0-2 2-16,4 2 0 15,-1-2-1-15,3 0 2 0,2 0-1 16,0 0 0-1,-2 0 2-15,2 0 1 0,2 0-3 16,-2 0 0-16,0 0-1 16,0 0 7-16,0 0-6 15,0 0 12-15,0 0-10 16,-2 0 19-16,4-2-20 16,-2 2-1-16,0-2 1 15,0-1 8-15,0 3-9 16,-2-3 0-16,-4 3 1 15,2-2 1-15,-3 2-2 16,-3 0 0-16,6 0-1 16,-3 0 4-16,-2 0-3 15,0 0 0-15,0 0 1 0,-1 0-3 16,2 0 2-16,-2 0 0 16,3 0-1-16,1 0 3 15,0 0-2-15,2 0 0 16,-1 0 1-16,1 0 1 15,1 0-2-15,-2 0 0 16,3-2-3-16,0 0 4 16,-1-1-1-16,2 0 0 15,-1-1 6-15,2-3-6 16,-3 2 0-16,-1 1 0 16,-4-2-1-16,2 4 7 15,-6-2-6-15,-1 2 0 0,-3 2 1 16,-2-2-4-16,2 2 3 15,0 0 0-15,1 0-4 16,-2 0 14-16,9 0-12 16,-4 0 2-16,1 0 0 15,-1 0 2-15,1 0-2 16,-3 0 0-16,3 0-7 16,-3 0 10-16,-2 0-3 15,3 0 0-15,-4 0 1 16,4 0-1-16,-1 2 0 15,1 0 0-15,-1 2-6 16,-2-2 12-16,3 0-6 16,-8-1 0-16,7 2 0 15,-3-1-4-15,1 0 4 0,3 0 0 16,-4-2-1-16,3 0-2 16,3 0 3-16,-3 0 0 15,3 0 9-15,-3 0-12 16,1 0 3-16,-3 3 0 15,0-3-1-15,1 3 10 16,-2-1-9-16,4 2 0 16,1-2 1-16,-1-1 3 15,-1-1-3-15,0 2-1 16,1-2 12-16,-1 0-11 16,3 3 32-16,1-3-10 15,2 0-23-15,1 0 36 16,-3 0-26-16,8 0 4 0,-2 0 6 15,1 0-8-15,-2 0 21 16,0-3 0-16,3 1-17 16,0-1 27-16,2 1-42 15,-4 0 5-15,2-3-4 16,-2 5 8-16,-3-5-10 16,-3 3 0-16,2 0 1 15,-4-1-17-15,-1 3-48 16,-4 0-153-16,-3 0-445 0</inkml:trace>
  <inkml:trace contextRef="#ctx0" brushRef="#br0" timeOffset="36995.9">6854 6046 1425 0,'0'0'297'0,"0"0"-214"16,0 0 49-16,0 0-3 16,0 0 34-16,0 0-18 15,0 0-62-15,0 0 10 16,0 0-7-16,0 0-25 0,0 0 14 16,0 0-61-1,0 0-3-15,5 0-11 0,13 2 4 16,1 3-4-16,8 4 0 15,0-1 1-15,0-3-2 16,0 4 1-16,-6-1 0 16,-2-3-1-16,-3 4 4 15,-8 1-9-15,-3 4 6 16,-5 8 0-16,-16 8-6 16,-22 8 6-16,-16 6-34 15,-30 20-96-15,10-11-197 16,5-11-376-16</inkml:trace>
  <inkml:trace contextRef="#ctx0" brushRef="#br0" timeOffset="40342.57">2224 6214 952 0,'0'0'308'0,"0"0"-123"15,0 0-23-15,0 0-18 16,0 0 20-16,0 0-72 15,0 0-11-15,-11-34 10 16,9 32-36-16,0 0 13 16,0 0 6-16,2 2-25 15,-2 0 0-15,2 0-27 16,0 0-13-16,-3 0 9 16,3 0-9-16,-3 0-9 0,3 0 1 15,-2 6 8 1,2 2-3-16,0 0-6 0,0-1 0 15,0 0-4-15,0-3 10 16,0-1-6-16,5 2 0 16,4-3 10-16,-3 0-6 15,1-2-4-15,-3 0 0 16,-4 0 9-16,0 0-8 16,0 0 10-16,0 0 53 15,-4-6-51-15,-7-4 10 16,-5 0 0-16,3 4 27 15,0 3 27-15,4 3-68 16,0 0-7-16,0 0 5 16,4 0 5-16,1 7-22 0,4 9 10 15,0 4-17-15,0 2-60 16,16 9-122-16,6-8-165 16,-2-7-597-16</inkml:trace>
  <inkml:trace contextRef="#ctx0" brushRef="#br0" timeOffset="57768.28">3934 3392 560 0,'0'0'248'15,"0"0"-184"-15,0 0-53 16,0 0-11-16,0 0 142 16,0 0 0-16,15-11-40 15,-15 11-102-15,3-2 18 16,-3-3 204-16,2 2-104 16,0-1-35-16,-2 0 7 15,0 0-27-15,0 0 37 16,0 1-23-16,0 1-31 15,0 1 11-15,0-1-35 16,0 0-5-16,0-1-17 16,0-1 8-16,0 0 0 15,0 3-8-15,-2-6 0 0,0 4-6 16,-1-1 7-16,1-2-1 16,0 2 32-16,0 1-26 15,2 2 27-15,-2 1-1 16,2 0 16-16,0 0 1 15,0 0-38-15,0 0 9 16,0 0 6-16,0 0-20 16,0 0 25-16,0 0-31 15,0 0 0-15,-2 0 15 16,2 0-14-16,-2 0 8 16,-1 5 3-16,1 8-1 15,-1 1 26-15,1 1-37 0,0 2 6 16,2-2 7-1,0 1-2-15,0-2-11 0,0-1 0 16,0 1 1-16,0-4 0 16,0 2-1-16,0 0 0 15,0 1 0-15,0-2 6 16,0 1-6-16,0 2 0 16,0-2 6-16,0 0-2 15,0-1-4-15,0-2 0 16,0 2 0-16,0-4 0 15,0 1 0-15,0 2 0 16,0-2 2-16,0 3 11 16,0-4-11-16,0 1 5 15,0 1 5-15,0 0-3 16,0 1-9-16,0 0 0 0,0 2 6 16,0 0-9-1,0 3 3-15,0-1 0 0,0 2 0 16,2 0 8-16,-2 2-8 15,0 2 0-15,0 2 6 16,0-1-5-16,0 6-1 16,0-1 0-16,0 4-10 15,-2 2 17-15,2 3-7 16,0 6 0-16,0 1 1 16,0 0 3-16,0 0-4 15,0 3 0-15,2 0-8 16,3 18-102-16,-3-13-120 0,1-8-525 0</inkml:trace>
  <inkml:trace contextRef="#ctx0" brushRef="#br0" timeOffset="58805">3939 3331 658 0,'0'0'270'0,"0"0"-64"15,0 0 7-15,0 0-18 16,0 0-18-16,0 0-51 15,0 0-28-15,4-15 22 16,-4 15-18-16,0-2 22 16,0 2-14-16,0-1-42 0,0-2 6 15,0 2-43-15,0-2-20 16,0-1 1-16,-2 3-6 16,0-2-6-16,2 1 0 15,0 0 1-15,0 0 1 16,-2 2-2-16,2 0 0 15,0 0 6-15,-3 0-6 16,3 0 56-16,0 0 1 16,-2 0-20-16,2 0 15 15,-3 0-35-15,1 0 5 16,-5 2-7-16,-8 13-7 16,1 7-1-16,-5 2-5 15,-6 5 6-15,-2 1 8 0,5 1-16 16,-1-3 0-16,8-8-9 15,3-4-3-15,8-5-107 16,4-11-144-16,10 0-201 16,7-6 103-16</inkml:trace>
  <inkml:trace contextRef="#ctx0" brushRef="#br0" timeOffset="59027.05">4005 3268 727 0,'0'0'925'16,"0"0"-666"-16,0 0-38 15,0 0 20-15,0 0-92 16,0 0-58-16,0 0-50 16,13 19-32-16,-1 4 64 15,3 5-59-15,3 1-14 16,0-1 0-16,2-2-50 15,5-8-119-15,-5-8-325 16,-5-8-1041-16</inkml:trace>
  <inkml:trace contextRef="#ctx0" brushRef="#br0" timeOffset="59725.53">4201 3154 962 0,'0'0'879'16,"0"0"-699"-16,0 0-15 16,0 0-64-16,0 0-29 15,0 0-7-15,0 0-31 16,-4 28 36-16,4-2 31 15,0 0-64-15,2 0 9 16,10-2-45-16,-2-7-1 16,7-5 3-16,-2-9-3 15,3-3-2-15,1 0-16 16,2-11-63-16,-3-10 14 16,-5-5-33-16,-7-2-16 15,1 3 42-15,-7-2 17 16,0 5 52-16,0 8 5 0,0 6 86 15,0 6 44 1,0 2-49-16,0 0-59 0,-2 22-10 16,2 12-11-16,0 10 13 15,0 8 21-15,0 9 3 16,5 3 24-16,4-2-34 16,-3-2-14-16,-2-6-1 15,-4-8-2-15,0-11-7 16,0-12 7-16,0-9-10 15,-6-11 45-15,-3-3-19 16,5-13 2-16,4-17 3 16,0-9-31-16,0-5 6 0,19-5-7 15,10 6-7 1,7 2-3-16,18-1-153 0,-7 11-172 16,-7 7-836-16</inkml:trace>
  <inkml:trace contextRef="#ctx0" brushRef="#br0" timeOffset="61079.25">7120 6386 967 0,'0'0'595'0,"0"0"-407"15,0 0-57-15,0 0-55 16,0 0 30-16,0 0-44 16,0 0-8-16,6-50 4 15,5 47-23-15,0 3 29 16,1 0 0-16,-4 13 11 0,-1 13 44 16,-5 6-34-16,-2 5-22 15,0-2-10 1,0-3-32-16,0-6 3 0,-4-7-12 15,-1-7-10-15,1-6 21 16,4-6-23-16,0 0 0 16,0-5 28-16,0-20-28 15,4-11-59-15,10-8-31 16,1-4-32-16,-1 2 47 16,-3 9 20-16,-4 14 55 15,-3 12 27-15,-4 11 70 16,0 0-2-16,-2 23-41 15,-7 8-29-15,7 3 28 0,2 0-40 16,0-5-13-16,25-9 14 16,10-8-6-16,14-8-16 15,29-4-24-15,-11-18-215 16,-9-6-365-16</inkml:trace>
  <inkml:trace contextRef="#ctx0" brushRef="#br0" timeOffset="62413.78">3862 4538 907 0,'0'0'411'16,"0"0"-183"-16,0 0-62 15,0 0 5-15,0 0-16 16,0 0 19-16,0 0-31 16,0 0-61-16,0 0 16 15,0 0-25-15,0 0-15 16,0 0 7-16,0 0-41 15,0 0 10-15,0 0-17 16,0 0-11-16,0 0 12 16,0 0-18-16,0 0 0 0,0 0-7 15,0 0 4 1,0 0 1-16,0 0 1 0,0 5-6 16,3 2-1-16,8 0 8 15,0 2 0-15,2-1-3 16,3-4 9-16,0-2-6 15,-1-2 0-15,1 0 0 16,-5 0 0-16,-2-6 0 16,-5-6 0-16,-4-2-1 15,0 0-4-15,-2-3 5 16,-13 6 0-16,-6-2 1 16,-1 3 31-16,0 7-22 15,2 1-8-15,2 2 23 0,0 0-23 16,5 5 1-1,2 11-3-15,6 6-23 0,5 9-75 16,0-3-196-16,0-8-579 0</inkml:trace>
  <inkml:trace contextRef="#ctx0" brushRef="#br0" timeOffset="63703.52">5657 6111 927 0,'0'0'516'0,"0"0"-364"15,0 0 5-15,0 0-12 16,0 0 26-16,0 0-15 16,0 0-15-16,-13-10-80 15,13 10-12-15,0 0 6 16,0 0-54-16,0 0-1 16,0 5 25-16,0 5-25 15,0-1 16-15,0-2-16 16,0-1 0-16,0-2-1 15,0-1 7-15,6-3-6 0,3 0 0 16,3 0 2 0,-4-7 13-16,8-6-15 0,-7-1-1 15,-5 0-5-15,-4 3 12 16,0 0-6-16,0 3 0 16,-4 5 0-16,-12 3 32 15,1 0-32-15,-1 0 0 16,3 14-1-16,2 4 0 15,6 2 1-15,5 0 0 16,0-4 1-16,2-4-14 16,16-5-3-16,5-7-53 15,1 0-15-15,5-3-66 16,-7-11-101-16,-8-2-360 0</inkml:trace>
  <inkml:trace contextRef="#ctx0" brushRef="#br0" timeOffset="64876.55">2146 6210 322 0,'0'0'1021'0,"0"0"-742"0,0 0-88 15,0 0-38-15,0 0-17 16,0 0-11-16,0 0 0 16,-13-30-2-16,13 30-24 15,-3 0 34-15,3 0-44 16,0 0-30-16,0 0-17 16,0 0-41-16,0 0 3 15,0 0-4-15,0 0 0 16,0 2-6-16,7 4 6 15,2-3 0-15,0 0-6 16,0-3 12-16,-2 0-6 16,-3 0 0-16,-1-6 1 15,-3-6 1-15,0 0-2 16,0 2 0-16,-3 1 1 0,-10 0 8 16,0 6-7-16,-3 3-1 15,0 0 10-15,5 0-11 16,2 12 0-16,7 5 0 15,2-1-9-15,0 2 7 16,11-4 2-16,7-4 0 16,4-4 7-16,-2-6-11 15,2 0 4-15,-3 0-9 16,-6-12 7-16,-5-4-27 16,-8 0-7-16,0 0-43 15,0 2-66-15,-15 10-5 0,-3 4-115 16,1 0-289-16</inkml:trace>
  <inkml:trace contextRef="#ctx0" brushRef="#br0" timeOffset="66263.17">5679 6140 932 0,'0'0'212'0,"0"0"-87"16,0 0-41-16,0 0 3 0,0 0 53 15,0 0-14-15,0 0-26 16,-13-24 2-16,11 21-27 16,0 1 16-16,-1 1-2 15,1-1-13-15,0 2 11 16,-3 0-57-16,5 0-1 16,0 0 26-16,-2 0-25 15,2 0-5-15,0 0-25 16,-2 0 9-16,0 0-9 15,0 5 0-15,-3 6 1 0,3 3 12 16,0 0-13-16,2-2 13 16,0-2-13-16,0-2 12 15,0-2-11-15,0-3-1 16,4 0 0-16,9-3 2 16,1 0 8-16,-1 0-10 15,0-3 0-15,-3-10 9 16,-2 1-4-16,-3 0-5 15,-1-2 0-15,-4-1-6 16,0 1 15-16,0 4-9 16,-9 3 9-16,-9 5-8 15,-1 2 39-15,-2 0-31 16,4 0-7-16,1 9 1 16,3 6 6-16,6-3-9 15,4 0 0-15,3-4 1 0,0-2-15 16,21-4-42-16,1-2-81 15,0 0-366-15</inkml:trace>
  <inkml:trace contextRef="#ctx0" brushRef="#br0" timeOffset="67359.33">3896 4529 728 0,'0'0'398'0,"0"0"-196"16,0 0-94-16,0 0 21 15,0 0 43-15,0 0-42 16,0 0-27-16,0 0-10 16,0 0-53-16,0 0 26 15,0-4 32-15,0-1-4 16,0-1-5-16,0 1-63 16,0 2-26-16,-9 3-23 15,-2 0-173-15,0 0-424 0</inkml:trace>
  <inkml:trace contextRef="#ctx0" brushRef="#br0" timeOffset="70930.98">3949 4539 937 0,'0'0'212'16,"0"0"-81"-16,0 0-62 15,0 0-24-15,0 0 47 16,0 0 18-16,0 0 58 16,-15-22-56-16,13 19-27 15,2-2 40-15,-3 2-38 0,1-1-36 16,2-1 28-16,-2 1-41 15,2 3 4-15,-2-2-33 16,2 3-9-16,-3 0 45 16,3 0-25-16,0 0 16 15,0 0 34-15,0 0-15 16,-2 0 15-16,2 0-18 16,0 0-12-16,-2 0 10 15,0 0-38-15,0-1 3 16,-5 1-12-16,5-3 4 15,-3 1 3-15,-2 0-10 16,-1 2 0-16,1 0-6 16,0 0 12-16,0 0-6 0,3 0 1 15,0 0 8-15,-1 0 3 16,1 0-4-16,0 0-7 16,1-1 10-16,-4-1-5 15,3 2-6-15,0 0 0 16,-3 0 1-16,0 0-1 15,-2 0 0-15,3 0 2 16,-1 0-10-16,-3 0 17 16,4 0-9-16,0 0 0 15,1 0 8-15,-1 0-6 16,-2 0-2-16,2 0 0 16,-3 0-4-16,1 0 4 15,-2 0 0-15,1 0 0 0,-1 0 12 16,0 2-11-1,-1 1-1-15,3-1 0 0,-2 2-5 16,1-1 14-16,1 1-9 16,1-3 0-16,0 1 2 15,0 1 7-15,1 1-9 16,-3-3 0-16,2 3-10 16,0-1 11-16,1-1-1 15,-1 2 0-15,3-3 10 16,-3 2-11-16,2 1 1 15,-1-3 0-15,-3 4-5 16,3-1 6-16,-4 1-1 16,1 0 0-16,1 2 10 15,-2-5-16-15,2 3 6 0,-1-1 0 16,2 0 5-16,0 0-5 16,3 0 0-16,-3 0 0 15,3-2 9-15,0 1-16 16,-1 2 7-16,-2-4 0 15,0 4-6-15,1-2 6 16,-3 2 0-16,0 2 0 16,0-4 9-16,0 1-13 15,0 1 4-15,0 0 0 16,-2-1 0-16,2 2 1 16,0-1-1-16,-2-2 0 15,2 1 11-15,0 0-11 16,0-1 1-16,1 2-1 0,-2 2 12 15,2-7-6-15,-1 5-4 16,-3-1-2-16,4-2 1 16,-3 2 8-16,1-2-9 15,-1 1 0-15,3 0-3 16,-4 1 3-16,3 1 0 16,-1 0 1-16,0 1 8 15,1-3-12-15,1 4 3 16,-1-1 0-16,2-2-4 15,-2 2 10-15,3-3-6 16,-3 4 0-16,1-3 1 16,2 0 4-16,-3 2-5 15,5-2 0-15,-3 0-2 16,0-1 4-16,3 0-2 16,-3 1 0-16,1 1 9 0,-2 0-11 15,0-1 2-15,-1 2 0 16,1 1-3-16,-2 0 5 15,1 0-2-15,1-2 0 16,-4 1 10-16,3 1 1 16,-2-2-11-16,2 2 0 15,0-2-3-15,1 2 3 16,0 0 0-16,2 0 0 16,-1-4 8-16,1 4-8 15,-1-1 0-15,0-1 0 16,0 2-6-16,1-1 6 15,-3-1 0-15,2 4 0 0,-2-1 12 16,1-1-14-16,-1 1 2 16,1 3 0-16,2-3-9 15,-1-1 10-15,1 2-1 16,-1-1 0-16,0-1 12 16,1 0-18-16,-1 1 6 15,1-3 0-15,-2 4-4 16,2-4 5-16,1 2-1 15,-1 1 0-15,2 0 12 16,-4 1-13-16,4-2 1 16,-3 3 0-16,1 2-12 0,-1-3 13 15,0 4-1 1,1-3 2-16,-1-1 8 0,3-2-1 16,-3 0-9-16,2-2 1 15,1-1 8-15,-1 3-8 16,-1 0-1-16,2 2 0 15,-3-2 7-15,0 3-10 16,0 0 3-16,1 2 0 16,-1 0-3-16,-2 0 4 15,0 2-1-15,3-2 0 16,-3 1 13-16,1-4-5 16,0 2-7-16,1-1-1 15,1-2 18-15,-2-1-9 16,4 0-7-16,0-1-2 15,2-2 9-15,2 1-6 0,-3 2-3 16,1-2 0 0,-2 4-11-16,2-1 11 0,-3 0 0 15,2-1 0-15,-1 0 11 16,2 0-8-16,0-2-3 16,0-1 0-16,2-1-3 15,-3 2 3-15,3-1 0 16,-2 0 0-16,0 3 6 15,-2 2-1-15,0 1-5 16,-2 2 0-16,0 0-3 16,-1 0 3-16,3 0 0 15,0 0 0-15,-2-2 14 16,2 1-14-16,0-4 0 16,-1 4 0-16,1-6 0 15,0 4 0-15,-1-4 0 0,0 0 3 16,3 0 8-16,-2 2-4 15,-1-2-7-15,3 1 0 16,-2 1-6-16,2-2 7 16,0 1-1-16,-3 1 1 15,3 1 8-15,-3-1-10 16,1 1 1-16,1 1 0 16,-1-4-8-16,2 4 8 15,0-4 0-15,0 2 0 16,-3-4 12-16,3 4-9 0,-1-2-3 15,-1 2 2 1,-1-1-5-16,1 1 3 0,0 4 0 16,-3-1-1-1,0 0 8-15,0 0 0 0,-1 0-7 16,1-1 0-16,1 0 6 16,0 1-6-16,2-4 0 15,0 2-1-15,2-2 8 16,0-1-7-16,-1 0 0 15,1 1 0-15,0 0-2 16,0 3 2-16,-3 0 0 16,2 2 0-16,-1-2 12 15,0 3-12-15,2 2 0 16,-3 0 0-16,1 2-6 16,0 3 6-16,-2 1 0 15,0 1 0-15,-3 1 8 16,1 5-6-16,-4 0-2 0,1 6 0 15,3 1-15-15,0 2-16 16,8 2-62-16,0-2-120 16,18-13-278-16,1-10-557 0</inkml:trace>
  <inkml:trace contextRef="#ctx0" brushRef="#br0" timeOffset="74410.12">3729 4536 401 0,'0'0'344'16,"0"0"-99"-16,0 0-94 16,0 0-4-16,0 0-15 15,0 0-20-15,0 0 9 16,9-8 15-16,-7 5-71 15,2 2-24-15,-2-2-23 16,4-1-17-16,-2 1 9 16,0 0-10-16,-2 1 0 15,1 0-1-15,-1 2-5 16,-2 0-3-16,0 0-4 16,0 0-3-16,0 0 10 15,0 0 6-15,0 0 0 16,0-1 21-16,0 1 7 0,0 0 18 15,2 0-11-15,0-2-25 16,0 2 29-16,2 0-37 16,4-2-1-16,1-1 21 15,-1 1-11-15,4 1 42 16,-1-2-10-16,-3 2-1 16,2 1 40-16,-1-3-45 15,-3 3-18-15,5-1 12 16,1-2-31-16,-2 1 16 15,4 0-16-15,1-1 9 16,-1-1-4-16,-1 0-5 16,3 0 0-16,-5 1-6 15,0 1 14-15,-1 0-8 0,-4 2 0 16,-2 0 6-16,3 0-8 16,-3 0 2-16,4 0 0 15,-4 0-1-15,2 0-1 16,-1 0 2-16,-1 0 0 15,2 0 6-15,0 0 5 16,-2 0-3-16,3 0 6 16,1 0 14-16,-1 0-26 15,2 0 3-15,-2 0-5 16,1 0 2-16,2 0-8 16,-4 2 6-16,1 0 0 15,-1 1 0-15,-1-3 10 16,2 1-10-16,2-1 16 15,-1 3-14-15,4-3 30 16,-3 0-30-16,-1 1-2 0,1-1 9 16,1 0 1-16,-4 0-10 15,1 0 0-15,-1 0 9 16,4 3-9-16,-4-3 0 16,3 1 0-16,-1 2-6 15,2-1 11-15,-1-1-5 16,-3 1 0-16,4-2 9 15,-2 2-9-15,1-2 0 16,0 3 0-16,0-2 4 16,0 2 2-16,2-2-6 15,-2 2 0-15,0 0 7 16,2 0-10-16,-2 1 3 0,2-1 0 16,-2 4-7-16,0-3 8 15,4 1-1-15,0 2 2 16,-1-1 10-16,-1 2-9 15,3-2-3-15,-4-1 0 16,1 0-6-16,-1-1 7 16,1 2-1-16,-3-3 0 15,2 2 10-15,1-1-13 16,-3 2 3-16,4-3 0 16,-1 0-7-16,0 1 5 15,0 0 2-15,0-2 0 16,1 2 16-16,-6-1-14 15,3-3-2-15,0 5 0 16,-2-1-12-16,0-1 19 16,-1 4-7-16,1-1 0 0,-1 1 1 15,-1-2-4-15,6 1 3 16,-2 0 0-16,0 0-3 16,4 0 3-16,-2 0 0 15,3-2 0-15,-3 0 8 16,1 2-11-16,-2-2 3 15,1 3 0-15,-1-4-9 16,-2 3 12-16,-1 0-3 16,1 0 0-16,2-2 12 15,-3 2-20-15,-1-2 8 16,-2 2 0-16,3-2-8 16,-2 2 9-16,-1 1-1 15,3-2 0-15,-3 2 12 0,3-4-17 16,-3 3 5-16,3 1 0 15,2-2-7-15,0 4 10 16,0-4-3-16,0 4 0 16,2-4 10-16,-2 4-10 15,4-4 0-15,-2 3 0 16,-1-1-7-16,0 0 7 16,-1 0 0-16,1-2 0 15,-2 2 8-15,1-2-8 16,0 0 0-16,-2 1 0 0,2-2-9 15,-3 1 9 1,1 2 0-16,-2 0 0 0,1 0 8 16,1-2-10-16,-1 2 2 15,1-2 0-15,0 2-6 16,0-2 7-16,-1 0-1 16,-4 1 0-16,7 0 7 15,-2-1-7-15,0 2 0 16,-1-2 0-16,3 2-7 15,-2-2 7-15,0 2 0 16,-1-1 0-16,1 1 11 16,0-2-13-16,-2 4 2 15,1-2 0-15,-2 1-6 16,3 2 7-16,-1-2-1 16,0 3 0-16,-2-2 9 0,2-1-12 15,-1 1 3-15,-1 0 0 16,-2-1-4-16,0 0 4 15,6-1 0-15,-4 0 0 16,3 0 9-16,-3-2-6 16,2 3-3-16,2-1 0 15,-2-2-6-15,1 2 6 16,-3-2 0-16,3 2-1 16,-2-2 7-16,-1 2-9 15,-2-2 3-15,5 4 0 16,-1-4-3-16,-1 3 4 15,2-1-1-15,-3 0 0 16,3 0 7-16,-3-2-11 16,3 2 4-16,-3-2 0 15,1 3-6-15,2-1 7 0,-3 0-1 16,0 2 0-16,5-1 7 16,-2 2-11-16,0-2 4 15,-1 0 0-15,-1 2-3 16,-1-2 3-16,3 1 0 15,-2 0 0-15,-1 1 8 16,-2-2-6-16,0 2-2 16,5-1 0-16,-5-2-11 15,2 3 17-15,-4-2-6 16,6 0 0-16,-4 3 8 16,0-4-5-16,2 3 3 15,-2-1-5-15,3 2 3 16,-3-1 2-16,2 3-6 0,4-4 0 15,-4 3 7-15,2 0-7 16,1 1 0-16,-3-1 0 16,4 0-7-16,-2 0 7 15,1-1 0-15,-3 1 0 16,2 1 11-16,0-2-17 16,0 1 6-16,-4-2 0 15,7 1-6-15,-3-1 6 16,4 0 0-16,-6-1 0 15,7 2 9-15,-4-4-13 16,0 4 4-16,-3-1 0 16,5 0-3-16,-5 0 3 0,3 2 0 15,-2-3 0 1,-3 3 9-16,3-1-10 0,-1-1 1 16,0 1 0-16,-2 0-8 15,7-1 9-15,-4 0-1 16,0 0 0-16,-1 0 9 15,0 2-13-15,-2-3 4 16,3 3 0-16,-3-4 0 16,0-1 0-16,0 3 0 15,3-3-1-15,-2 0 8 16,1 1-11-16,-2-1 4 16,0 1 0-16,-2-3-6 15,2 1 6-15,-2-1 0 0,0 0 0 16,0-1 10-16,5 3-10 15,-5-2 0-15,2 0 0 16,0-1-12-16,-2 1 13 16,0-1-1-16,2 1 0 15,-2-1 12-15,0-1-15 16,0 4 3-16,2-5 0 16,-2 1-6-16,0-1 7 15,0 0-1-15,0 1 0 16,0-1 9-16,0 0-13 15,6 0 4-15,-6-1 0 16,0-1-8-16,2 3 10 16,-2-3-2-16,0 2 12 15,0-2 5-15,0 0 19 16,0 0-27-16,0 0-9 0,0 0 11 16,0 0-11-16,0 0 0 15,0 0 0-15,0 2-6 16,0 6-4-16,-2 9-99 15,-10 2-230-15,-3-5-827 0</inkml:trace>
  <inkml:trace contextRef="#ctx0" brushRef="#br0" timeOffset="75987.38">1584 6695 103 0,'0'0'1454'15,"0"0"-1148"-15,0 0-164 16,0 0-30-16,0 0 47 15,0 0-20-15,0 0-3 16,-6 0-35-16,6 0-22 16,0 0-23-16,0-1-42 15,8-4 2-15,8 1-16 16,2-2 9-16,9-2-24 16,4 0-70-16,20-10-134 15,-7 4-167-15,-3-2-488 0</inkml:trace>
  <inkml:trace contextRef="#ctx0" brushRef="#br0" timeOffset="76685.07">2106 6511 517 0,'0'0'630'0,"0"0"-363"15,0 0-56-15,0 0-63 16,0 0-47-16,0 0-30 0,0 0-13 15,-26 0-17-15,20 0-20 16,2 0 13-16,0 0-33 16,2 0 37-16,0 0-1 15,2 0-28-15,-3 0 19 16,-1 0-27-16,0 0-1 16,-2 4 12-16,0 1-11 15,0-2-1-15,1-1 0 16,1 2 7-16,2-2-10 15,0-1 3-15,-2-1 0 16,4 2 7-16,0-2-6 16,0 0 36-16,0 0 18 0,0 0-34 15,0 0 32-15,0 0-40 16,0 0-12-16,10 0 3 16,3-5-2-16,3-1-2 15,-1 3 0-15,-1 3 7 16,-1 0-1-16,-4 0-5 15,0 5-1-15,-2 11 49 16,-7 4-31-16,0 2 44 16,0-1-8-16,0-6-47 15,0-3 19-15,0-4-26 16,0-2 0-16,8-1-1 16,6 0 7-16,6-1-5 15,2 2-1-15,-1 4 8 16,-4 6-8-16,-5 8 0 15,-10 10 0-15,-2 8 1 0,-4 7 7 16,-19 3-16-16,-15 18-26 16,7-14-149-16,6-12-383 0</inkml:trace>
  <inkml:trace contextRef="#ctx0" brushRef="#br0" timeOffset="77855.64">5791 6453 671 0,'0'0'584'15,"0"0"-446"-15,0 0-31 16,0 0-12-16,0 0 23 16,0 0-31-16,0 0-19 15,-20 0 3-15,18 0-37 16,2 0-9-16,0 0-4 15,0 0-20-15,0 0 20 16,0 0-21-16,-3 0 0 16,3 0 13-16,-2 0 5 15,-2 0 10-15,0 0-15 16,-2 0-12-16,0 0 46 16,-1 0-23-16,3 0-8 0,0 0 29 15,-1 0-26-15,5 0 4 16,0 0 25-16,0-3-16 15,0-2 0-15,0-3-32 16,7-1 0-16,-1 2 7 16,7 0 0-16,-3 6-7 15,-1 1 0-15,-5 0 9 16,0 0 14-16,-2 15-7 16,-2 4-1-16,0 1 26 15,0-2-39-15,0-4 7 16,0-2-9-16,0-3 12 15,6-4-11-15,9 1-1 0,5 0 0 16,2 2-2-16,2 2 1 16,-1 4 1-16,-7 12 0 15,-12 8 6-15,-4 12-5 16,-7 7-1-16,-22-2-100 16,-22 10-54-16,6-15-145 15,3-16-745-15</inkml:trace>
  <inkml:trace contextRef="#ctx0" brushRef="#br0" timeOffset="78809.39">3083 4899 1071 0,'0'0'397'0,"0"0"-199"15,0 0-87-15,0 0-28 16,0 0-11-16,0 0-25 0,0 0 27 16,0-10-35-1,0 10-28-15,0 0 9 0,0 0-20 16,0 0 0-16,0 0 0 16,2 0 7-16,-2 0-8 15,0 0 1-15,0 7 0 16,0 15 86-16,0 9-18 15,0 13 24-15,-12 9-14 16,-1 10-21-16,-5 12 22 16,-1 20-24-16,-10 26 1 15,2-7 32-15,-2-11-47 16,-2-16 14-16,4-18 14 16,-4 5-44-16,-1 2 20 15,5-14-39-15,5-9 2 16,9-16-5-16,3-8-3 0,8-9-8 15,2-8-38-15,2-6-114 16,33-6-70-16,-2-18-234 16,-2-10-704-16</inkml:trace>
  <inkml:trace contextRef="#ctx0" brushRef="#br0" timeOffset="79259.98">3816 4872 1328 0,'0'0'317'15,"0"0"-210"-15,0 0-43 16,0 0 38-16,0 0 58 16,-96 107 15-16,65-55-41 15,-3 12 16-15,-2 11-43 0,-3 9-3 16,-9 20-8-16,4-6-53 15,-3-2 27-15,-1 1-14 16,7-22-26-16,-3 6 25 16,2-7-54-16,3-7 6 15,10-14-5-15,7-9-1 16,6-9-2-16,10-9-32 16,6-10-73-16,0-6-57 15,27-10-104-15,6-17-103 16,0-10-617-16</inkml:trace>
  <inkml:trace contextRef="#ctx0" brushRef="#br0" timeOffset="79627.75">4460 4860 1403 0,'0'0'336'0,"0"0"-203"16,0 0-46-16,0 0 1 16,0 0 54-16,0 0-23 15,0 0-39-15,-102 61-9 16,73-23-22-16,-2 11 21 15,-8 14-5-15,-3 7-2 0,-5 9 16 16,-2 5-48 0,0 4 1-16,1 2-2 0,0-1-29 15,6-10 12-15,6-8-13 16,5-15 1-16,9-14-11 16,4-10-11-16,7-12-88 15,7-5-48-15,4-15-106 16,0 0-133-16,0 0-350 0</inkml:trace>
  <inkml:trace contextRef="#ctx0" brushRef="#br0" timeOffset="80029.63">4821 4975 798 0,'0'0'928'0,"0"0"-771"16,0 0-8-16,0 0-34 16,0 0-40-16,0 0-4 15,0 0-15-15,-109 54 18 16,84-20-7-16,-4 7-18 0,1 14 40 15,-11 7-36 1,2 8 9-16,-7 7 5 0,-4 5-38 16,-3 0 2-16,2-1-6 15,0-7-19-15,7-11 21 16,3-6-26-16,8-10-1 16,7-12 0-16,6-8-2 15,7-9-32-15,11-11-93 16,0-4-79-16,11-8-72 15,12-14-55-15,4-10-923 0</inkml:trace>
  <inkml:trace contextRef="#ctx0" brushRef="#br0" timeOffset="80371.7">5087 5194 1119 0,'0'0'679'16,"0"0"-584"-16,0 0-59 15,0 0 21-15,0 0 47 16,0 0 62-16,-99 140-41 15,72-94-36-15,-2 10-3 0,-2 2-43 16,-2 5 0 0,-5-2-11-16,0-1-31 0,-5-3 47 15,4-3-42-15,-1-6-6 16,4-6 6-16,7-5-6 16,9-7-1-16,7-10-86 15,13-12-106-15,0-7-119 16,2-1-225-16</inkml:trace>
  <inkml:trace contextRef="#ctx0" brushRef="#br0" timeOffset="80722.84">5397 5416 1378 0,'0'0'297'0,"0"0"-233"15,0 0-29-15,0 0-6 16,0 0 97-16,-83 102 56 15,62-68-42-15,4 6-35 16,-5 2-31-16,1 2-41 16,0-1 3-16,-2-6-36 0,5-2 2 15,1-5-2-15,-2-6-4 16,6-2-54-16,2-2-142 16,2-6-172-16,0-8-492 0</inkml:trace>
  <inkml:trace contextRef="#ctx0" brushRef="#br0" timeOffset="80986.92">5588 5559 1639 0,'0'0'244'15,"0"0"-244"-15,0 0 0 16,0 0 35-16,0 0 69 16,-87 102 80-16,60-64-35 15,0 4-96-15,3 4-29 16,0 4-13-16,3-1-11 16,2-3-21-16,-4 7-172 15,7-13-175-15,1-12-1298 0</inkml:trace>
  <inkml:trace contextRef="#ctx0" brushRef="#br0" timeOffset="81919.31">4753 5085 834 0,'0'0'0'0,"0"0"0"16,0 0 735-16,0 0-545 16,0 0-31-16,0 0 58 15,0 0-1-15,-61 10-75 16,61-10 23-16,-3 0-45 15,3 0-46-15,0 0 2 16,0 0-39-16,0 0 12 16,0 0-2-16,0 0-45 0,0 0 26 15,0-6-27 1,23-10 1-16,14-11 8 0,21-12-3 16,17-14-7-16,12-6 1 15,8-5-34-15,10-4 12 16,-2 3-52-16,-5 7-32 15,-11 8-45-15,-8 6-127 16,-21 14-281-16,-22 10-340 0</inkml:trace>
  <inkml:trace contextRef="#ctx0" brushRef="#br0" timeOffset="82172.89">5478 4398 1818 0,'0'0'536'16,"0"0"-424"-16,0 0-66 16,0 0-37-16,0 0-1 15,0 0-5-15,0 0 4 16,121-15-7-16,-121 55 38 15,0 8-32-15,-13 9-6 16,-16 1-21-16,-21 15-106 16,8-18-174-16,11-11-500 0</inkml:trace>
  <inkml:trace contextRef="#ctx0" brushRef="#br0" timeOffset="82923.17">5847 4275 727 0,'0'0'69'15,"0"0"-62"-15,0 0 985 0,0 0-758 16,0 0-73 0,0 0 0-16,0 0-67 15,0-20-17-15,0 20-4 0,0 15-57 16,0 11 29-16,0 13 19 16,0 7-39-16,0 8 21 15,0 0-46-15,0-1 9 16,0-5-9-16,4-8 8 15,1-6-19-15,1-6-20 16,5-10-155-16,1-8-124 16,-4-10-405-16</inkml:trace>
  <inkml:trace contextRef="#ctx0" brushRef="#br0" timeOffset="83190">5860 4299 652 0,'0'0'1150'0,"0"0"-825"15,0 0-241-15,0 0-47 16,0 0-21-16,0 0 2 16,136-35 68-16,-96 55-31 15,-2 12 7-15,-7 9-1 16,-13 9-3-16,-7 10 2 15,-11 5-36-15,-4 3-23 16,-25-2 24-16,-5-3-25 16,-11 0-56-16,12-17-141 0,6-13-439 15</inkml:trace>
  <inkml:trace contextRef="#ctx0" brushRef="#br0" timeOffset="83314.69">6522 4622 1322 0,'0'0'0'0</inkml:trace>
  <inkml:trace contextRef="#ctx0" brushRef="#br0" timeOffset="86502.26">9571 4761 656 0,'0'0'549'16,"0"0"218"-16,0 0-555 0,0 0-88 15,0 0-13-15,0 0 17 16,0 0-12-16,-2-15-22 16,2 11-18-16,0 2-63 15,0 2 7-15,0 0-20 16,0 0 10-16,0 0-5 16,0 0-5-16,0 0 0 15,0 0-3-15,-2 0 17 16,2 0-8-16,0 0 8 15,0 0-5-15,0 0 0 16,0 6-9-16,-2 11 0 16,2 11-16-16,-2 5 20 15,-3 8-4-15,1 1 0 0,0 0 8 16,-4-6-13 0,6-4 5-16,-2-6-49 0,2-6-49 15,2-8-136-15,0-4-146 16,0-8-296-16</inkml:trace>
  <inkml:trace contextRef="#ctx0" brushRef="#br0" timeOffset="86722.86">9201 4654 1064 0,'0'0'2'0,"0"0"973"0,0 0-743 15,0 0-182 1,0 0-35-16,0 0 31 0,114-38-24 16,-58 35 17-16,9 3-20 15,-1 0-13-15,1 0-12 16,-9 17-2-16,-5 12-159 16,-13-6-167-16,-18 0-663 0</inkml:trace>
  <inkml:trace contextRef="#ctx0" brushRef="#br0" timeOffset="86932.9">9193 5229 1545 0,'0'0'662'15,"0"0"-452"-15,0 0-136 16,0 0 6-16,0 0-11 15,133-45-50-15,-79 36 21 16,4 4-40-16,4 5 0 16,19 0-104-16,-19 0-156 15,-9 1-406-15</inkml:trace>
  <inkml:trace contextRef="#ctx0" brushRef="#br0" timeOffset="87241.03">10098 4957 1892 0,'0'0'487'16,"0"0"-371"-16,0 0 15 16,0 0-64-16,0 0 18 15,0 0-66-15,0 0-18 16,75-12 3-16,-46 12-4 16,0 0-106-16,-6 2-72 15,-19 18-127-15,-2-2-191 0,-2 0-334 16</inkml:trace>
  <inkml:trace contextRef="#ctx0" brushRef="#br0" timeOffset="87371.67">10065 5170 1356 0,'0'0'549'16,"0"0"-469"-16,0 0 8 16,0 0-25-16,0 0-61 15,166 0-2-15,-110-3-179 16,-12-1-689-16</inkml:trace>
  <inkml:trace contextRef="#ctx0" brushRef="#br0" timeOffset="88325.2">11201 4271 1139 0,'0'0'502'15,"0"0"-235"-15,0 0-28 16,0 0 8-16,0 0-92 16,0 0-78-16,0 0 6 15,-27-89-71-15,14 89 5 16,-3 5-17-16,3 17 4 15,-3 10-5-15,3 11 2 16,-1 8 0-16,8 9 46 16,-3 4-26-16,7 6 9 0,2 5 3 15,0 1-9-15,0 0 36 16,0 1-36-16,11-3-3 16,0-5 7-16,-2 1-27 15,0-7-1-15,-5-6 0 16,-4-6 16-16,0-9-14 15,0-5-2-15,-6-11 0 16,-7-8-11-16,-1-4 11 16,-1-5-17-16,-8-2-47 15,-4-5-203-15,5-2-225 16,-1 0-414-16</inkml:trace>
  <inkml:trace contextRef="#ctx0" brushRef="#br0" timeOffset="88517.18">10580 5699 1874 0,'0'0'369'0,"0"0"-204"16,0 0-70-16,0 0-22 15,133-68-40-15,-87 43-31 16,8 5-4-16,6 7-22 15,-15 4-255-15,-5 4-496 0</inkml:trace>
  <inkml:trace contextRef="#ctx0" brushRef="#br0" timeOffset="88960.85">11074 5707 1568 0,'0'0'392'15,"0"0"-238"-15,0 0-48 16,0 0-4-16,0 0-50 16,0 0 28-16,0 0-10 15,-43-68-64-15,43 56 15 16,2 2-21-16,12 6 1 0,-1 1-7 15,1 3 7-15,-5 0-1 16,-3 21 41-16,-1 7 17 16,-5 5 20-16,0 1-27 15,0 3-16-15,0-4 19 16,0-8-54-16,0-4 1 16,0-4 6-16,9-5 2 15,18-4-3-15,2 2-6 16,0 1 0-16,-5 2-6 15,-6 6 6-15,-16 4 0 16,-2 10 0-16,-15 3 11 16,-26 2-24-16,-5-3 3 15,-8-4-93-15,-10-9-67 0,10-8-204 16,12-10-511-16</inkml:trace>
  <inkml:trace contextRef="#ctx0" brushRef="#br0" timeOffset="89814.84">11355 3870 766 0,'0'0'746'0,"0"0"-512"0,0 0-57 16,0 0-72-16,0 0-19 15,0 0 11-15,0 0-32 16,-29-20-6-16,27 18-25 16,2-3-25-16,0 4 48 15,0-3-34-15,0-3-2 16,6 1-12-16,8 5 0 15,-1 1 0-15,5 0-2 16,-5 0 7-16,1 19 36 16,-3 6-17-16,-7 7-2 0,-4 2 11 15,0 2-27 1,0-2 6-16,0-1-21 16,2-8 9-16,10-3-3 0,-3-6-6 15,4-2 0-15,-4-4 1 16,0 3 7-16,-9 4-8 15,0 9 0-15,-18 9-19 16,-18 9 18-16,-8 6-98 16,-18 15-61-16,10-16-235 15,10-9-1133-15</inkml:trace>
  <inkml:trace contextRef="#ctx0" brushRef="#br0" timeOffset="90817.1">11687 4965 1413 0,'0'0'396'0,"0"0"-159"0,0 0 18 15,0 0-43-15,0 0-24 16,0 0-52-16,0 0-81 16,-25-15-12-16,25 15-34 15,5 0 2-15,11 0 2 16,1 15-12-16,1 5 0 15,5 3 15-15,-4 3-15 16,6-5-1-16,0-1 0 16,-3-6-80-16,20-8-120 15,-11-4-129-15,-2-2-418 0</inkml:trace>
  <inkml:trace contextRef="#ctx0" brushRef="#br0" timeOffset="91153.32">12248 4365 1134 0,'0'0'484'0,"0"0"-325"16,0 0-28-16,0 0 3 15,0 0-38-15,0 0 23 16,0 0-12-16,-57 84-34 16,37-37 16-16,-3 9-10 0,-6 5-20 15,-2 6 29-15,-7 3-22 16,3 3-17-16,2-7-35 16,-1-5-8-16,7-8-6 15,11-10 0-15,1-14-11 16,11-12-32-16,1-5-148 15,3-12-26-15,3-5-92 16,10-13-245-16</inkml:trace>
  <inkml:trace contextRef="#ctx0" brushRef="#br0" timeOffset="91737.05">12291 4437 864 0,'0'0'832'0,"0"0"-669"0,0 0-78 16,0 0 26-16,0 0-12 15,0 0 28-15,0 0-29 16,-2-16-67-16,11 11-3 16,7 1-16-16,1-1 15 15,8-2 49-15,4 5-39 16,6-3 4-16,3 1 3 15,5 1-10-15,3 0 30 16,-1 1-22-16,4 2-15 16,0-2 18-16,-4 0-32 15,10 0 11-15,3-5-17 16,14 2 2-16,6-4 4 16,9-3-13-16,0 1 0 15,2 3 5-15,-4 1 2 16,-1-2-5-16,-6 3-2 0,3 1 6 15,-8 0-8-15,-2 1 2 16,-3-2 0-16,-6 2-6 16,-2-2 8-16,-5 2-2 15,-1-2 0-15,-7 0-8 16,-5 1 7-16,-4 0-71 16,-7 1-115-16,-4-4-52 15,-7 0-290-15,-11 1-1237 0</inkml:trace>
  <inkml:trace contextRef="#ctx0" brushRef="#br0" timeOffset="92890.84">12935 4743 662 0,'0'0'598'0,"0"0"-347"16,0 0-85-16,0 0 45 15,0 0-53-15,0 0 46 16,0 0-69-16,-29-84-34 16,14 84-10-16,-5 0-58 15,-5 3-22-15,-4 17 25 0,0 4-19 16,2 4 17 0,1 2-10-16,8 1-23 0,4-2 26 15,3-4-27-15,11-6 0 16,0-3 0-16,0-5 1 15,5-6-2-15,11-5-8 16,1 0-29-16,1-1 25 16,0-16-26-16,2-5-5 15,-6 0 36-15,-1 0-37 16,-5 2 36-16,2 6 7 16,-6 7 4-16,-2 7-6 15,5 0 4-15,-5 20 0 16,0 13 10-16,-2 11-4 15,0 5 34-15,0 1 6 16,-2-4-31-16,-13-8 51 0,-3-6-14 16,-3-6-6-1,-5-10 26-15,2-6-38 0,-3-6-2 16,0-4-16-16,2 0-14 16,8-7-4-16,3-8-10 15,10-2-97-15,4-9-116 16,6 3-292-16,17 2-243 0</inkml:trace>
  <inkml:trace contextRef="#ctx0" brushRef="#br0" timeOffset="93057.83">13031 4884 1536 0,'0'0'517'0,"0"0"-308"15,0 0-121-15,0 0-42 16,0 0-46-16,118-31-2 16,-53 27-6-16,-9 1-187 15,-9 2-469-15</inkml:trace>
  <inkml:trace contextRef="#ctx0" brushRef="#br0" timeOffset="93494.61">13533 4784 390 0,'0'0'1167'15,"0"0"-937"-15,0 0-166 16,0 0 14-16,0 0 10 16,0 0-6-16,0 0 21 15,71 8-16-15,-62 31-21 16,-4 4-13-16,-5 8-20 15,0-3 27-15,0-4-19 16,-12-6-28-16,1-10 17 16,7-7-29-16,2-14-1 15,2-7 25-15,0 0-25 16,0-26-3-16,6-13-159 16,12-8 2-16,0-10-47 15,-2-1-49-15,-5 7 8 0,-7 10 248 16,-4 13 88-1,0 18 195-15,0 10-29 0,-18 7-150 16,-2 20 41-16,4 8-35 16,8 5-34-16,8 0-3 15,0-4-55-15,16-4 4 16,15-8-22-16,4-8-9 16,12-7-13-16,17-9-109 15,-6-5-145-15,-13-13-462 0</inkml:trace>
  <inkml:trace contextRef="#ctx0" brushRef="#br0" timeOffset="93860.97">13892 4417 1435 0,'0'0'517'0,"0"0"-312"15,0 0 8-15,0 0-121 16,0 0-52-16,0 0 5 16,0 0-45-16,31-26 0 0,-16 42-1 15,1 14 2-15,-7 11 26 16,-9 6 22-16,0 8-1 15,-13-3 38-15,-3-4-38 16,-2-8-5-16,5-10 3 16,4-12-46-16,9-8 18 15,0-8-18-15,11-2 0 16,18 0-16-16,11-10-33 16,22-8-159-16,-4 4-179 15,-8 2-500-15</inkml:trace>
  <inkml:trace contextRef="#ctx0" brushRef="#br0" timeOffset="94109.7">14752 4833 1167 0,'0'0'640'15,"0"0"-522"-15,0 0-27 16,0 0-22-16,0 0 74 15,-145-19-7-15,99 21-72 16,3 20-26-16,5 8-38 16,11 6 16-16,12 2 18 15,13 1-25-15,2-5 21 16,2-10-30-16,22-8-2 16,7-12-37-16,23-17-78 0,-7-16-127 15,-7-9-419-15</inkml:trace>
  <inkml:trace contextRef="#ctx0" brushRef="#br0" timeOffset="94344.15">14710 4241 2039 0,'0'0'464'16,"0"0"-386"-16,0 0-29 15,0 0-36-15,0 0 11 16,0 0 30-16,0 0 41 15,0 147-14-15,0-69-20 16,0 8-55-16,0 0 8 16,0 0-11-16,0-5-3 15,0-9-2-15,9-12-125 16,2-12-76-16,5-13-70 16,-3-14-329-16,-5-13-926 0</inkml:trace>
  <inkml:trace contextRef="#ctx0" brushRef="#br0" timeOffset="94681.35">14910 4809 1714 0,'0'0'542'0,"0"0"-428"15,0 0-95-15,0 0-18 16,0 0 85-16,0 0 3 16,0 0 32-16,38 104-19 15,-38-63-54-15,0-2 6 0,-7-9-53 16,5-10 1-1,0-10 5-15,2-8 4 0,0-2-2 16,0-9-9-16,4-24-102 16,8-11-93-16,1-7 25 15,-11-2-121-15,0 4 72 16,-2 15 219-16,0 20 195 16,0 14 77-16,-10 7-185 15,-9 30 21-15,9 7-14 16,1 4-24-16,9 1 15 15,0-5-67-15,19-7 3 16,17-2-21-16,7-9-100 16,21-6-110-16,-1-8-276 15,-14-6-479-15</inkml:trace>
  <inkml:trace contextRef="#ctx0" brushRef="#br0" timeOffset="95883.15">9910 7740 595 0,'0'0'1345'0,"0"0"-965"16,0 0-238-16,0 0-20 16,0 0 40-16,0 0-30 15,0 0-13-15,5-16-74 16,24 6-26-16,9-1 1 0,4 4-20 16,5 2-1-16,-3 5-5 15,-3 0-76-15,-10 12-119 16,-7 5-122-16,-17 1-324 0</inkml:trace>
  <inkml:trace contextRef="#ctx0" brushRef="#br0" timeOffset="96018.89">9993 7936 1166 0,'0'0'1269'16,"0"0"-955"-16,0 0-223 15,0 0-76-15,0 0 11 16,138-29-26-16,-69 14-21 15,-15 5-192-15,-12 2-366 0</inkml:trace>
  <inkml:trace contextRef="#ctx0" brushRef="#br0" timeOffset="96704.43">11517 7062 963 0,'0'0'1182'15,"0"0"-897"-15,0 0-157 16,0 0-22-16,0 0-45 0,0 0-34 16,0 0 29-16,-13-20 10 15,13 10-47-15,0-4-19 16,7-2-31-16,-7 0 16 16,0 2-1-16,0 7-1 15,-25 7-14-15,-13 0 7 16,-6 13-7-16,-3 17 17 15,-5 12 14-15,6 8-3 16,4 4 3-16,13 7 0 16,9 1 15-16,13 1 23 15,7 3-29-15,7-2 19 16,22-2-15-16,6-8-7 16,5-7 11-16,-7-9 4 15,2-9-15-15,-14-11 31 16,-9-4-37-16,-12-6 9 0,0 1 5 15,-31 0 43-15,-12-1 0 16,-8 0-54-16,4-1-2 16,0-2-2-16,9-1-89 15,11 1-158-15,12 0-252 16,11-3-249-16</inkml:trace>
  <inkml:trace contextRef="#ctx0" brushRef="#br0" timeOffset="96999.36">11667 7800 1661 0,'0'0'566'16,"0"0"-454"-16,0 0-64 15,0 0-25-15,0 0-22 16,0 0 55-16,0 0 44 16,-7 131-11-16,7-88-28 15,7 3-35-15,0-1-20 16,-3-9 8-16,5-6-14 16,-7-10-17-16,5-8-57 15,-5-10-78-15,-2-8-16 0,0-17-89 16,0-6-843-16</inkml:trace>
  <inkml:trace contextRef="#ctx0" brushRef="#br0" timeOffset="97172.35">11789 7738 1829 0,'0'0'343'0,"0"0"-247"16,0 0 4-16,0 0-57 15,0 0 41-15,116 139-4 16,-116-88-19-16,0 6-9 15,-29-3-33-15,-6-4-17 16,-9-6-2-16,-19-9-138 16,12-16-174-16,11-12-465 0</inkml:trace>
  <inkml:trace contextRef="#ctx0" brushRef="#br0" timeOffset="97291.42">12204 7761 2435 0,'0'0'126'0,"0"0"-126"16,0 0-768-16</inkml:trace>
  <inkml:trace contextRef="#ctx0" brushRef="#br0" timeOffset="103913.37">25370 8171 1401 0,'0'0'202'0,"0"0"-151"16,0 0-42-16,0 0 159 15,-41 127 23-15,30 14 39 16,11 72-10-16,0 48-54 16,9 26-11-16,16-1-37 15,-5-23-62-15,3-4 13 16,-6-23-47-16,-1-21-13 16,-3-20-8-16,1-25 8 15,1-13-18-15,-2-19-20 16,1-34-81-16,-6-30-54 15,2-7-80-15,-1-30-141 16,-7-6-438-16</inkml:trace>
  <inkml:trace contextRef="#ctx0" brushRef="#br0" timeOffset="104464.7">23455 10686 1713 0,'0'0'304'15,"0"0"-170"-15,0 0 6 16,0 0-115-16,0 0-13 15,0 0 4-15,187-115 9 16,-31 90 79-16,76 4-40 16,49 6-43-16,33 7 0 15,22 3-15-15,13 1-6 0,27 1 4 16,37 1 7-16,32-5-5 16,34-3-5-16,34 0-1 15,29 2 87-15,19 2-15 16,10 3 6-16,-4 3-17 15,-8 11-48-15,-17 15 35 16,-34 10-19-16,-28 7-28 16,-37-2 10-16,-35 0-11 15,-29-9-66-15,-54-10-194 16,-98-12-89-16,-86-6-452 0</inkml:trace>
  <inkml:trace contextRef="#ctx0" brushRef="#br0" timeOffset="105401.37">24911 10249 1257 0,'0'0'513'0,"0"0"-513"16,29-131-10-16,46 56-92 15,64-24 4-15,61-22 98 16,43-5 50-16,16 10 87 16,3 21 34-16,-7 27-20 15,15 17-56-15,4 16-52 16,4 19 18-16,5 12-48 16,1 4 0-16,-1 0-10 15,-5 2 11-15,3 6-13 16,-11 2-1-16,-9-3 0 15,-14-7 6-15,-15 0-5 16,-13-25-1-16,-19-13 0 16,-12-12 10-16,-26-10-19 0,-15-9 9 15,-34 4-16-15,-30 6 4 16,-27 9 13-16,-16-4-1 16,-2-10 0-16,-4-10-1 15,-7-7-27-15,-19 11-89 16,-8 12 49-16,-27 4 3 15,-15 19-302-15,-7 12-1001 0</inkml:trace>
  <inkml:trace contextRef="#ctx0" brushRef="#br0" timeOffset="105903.78">27594 7904 747 0,'0'0'1034'15,"0"0"-930"-15,0 0-63 16,0 0-41-16,0 0 0 15,-66 227 91-15,47 10 78 16,9 47 44-16,-4 25-50 16,-4-4-12-16,2-39 7 15,1-7-85-15,1-16-17 16,8-24-20-16,-7-23-27 16,11-21 11-16,2-23-20 15,0-14 2-15,0-27 5 16,4-31-7-16,9-24-37 0,28-10-145 15,-6-13-177-15,7-18-256 16</inkml:trace>
  <inkml:trace contextRef="#ctx0" brushRef="#br0" timeOffset="106355.04">29679 7790 1824 0,'0'0'310'0,"0"0"-310"16,-45 213 0-16,7-29 82 15,-6 47 67-15,-1 15 31 0,1 8 19 16,-1-15-69-1,7 1-25-15,7-1-56 0,6-3 2 16,14-14 6-16,11-19-56 16,0-21 15-16,20-21-16 15,7-19 2-15,-5-27-20 16,1-27-15-16,-10-4-141 16,-5-31-182-16,-2-12-576 0</inkml:trace>
  <inkml:trace contextRef="#ctx0" brushRef="#br0" timeOffset="106973.83">26934 10888 1121 0,'0'0'538'0,"0"0"-145"16,0 0-151-16,0 0-144 15,0 0 27-15,0 0-6 16,0 0-19-16,-19-64-39 16,-10 88-60-16,-2 5 34 15,4 3-13-15,4-2-14 0,10-9-2 16,6-6-5-16,7-9-2 16,0-6-22-16,9-2-36 15,13-20 53-15,5-10-53 16,-7-5-35-16,-7 3 66 15,-3 4 28-15,-8 11 83 16,-2 14 96-16,0 5-118 16,2 12-53-16,9 22-8 15,16 10 0-15,18 6 22 16,37 3-22-16,56-16-35 16,-13-12-215-16,-5-21-466 0</inkml:trace>
  <inkml:trace contextRef="#ctx0" brushRef="#br0" timeOffset="107526.38">29823 10360 797 0,'0'0'176'16,"0"0"848"-16,0 0-746 16,0 0-155-16,0 0-47 15,0 0-75-15,0 0 42 16,-60 84 85-16,38-6-7 16,2 6 0-16,5 2-39 15,-1-4-47-15,7-12-4 0,-1-12-31 16,8-14 15-1,2-15-15-15,0-11 9 0,0-14-24 16,0-4 14-16,23-11-25 16,10-27 25-16,12-13-122 15,6-12-67-15,5-3 21 16,-9 8 103-16,-9 14 66 16,-9 18 43-16,-16 15-5 15,-13 11-25-15,0 11-4 16,-26 25 16-16,-19 10 13 15,-53 30-38-15,13-10-62 16,2-12-473-16</inkml:trace>
  <inkml:trace contextRef="#ctx0" brushRef="#br0" timeOffset="108133.55">28029 9426 537 0,'0'0'1400'0,"0"0"-1198"16,0 0-160-16,-98 117 58 16,40-50 45-16,-27 22-27 15,1 1 84-15,-3 4-88 16,0 3-43-16,18-21 1 16,1 3-71-16,20-16 4 15,19-12-5-15,13-18-104 16,23-16-93-16,24-11-110 15,9-6-220-15</inkml:trace>
  <inkml:trace contextRef="#ctx0" brushRef="#br0" timeOffset="108389.71">28687 9312 1692 0,'0'0'829'0,"0"0"-752"15,0 0-77-15,0 0 0 16,-170 132 60-16,74-39 46 16,-22 26-15-16,9-8 1 15,18-9-51-15,17-15-29 16,19-21-5-16,1 2 1 16,5 1-8-16,11-20 0 0,15-10-50 15,19-18-45 1,4-14-155-16,58-29 1 0,7-21-91 15,-3-17-909-15</inkml:trace>
  <inkml:trace contextRef="#ctx0" brushRef="#br0" timeOffset="108599.54">28796 9368 1927 0,'0'0'835'15,"0"0"-756"-15,0 0-79 16,-118 121 0-16,33-32 55 15,-20 32-1-15,9-9 18 16,19-9-18-16,14-20-53 0,32-20 18 16,2-3-19-1,4-4-24-15,19-17-13 0,6-18-122 16,21-17-36-16,60-23 52 16,-5-24-206-16,2-11-482 0</inkml:trace>
  <inkml:trace contextRef="#ctx0" brushRef="#br0" timeOffset="108771.66">28952 9599 669 0,'0'0'1646'0,"0"0"-1424"15,0 0-183-15,-54 106-38 16,12-37 63-16,-5 6 39 16,3 6-42-16,1-5 24 15,12-10-85-15,14-10 0 0,5-18-31 16,12-14-135-16,29-24-35 15,14-12-12-15,3-17-402 0</inkml:trace>
  <inkml:trace contextRef="#ctx0" brushRef="#br0" timeOffset="108908.07">29083 9825 1128 0,'0'0'868'16,"-37"119"-622"-16,-13 1-92 15,2 2-62-15,7-19 44 16,16-35-67-16,17-28-41 15,1-5-28-15,5 0-104 16,2-9-101-16,0-22-446 0</inkml:trace>
  <inkml:trace contextRef="#ctx0" brushRef="#br0" timeOffset="109499.45">28011 9636 666 0,'0'0'1313'0,"0"0"-977"16,0 0-246-16,0 0 17 15,0 0-67-15,27-121-37 0,11 54 4 16,22-25-7-16,23-29-7 16,28-34-21-16,7-30-35 15,9-10 0-15,-9 3-6 16,-8 16-16-16,-15 21 70 15,-19 36 15-15,-18 35 29 16,-29 33 142-16,-11 14-15 16,-5 1-45-16,-1 0-73 15,-10 3-38-15,-2 8 59 16,0 9-41-16,-7 5-13 16,-4 8-5-16,-9 3-169 15,-9 0-54-15,7 9-136 16,-1-2-386-16</inkml:trace>
  <inkml:trace contextRef="#ctx0" brushRef="#br0" timeOffset="109679.76">29046 7592 514 0,'0'0'1416'0,"0"0"-1059"16,0 0-271-16,0 0-41 15,0 0-14-15,-164 111 24 16,100-53 73-16,-3 9-63 15,5-3-39-15,10-3-22 16,12-11-4-16,20-16-16 16,20-28-135-16,12-6-170 15,17-11 8-15</inkml:trace>
  <inkml:trace contextRef="#ctx0" brushRef="#br0" timeOffset="109807.85">29218 7564 851 0,'0'0'1469'15,"0"0"-1291"-15,0 0-146 16,131 84 14-16,-96-29-46 16,1 26-114-16,-9-11-156 15,-11-16-1014-15</inkml:trace>
  <inkml:trace contextRef="#ctx0" brushRef="#br0" timeOffset="110071.3">28520 9779 729 0,'0'0'0'0</inkml:trace>
  <inkml:trace contextRef="#ctx0" brushRef="#br0" timeOffset="111071.51">28203 10285 651 0,'0'0'1441'0,"0"0"-1176"15,0 0-188-15,0 0-13 16,0 0-14-16,0 0-41 16,0 0 7-16,-15 87 22 15,7 22 39-15,4 43 8 16,4 25-10-16,-2 3 7 16,2-2-12-16,0-16-47 15,0-7 30-15,0-5-38 16,0-14-15-16,4-28 9 15,6-25-9-15,-8-30 0 16,2-13-15-16,3-3-61 16,-3-3-96-16,-4-13-107 15,0-13-240-15,-2-8-357 0</inkml:trace>
  <inkml:trace contextRef="#ctx0" brushRef="#br0" timeOffset="111339.71">27815 11694 1172 0,'0'0'572'0,"0"0"-281"15,0 0-111-15,0 0-137 16,0 0-34-16,0 0 121 16,51 131-11-16,-13-49 28 15,5 4-42-15,5-4-43 0,4-11 5 16,4-16-40-1,0-16 14-15,4-19 2 0,4-18-22 16,7-4 40-16,6-34-46 16,-2-12-15-16,1-14 0 15,-7-6-26-15,-4-2-123 16,-7-11-172-16,-14 19-221 16,-15 16-547-16</inkml:trace>
  <inkml:trace contextRef="#ctx0" brushRef="#br0" timeOffset="112242.09">28404 13508 684 0,'0'0'1300'16,"0"0"-1149"-16,0 0-126 15,0 0-25-15,-16-119-38 16,9 105 38-16,5 4 5 16,-2 5-3-16,4 5 38 15,-2 0-39-15,2 0-1 16,-6 0 13-16,6 0-12 15,0 0 52-15,-2 0-20 16,0 0-2-16,0 0 21 16,0 0-46-16,2 0 17 15,0 0 22-15,0 0-22 0,0 0 28 16,0 0-20-16,0 0 33 16,0 0 72-16,0-7-45 15,-7-3-46-15,1-2-45 16,-8 2 7-16,-1 1-16 15,-1 9 9-15,-8 0-24 16,1 0 17-16,3 9-8 16,3 3 15-16,5-2-1 15,8 0 1-15,-1-5-12 16,5 0-1-16,0-1-53 16,7-4 53-16,9 0-23 15,3 0 23-15,2-2 1 16,-3-12 12-16,-7 2 10 0,-11 2 20 15,0 2 37 1,-9 6 35-16,-22 2-97 0,-8 0-4 16,-7 22-2-16,-1 9-2 15,7 8 3-15,11 7 0 16,13 2 1-16,16 4 37 16,0 5-30-16,14-1 28 15,17 2 1-15,2-4-28 16,3-6 41-16,-14-2-36 15,-7-6 0-15,-15-1 20 16,0-4-14-16,-23 0 31 16,-20-3-20-16,-13-6-25 15,1-6 11-15,1-13-17 16,11-7-23-16,12-5-4 16,18-21-85-16,13-28-223 0,25 5-194 15,8 3-211-15</inkml:trace>
  <inkml:trace contextRef="#ctx0" brushRef="#br0" timeOffset="112961.96">28259 9779 605 0,'0'0'96'16,"0"0"-79"-16,0 0-16 0,0 0 485 15,0 0-251-15,0 0 31 16,0 0-78-16,2-30-101 16,-2 55-16-16,-9 19 89 15,0 14-21-15,-2 14-49 16,4 2-50-16,3-2-4 15,4-7-24-15,0-16 1 16,0-13-14-16,0-13 1 16,0-13-6-16,2-10-33 15,5 0-74-15,-5-30-11 16,-2-49-273-16,0 5-248 16,0-2-504-16</inkml:trace>
  <inkml:trace contextRef="#ctx0" brushRef="#br0" timeOffset="113096.06">28259 9779 629 0,'49'-18'1149'15,"-11"13"-837"-15,8 5-128 0,12 0-6 16,0 7-102-16,-6 17-21 16,-15 10 4-16,-16 10-50 15,-19 13 11-15,-6 27-20 16,-57 32-11-16,-30 20-68 16,8-20-238-16,10-29-470 0</inkml:trace>
  <inkml:trace contextRef="#ctx0" brushRef="#br0" timeOffset="114050.69">28259 14091 561 0,'0'0'174'16,"0"0"-79"-16,0 0 833 15,0 0-727-15,0 0-77 0,0 0 76 16,15-107-43-16,-12 90-44 15,-1 5-15-15,-2 5-40 16,0 5-12-16,0 2-40 16,0 7 8-16,0 19-26 15,-2 13 24-15,-3 9-12 16,-4 8 3-16,7-1 8 16,2-7-12-16,0-10 1 15,0-10-31-15,6-14-49 16,8-12-87-16,8-2-29 15,-6-26 16-15,4-16-137 16,0-14-11-16,-4-12-190 16,3-2 212-16,6 4 95 0,2 11 211 15,2 14 705-15,-11 21-44 16,-5 13-470-16,-2 7-114 16,-11 24 23-16,0 17 22 15,-9 13 10-15,-16 5-57 16,-6 3-21-16,-4-1-26 15,6-11-28-15,0-12 6 16,9-13-6-16,11-25-148 16,9 0-145-16,0-19-424 0</inkml:trace>
  <inkml:trace contextRef="#ctx0" brushRef="#br0" timeOffset="114215.4">28903 13559 199 0,'0'0'2027'0,"0"0"-1787"16,0 0-198-16,0 0-24 15,149-20-17-15,-111 20-1 16,-22 16-89-16,-10 4-270 16,-6-2-760-16</inkml:trace>
  <inkml:trace contextRef="#ctx0" brushRef="#br0" timeOffset="114332.56">28760 13766 137 0,'0'0'1633'16,"0"0"-792"-16,0 0-814 15,114-14-27-15,-21-8-36 16,-10 0-124-16,-12 1-368 0</inkml:trace>
  <inkml:trace contextRef="#ctx0" brushRef="#br0" timeOffset="114767.66">29939 12918 16 0,'0'0'848'0,"0"0"-525"15,0 0-157-15,-135 60 99 16,83-9 14-16,6 30-44 15,5 35-40-15,14 33-17 16,14 10-47-16,13-13-15 16,0-35-16-16,9-36-70 15,5-20 43-15,-8-12-38 16,3 1-34-16,-3-4 31 16,2-4-31-16,-6-13-2 0,-2-11-9 15,0-9-71-15,-18-3-95 16,-9-2-340-16,0-8-650 0</inkml:trace>
  <inkml:trace contextRef="#ctx0" brushRef="#br0" timeOffset="115153.14">29623 14151 776 0,'0'0'1179'0,"0"0"-1179"15,0 0 1-15,0 0 32 16,0 0 118-16,0 0 25 0,-134 66-46 16,87-20-27-16,10 2-23 15,0 0-6-15,18-3-11 16,10-10-57-16,9-10 13 16,7-13-17-16,24-12-2 15,11 0-15-15,9-26-104 16,1-12-67-16,-4-9-11 15,-10-2-19-15,-11-4 48 16,-13 7 89-16,-10 14 79 16,-4 12 250-16,0 14 40 15,-4 6-182-15,-8 12-56 16,1 17-43-16,9 4 58 0,2 4 43 16,2-3-62-16,32-5-4 15,3-7-44-15,15-10-37 16,8-12-49-16,23-17-137 15,-14-17-163-15,-16-9-671 0</inkml:trace>
  <inkml:trace contextRef="#ctx0" brushRef="#br0" timeOffset="115536.73">30211 12201 591 0,'0'0'98'16,"0"0"869"-16,-33 155-707 16,10-21-46-16,8 10-10 15,9-17-52-15,6-37-8 16,0-40-61-16,0-12-48 15,0-3-32-15,0-5 7 16,0-5-20-16,6-20-10 16,3-5 5-16,5-22-10 15,1-28-63-15,7-12-20 16,7-8 39-16,0 5-48 16,0 14 117-16,-4 20 79 15,-3 21-11-15,-6 10-22 0,-12 32 7 16,-4 24 0-1,-16 30-12-15,-22 3-41 0,-39 33-31 16,7-21-244-16,10-35-692 0</inkml:trace>
  <inkml:trace contextRef="#ctx0" brushRef="#br0" timeOffset="116858.81">29854 13691 2152 0,'0'0'303'16,"0"0"-202"-16,0 0-43 0,0 0 28 15,0 0-71-15,166-108-15 16,-95 50-56-16,5-5-62 15,-9-4-54-15,-14 3-44 16,-15 1-89-16,-20 9 41 16,-18 16 222-16,0 14 42 15,-20 22 220-15,-7 4-80 16,-6 54-11-16,6 45 49 16,6 40-18-16,13 16 8 15,8-6-12-15,0-35-68 16,0-37 5-16,0-21-70 0,0-10-11 15,0 1 14-15,0 0-20 16,-11-6-2-16,-7-17-2 16,-11-13 5-16,0-13 20 15,-5-14-27-15,10-46-9 16,15-43-39-16,18-45-74 16,44-16-39-16,28-3-38 15,10 21-71-15,-15 40-29 16,-18 28 0-16,-15 25 299 15,-14 21 41-15,-8 9 286 16,0 2-33-16,-15 13-33 16,-6 8-98-16,-2 26-67 0,-29 42-40 15,-5 6 62-15,1 14-46 16,4 2-52-16,17-18-2 16,9-5-18-16,5-14 8 15,13-11 0-15,22-14-8 16,0-10-19-16,9-10-10 15,-1-8-113-15,-5 0 2 16,-9-22-14-16,-10-12-40 16,-9-6-15-16,-10-7 1 15,0 1 114-15,0 7 94 16,-4 10 147-16,-2 12 119 16,6 12-78-16,0 5-121 15,6 8-39-15,9 21-11 16,-1 6 38-16,1 9 6 15,-9 2-18-15,2-2 2 0,-8-5-9 16,0-9-36 0,0-10 23-16,0-7-23 0,0-10 0 15,0-3 19-15,0-3-6 16,0-22-13-16,13-20-79 16,-5-13-70-16,4-10 30 15,-1 0-79-15,-5 6 82 16,1 18 116-16,-7 22 183 15,3 22-72-15,-3 5-91 16,4 33 39-16,5 8 50 16,6 3-66-16,10-1-26 15,4-9-7-15,4-8-10 16,6-11-13-16,-8-10-92 0,2-10-55 16,-6-10-70-1,-8-17-334-15,-7-5-1057 0</inkml:trace>
  <inkml:trace contextRef="#ctx0" brushRef="#br0" timeOffset="116999.69">31079 13171 636 0,'0'0'1608'0,"0"0"-1344"15,0 0-234-15,0 0 20 16,31 117 14-16,-31-42-16 16,0 12 6-16,-7 0-54 15,-4-5-49-15,2-3-137 16,7-23-111-16,2-24-252 0</inkml:trace>
  <inkml:trace contextRef="#ctx0" brushRef="#br0" timeOffset="117217.65">31696 13150 538 0,'0'0'1280'15,"0"0"-1088"-15,0 0-184 16,-152 68 66-16,88-10 117 15,8 12 12-15,12 5-37 16,17-3-102-16,18-10-34 16,9-12-3-16,9-14-26 15,20-15-2-15,11-17-41 16,5-4-54-16,10-62-72 16,-10-3-408-16,-12-9-823 0</inkml:trace>
  <inkml:trace contextRef="#ctx0" brushRef="#br0" timeOffset="117383.77">31623 12772 1884 0,'0'0'753'0,"0"0"-753"15,0 0-111-15,0 0 111 16,4 176 6-16,5-56 7 16,2 29 0-16,2-9 1 15,5-30-14-15,-2-34-9 16,8-15-141-16,-1-14-140 15,-6-7-261-15</inkml:trace>
  <inkml:trace contextRef="#ctx0" brushRef="#br0" timeOffset="117744.53">31966 13287 637 0,'0'0'1161'0,"0"0"-1001"16,0 0-125-16,0 0 115 15,-9 152 15-15,-7-92 9 16,1-4 0-16,-1-6-83 16,5-9-33-16,7-14-58 15,-4-11 7-15,8-9-8 16,0-7 1-16,0-5-26 0,12-24-18 16,5-19-221-1,-1-15 60-15,-1-12-101 16,-5 0-228-16,-1 11 529 0,-9 15 5 15,0 27 643-15,0 22-337 16,0 9-251-16,0 30 20 16,-5 16 22-16,5 6 28 15,0-2 28-15,21-5-104 16,12-4-24-16,13-10-25 16,8-7-19-16,27-10-104 15,-10-8-191-15,-20-14-576 0</inkml:trace>
  <inkml:trace contextRef="#ctx0" brushRef="#br0" timeOffset="121775.21">12534 7633 332 0,'0'0'516'0,"0"0"334"16,0 0-772 0,0 0-47-16,0 0 51 0,0 0 13 15,0 0 8-15,-4 0-19 16,4 0-49-16,0-1-26 15,0 0-9-15,0-2-15 16,0 3 9-16,0-3 3 16,0 3-11-16,0-1-6 15,-2-3-2-15,0 2 12 16,-4-1 0-16,6-1 10 16,0 1 0-16,0-3 6 15,0 1 21-15,0 0-8 16,0 0 46-16,0 4 69 15,-2-2 4-15,0 3 13 0,2 0-42 16,0 0-54-16,0 0 18 16,0 0-52-16,0-1-21 15,0 1 22-15,4-3-16 16,23 2 3-16,4-2-4 16,10 3 4-16,3 0-6 15,6 0-3-15,-2 0 0 16,-3 0-9-16,15 0-93 15,-11-3-180-15,-15-8-400 0</inkml:trace>
  <inkml:trace contextRef="#ctx0" brushRef="#br0" timeOffset="122053.85">12445 7474 1064 0,'0'0'1298'15,"0"0"-758"-15,0 0-415 16,0 0-109-16,0 0 5 15,0 0-18-15,133-42 10 0,-70 23-26 16,-1 6 5 0,10 2-174-16,-16 5-378 0,-23 0-1233 0</inkml:trace>
  <inkml:trace contextRef="#ctx0" brushRef="#br0" timeOffset="124434.61">13488 7275 371 0,'0'0'367'15,"0"0"752"-15,0 0-849 16,0 0-173-16,0 0 76 16,0 0 29-16,0 0 22 15,14-8-100-15,-6-16-96 16,5-10-5-16,8-7-22 15,-1-7-1-15,-5-3 0 16,6-4-32-16,-5-1 8 16,-10 4-39-16,1 2 6 15,-5 9 57-15,-2 10-14 16,0 11 14-16,0 8 45 0,0 7 0 16,0 5 7-1,0 0-52-15,0 10-4 0,-7 22-5 16,3 15 5-16,0 15 4 15,1 12 0-15,-2 6-12 16,5 0-114-16,0 19-114 16,0-23-123-16,-2-20-537 0</inkml:trace>
  <inkml:trace contextRef="#ctx0" brushRef="#br0" timeOffset="124695.63">13299 7666 1011 0,'0'0'410'15,"0"0"435"-15,0 0-651 16,0 0-63-16,0 0 1 15,0 0-27-15,0 0-31 16,145-52-38-16,-83 30-35 16,11 4 7-16,-1 4-8 15,12 6-73-15,-18 2-236 16,-16 3-328-16</inkml:trace>
  <inkml:trace contextRef="#ctx0" brushRef="#br0" timeOffset="125154.22">13481 7868 770 0,'0'0'264'0,"0"0"729"16,0 0-736-16,0 0-166 16,0 0-25-16,0 0-31 15,0 0 13-15,112-116 29 16,-72 106-32-16,-7 10 2 15,-6 7-47-15,-16 26 1 16,-11 24 44-16,-15 12 8 16,-30 16 13-16,-12 5-20 15,-9-5-31-15,6-11 62 16,7-18-37-16,18-18-7 16,12-16-14-16,17-15-8 0,6-7-8 15,21 0-3 1,33-19 1-16,15-16-16 0,45-23-82 15,-16 6-285-15,-18 4-291 0</inkml:trace>
  <inkml:trace contextRef="#ctx0" brushRef="#br0" timeOffset="125718.38">14159 7631 873 0,'0'0'52'16,"0"0"809"-16,0 0-567 16,0 0-184-16,0 0-9 15,0 0 37-15,0 0-54 16,14 7 7-16,-1-20-30 15,-2 2-60-15,0-1 18 16,-4 2-13-16,-7 1-6 16,0 4 39-16,-5 1-6 0,-10 2-20 15,-3 2-13 1,0 0-42-16,-6 10-87 0,4 4-261 16,-1-4-1139-16</inkml:trace>
  <inkml:trace contextRef="#ctx0" brushRef="#br0" timeOffset="127212.18">14630 7240 512 0,'0'0'218'16,"0"0"-158"-16,0 0-58 16,0 0 814-16,0 0-552 0,0 0-108 15,0 0 12-15,-5-16-23 16,5 16-50-16,0 0 0 16,0 0-55-16,0 0-29 15,-2 19-10-15,2 13 14 16,-2 9 82-16,0 12-33 15,-6 3-52-15,6 0 16 16,0-1-28-16,0-8 0 16,2-8-6-16,0-11-58 15,4-12-116-15,25-16-137 16,-2-14-364-16,-4-13-190 0</inkml:trace>
  <inkml:trace contextRef="#ctx0" brushRef="#br0" timeOffset="127421.05">14846 7088 668 0,'0'0'335'15,"0"0"461"-15,0 0-596 16,0 0-132-16,0 0 41 16,-21 143 26-16,15-83 7 15,-3 3-63-15,7 4 1 16,0-5-32-16,2-2-47 15,0-6-2-15,0-11-35 16,0-12-108-16,0-12-84 0,0-11-253 16,0-8-363-16</inkml:trace>
  <inkml:trace contextRef="#ctx0" brushRef="#br0" timeOffset="127609.34">14364 7108 2123 0,'0'0'503'0,"0"0"-366"15,0 0-113-15,0 0 6 16,129-116-30-16,-69 94-12 16,10 5 3-16,26 14-145 0,-21 3-149 15,-9 0-590-15</inkml:trace>
  <inkml:trace contextRef="#ctx0" brushRef="#br0" timeOffset="127948.17">15126 7574 887 0,'0'0'49'0,"0"0"975"0,0 0-814 16,0 0-178-16,0 0-32 16,0 0 0-16,0 0 68 15,8-49 7-15,-8 40 30 16,-8 0-82-16,6 5 26 15,-4 4 65-15,-1 0-61 16,3 0-26-16,-6 8-27 16,8 9-13-16,2-2-26 15,0 3-87-15,2-5-152 16,10-9-553-16</inkml:trace>
  <inkml:trace contextRef="#ctx0" brushRef="#br0" timeOffset="129351.77">15599 7197 845 0,'0'0'54'0,"0"0"612"15,0 0-427-15,0 0-116 16,0 0 27-16,0 0 57 15,0 0-40-15,-60-10-7 16,54-2-26-16,1 0-72 16,2-2 0-16,3-4-52 15,0 0-2-15,0-3-8 16,16 1 0-16,5 2 0 16,-2 4 0-16,4 5 7 15,-5 3-9-15,-3 6 2 16,-3 3-32-16,-10 26 30 15,-2 13 4-15,-5 16 2 16,-24 7 26-16,-7 2-29 16,-4-7 17-16,9-10-18 0,2-12 6 15,13-14-8-15,7-7 4 16,9-12-2-16,5-3 0 16,26-2-12-16,16 0 11 15,11 0 1-15,2-6 0 16,3 5-14-16,-15 1 15 15,-7 0-1-15,-22 10 0 16,-11 9-10-16,-8 12 10 16,-29 5 21-16,-14 4-15 15,-10-4-6-15,-3-3-22 16,7-8-74-16,-5-9-62 0,21-8-150 16,6-8-404-16</inkml:trace>
  <inkml:trace contextRef="#ctx0" brushRef="#br0" timeOffset="130121.33">15878 6486 745 0,'0'0'52'0,"0"0"508"16,0 0-345-16,0 0-38 16,0 0-21-16,0 0 7 15,0 0 49-15,-40 4-61 0,38-4-26 16,0 0 3-16,-4 0-83 15,2 0 23-15,4 0-29 16,-4 0-38-16,4 0 32 16,0 0-31-16,0-2 4 15,0-3-6-15,0-2-8 16,4 2-10-16,6-4-10 16,-6 6 8-16,-2-2 14 15,-2 5-17-15,0 0-12 16,0 0-18-16,0 0-9 15,0 0 62-15,0 0 0 16,0 0 0-16,0 0 13 0,0 0-4 16,0 0-7-16,0 0 28 15,0 0-29-15,0 0 24 16,13 0-25-16,5-1 0 16,5 1-6-16,-8 0 8 15,-4 9-2-15,-6 19 36 16,-5 14 13-16,-2 11 32 15,-25 5-29-15,0 2-21 16,-2-7 38-16,9-9-61 16,7-12 5-16,5-12-13 15,8-9 15-15,12-4-7 16,17-7-8-16,17 0-17 16,15-5-3-16,26-20-219 0,-13 0-129 15,-14 3-571-15</inkml:trace>
  <inkml:trace contextRef="#ctx0" brushRef="#br0" timeOffset="130761.45">16767 7528 88 0,'0'0'660'16,"0"0"-429"-16,0 0 759 15,0 0-647-15,0 0-131 16,0 0 61-16,0 0-112 16,-4 13-25-16,4-13-61 0,0 0-31 15,4 0-1-15,14 0-32 16,11-5-10-16,9-3-1 16,-5 4-28-16,3 4-2 15,-7 0-71-15,-9 1-150 16,-20 26-86-16,0-1-301 15,0-2-977-15</inkml:trace>
  <inkml:trace contextRef="#ctx0" brushRef="#br0" timeOffset="130907.13">16698 7860 902 0,'0'0'1147'16,"0"0"-464"-16,0 0-471 15,0 0-165-15,0 0-35 16,0 0 21-16,129-16-33 15,-69-1-1-15,32-6-119 0,-16 5-199 16,-18 6-363-16</inkml:trace>
  <inkml:trace contextRef="#ctx0" brushRef="#br0" timeOffset="132512.74">18767 6699 652 0,'0'0'968'15,"0"0"-593"-15,0 0-162 16,0 0-119-16,0 0-40 16,0 0-53-16,0 0 9 15,-142 48 79-15,88 7-25 0,2 8-1 16,8 0-7-1,13-5-39-15,6-10 35 0,16-12-39 16,4-11-2-16,5-12-2 16,10-11-9-16,19-2-24 15,2-15-31-15,7-21-57 16,-7-7 12-16,-2-8 11 16,-4 0-8-16,-10 5 78 15,-9 7 19-15,2 12 78 16,-6 14 101-16,-2 13-82 15,0 2-75-15,0 35-11 16,0 15-5-16,0 18 71 16,-10 11-60-16,-5 3 8 0,-7-7 18 15,-12-6-10 1,-1-13 40-16,-12-14-25 0,-4-10-31 16,-3-12 23-16,5-10-40 15,5-10 0-15,6-2-71 16,22-24-172-16,7-8-250 15,9-2-425-15</inkml:trace>
  <inkml:trace contextRef="#ctx0" brushRef="#br0" timeOffset="132914.7">19043 6824 789 0,'0'0'1134'0,"0"0"-816"16,0 0-252-16,0 0-48 16,0 0 16-16,0 0 22 15,0 0 32-15,-51 103-54 16,49-68-33-16,2-3 13 16,0-4-14-16,0-10-72 15,9-10-64-15,4-8-62 16,9-17 22-16,3-30-171 15,0-1-222-15,-8-2-70 16,-7 20 639-16,-4 6 20 16,-2-1 176-16,3 7 354 15,-5 3 150-15,-2 12-361 0,0 3-198 16,0 13-71-16,-11 18-8 16,5 10-10-16,-4 3 0 15,8 4-52-15,2-2 19 16,0-6-19-16,0-8-83 15,0-14-95-15,2-10-204 16,-2-8-513-16</inkml:trace>
  <inkml:trace contextRef="#ctx0" brushRef="#br0" timeOffset="133067.79">18970 6425 472 0,'0'0'1786'0,"0"0"-1440"15,0 0-276 1,131-71-36-16,-71 59-28 0,5 4 7 16,-5 8-26-16,4 16-18 15,-12 16-218-15,-21 4-276 0</inkml:trace>
  <inkml:trace contextRef="#ctx0" brushRef="#br0" timeOffset="133616.6">18194 7657 725 0,'0'0'1014'16,"0"0"-701"-16,0 0-121 15,0 0 4-15,0 0 59 16,0 0-37-16,0 0-71 15,-9-21-69-15,54 9-77 16,20-4 29-16,28-5-30 16,38-1 1-16,37-2-1 15,7 3 0-15,-25 3 0 16,-41 6 0-16,-42 5-18 0,-9 5-26 16,0 2-117-16,7 0-141 15,-16 0-66-15,-22 7-595 0</inkml:trace>
  <inkml:trace contextRef="#ctx0" brushRef="#br0" timeOffset="134436.47">18729 8047 1069 0,'0'0'847'0,"0"0"-606"16,0 0-110-16,0 0 74 15,0 0 30-15,0 0-94 16,0 0-52-16,-56-47-14 15,56 18-58-15,0-6-16 16,18-1 0-16,7 6 0 0,-1 4-1 16,-6 10 0-16,-5 10 4 15,-6 6-18-15,-7 5 12 16,0 24 2-16,-5 18 2 16,-28 17 5-16,-18 10 3 15,-9 4-10-15,-10-2 17 16,1-10-23-16,7-13 6 15,6-18-8-15,8-12-4 16,9-14-7-16,12-9 10 16,12 0 3-16,11-25-46 15,4-6 5-15,2-1-11 16,18 2 48-16,9 9-5 16,-1 10 15-16,9 11 0 0,-2 0 0 15,7 12 2 1,12 8 19-16,4 0-2 0,13-5-11 15,16-12 23-15,7-3-30 16,6-12 10-16,3-20-11 16,17-22-89-16,-22 7-247 15,-27 1-475-15</inkml:trace>
  <inkml:trace contextRef="#ctx0" brushRef="#br0" timeOffset="134741.51">20000 7335 2410 0,'0'0'0'0,"0"0"-782"0,0 0-688 16</inkml:trace>
  <inkml:trace contextRef="#ctx0" brushRef="#br0" timeOffset="135123.41">20000 7335 1520 0</inkml:trace>
  <inkml:trace contextRef="#ctx0" brushRef="#br0" timeOffset="135272.87">20000 7335 1520 0,'-7'123'589'0,"7"-123"-503"0,-2 0-49 16,2 3 7-16,0-3 32 16,0 3-19-16,0-3-40 15,0 0 14-15,0 0 11 16,0 0-23-16,2 0 48 16,9-11-45-16,-9 2-9 15,-2 0 4-15,0 3-17 16,0 6-1-16,-27 0-60 15,3 15-241-15,0-2-450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8T03:07:01.79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1773,'173'-51,"9"-1,920-228,-113 32,-958 240,-1-1,0-2,-1-1,28-15,190-99,8-4,42-39,296-224,-483 312,53-40,-152 113,-1-1,-1 0,16-20,-26 29,1 0,0 0,0 0,0 0,0 0,0 0,0 0,0 1,0-1,0 0,1 0,-1 0,0 0,0 0,0 0,0 0,0 0,0 0,0 0,0 0,0 0,0 0,0 0,0 0,0 0,0 0,0 0,0 0,0 0,0 0,0 0,0 0,0 0,0 0,0 0,0 0,0 0,0 0,1 1,-1-1,0 0,0 0,0-1,0 1,0 0,0 0,0 0,0 0,0 0,0 0,0 0,0 0,0 0,-1 6,-1 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7A29E2-FFA6-49DF-812D-911B70155D0E}" type="datetimeFigureOut">
              <a:rPr lang="en-US" smtClean="0"/>
              <a:t>13-Nov-24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EAFD61-2D2D-4B6C-8ED8-F1580441E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837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01881502-80FF-57DC-71E6-B11F8AA07B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E92A3C2-81BE-44EA-8781-5284527144EC}" type="slidenum">
              <a:rPr lang="vi-VN" altLang="en-US"/>
              <a:pPr>
                <a:spcBef>
                  <a:spcPct val="0"/>
                </a:spcBef>
              </a:pPr>
              <a:t>1</a:t>
            </a:fld>
            <a:endParaRPr lang="vi-VN" altLang="en-US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28480858-7548-82A1-19E1-659C1946C4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1FA92E09-AC21-1E04-95CF-A07A30EC4D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vi-V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98020D77-A5D1-CCDC-E288-4E92869D4B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F1FF0588-BED4-EB04-60E9-236C31967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09F357E5-3007-20EB-9FB6-D435CAEC98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2F1ECEE-3DC5-4AAB-A4A5-999D097B8412}" type="slidenum">
              <a:rPr lang="vi-VN" altLang="en-US"/>
              <a:pPr/>
              <a:t>18</a:t>
            </a:fld>
            <a:endParaRPr lang="vi-V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71CFF-CD3C-4814-A5D5-5431DB04FD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6DDB0E-491E-43AD-928F-1B8DCCA542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F40B0-DA07-495D-960D-0E259547E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F50E-4925-4BB2-8218-BE723EDECF2D}" type="datetimeFigureOut">
              <a:rPr lang="vi-VN" smtClean="0"/>
              <a:t>13/11/2024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4B849-4CAD-45CB-8E67-BAFFFC4FF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05CEF-5AFC-4184-ACDF-B7775D40C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B275B-8D2F-4DA9-990A-9C52DF3E0FA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11230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36462-46D1-47C9-AD7D-9B99C7325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1F50F-5AA1-4E64-A148-A3DDDF828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19460-E5D4-4438-B909-AA8A4F409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F50E-4925-4BB2-8218-BE723EDECF2D}" type="datetimeFigureOut">
              <a:rPr lang="vi-VN" smtClean="0"/>
              <a:t>13/11/2024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FEA07-06A8-4BAD-AB11-650FE210D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38166-2CEA-4832-A4E2-F1EF51EB8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B275B-8D2F-4DA9-990A-9C52DF3E0FA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60697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747C1-7BFB-4102-84C3-365462E60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73600-CCF6-4E96-B7CC-5C18C0CC9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DC1CB-6DDA-4360-8E95-BC246B562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F50E-4925-4BB2-8218-BE723EDECF2D}" type="datetimeFigureOut">
              <a:rPr lang="vi-VN" smtClean="0"/>
              <a:t>13/11/2024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B77F2-A0B5-46CC-B086-BEBFA730A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62039-E7D9-4717-B1B1-0D4558AA7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B275B-8D2F-4DA9-990A-9C52DF3E0FA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1948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01528-8413-43CD-A65C-C07FB4DFC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D4330-1EE1-4429-9399-9BB204713C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04385B-7C60-4738-9215-D687E709FD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2BE01-682F-48E3-AA06-2AED21346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F50E-4925-4BB2-8218-BE723EDECF2D}" type="datetimeFigureOut">
              <a:rPr lang="vi-VN" smtClean="0"/>
              <a:t>13/11/2024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8F201-B224-42CB-B1A8-47EC4BA1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7DEDE-E3EB-47EA-AF9A-A9F456906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B275B-8D2F-4DA9-990A-9C52DF3E0FA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24163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F2268-0B0D-463F-882F-06A8DF4ED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EF9DE2-F83D-4116-ABF7-CA5018473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EFE414-FE6E-4A98-9E3B-FDDD317EDF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4D73DF-8B14-492A-A8F8-A51D6F5778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8C59A3-F9B3-46D5-B49D-39D1E53BD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506692-637C-4775-A64B-9FB80A8B9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F50E-4925-4BB2-8218-BE723EDECF2D}" type="datetimeFigureOut">
              <a:rPr lang="vi-VN" smtClean="0"/>
              <a:t>13/11/2024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60BF7E-BA86-47A6-94BE-A681F4CE8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AF0EEC-2271-4DA7-860D-63C749ADE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B275B-8D2F-4DA9-990A-9C52DF3E0FA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03264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345D2-49E2-4D5B-B082-A328A62AA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97703A-204D-4933-B289-5B3B79854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F50E-4925-4BB2-8218-BE723EDECF2D}" type="datetimeFigureOut">
              <a:rPr lang="vi-VN" smtClean="0"/>
              <a:t>13/11/2024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978061-FF89-40A8-9F3D-1EF12E673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5B3C25-ADD4-4C8F-96F5-6DC6FC194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B275B-8D2F-4DA9-990A-9C52DF3E0FA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1845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72EEDA-DF01-4129-818E-CF4695498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F50E-4925-4BB2-8218-BE723EDECF2D}" type="datetimeFigureOut">
              <a:rPr lang="vi-VN" smtClean="0"/>
              <a:t>13/11/2024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5FB5DA-0FCD-44B7-B6C9-A59E17D9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25BF4-A433-4BC7-B066-8DC97BB4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B275B-8D2F-4DA9-990A-9C52DF3E0FA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27711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52EC4-202E-4CB1-A504-D4E4064D2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00FFA-443D-4783-ABAD-A61A24D6D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5D193F-8461-41BF-8B09-05717C830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46698-9CCD-4958-9248-CF642423F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F50E-4925-4BB2-8218-BE723EDECF2D}" type="datetimeFigureOut">
              <a:rPr lang="vi-VN" smtClean="0"/>
              <a:t>13/11/2024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3DBBEA-BEBC-4337-9F4A-486AD29C8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DE9CC5-C262-4B72-AAB4-36C2CDE29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B275B-8D2F-4DA9-990A-9C52DF3E0FA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00730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EC05A-B217-470A-BF3D-3DA14CAFD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30CFCB-CA7D-458F-ABAF-A7F31CB30B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CF69B0-6507-4F9E-860C-4A22C1C7E2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CED1B-16B9-4455-BBE5-36F26AB7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F50E-4925-4BB2-8218-BE723EDECF2D}" type="datetimeFigureOut">
              <a:rPr lang="vi-VN" smtClean="0"/>
              <a:t>13/11/2024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0D2D0B-477F-4893-9435-1F8F59268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C8A36-120C-4F62-9642-21BFE201A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B275B-8D2F-4DA9-990A-9C52DF3E0FA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38763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B24A-BD0C-4E6B-A14B-6FB2C8230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34426F-F860-4815-8364-66D91CECC0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B5A88-B62C-4250-8CA2-6B1AD07CB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F50E-4925-4BB2-8218-BE723EDECF2D}" type="datetimeFigureOut">
              <a:rPr lang="vi-VN" smtClean="0"/>
              <a:t>13/11/2024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1E895-FBAA-4F91-A358-343BC20C5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9F1FE-611D-4BFD-9099-EF7AD2DBB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B275B-8D2F-4DA9-990A-9C52DF3E0FA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72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F4775C-0F54-4EEA-ABBC-5B00D1CA8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1DFDEC-324E-4F0E-9DC4-7F61B1131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3D3ED-2D49-46CD-BA1F-484CD9EE5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1F50E-4925-4BB2-8218-BE723EDECF2D}" type="datetimeFigureOut">
              <a:rPr lang="vi-VN" smtClean="0"/>
              <a:t>13/11/2024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91CB8-6AD5-4FE5-837B-DD926AB10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33A72-E5AA-40D2-ADE7-5D8272967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B275B-8D2F-4DA9-990A-9C52DF3E0FA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67811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380AF7-DD55-436F-878E-4915A1A37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CFCBD-4F2D-47A9-88B7-A5C438C37C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F500B-FD86-4A9F-A4F5-F31B5EA17C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11F50E-4925-4BB2-8218-BE723EDECF2D}" type="datetimeFigureOut">
              <a:rPr lang="vi-VN" smtClean="0"/>
              <a:t>13/11/2024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F9C71-7239-4060-A30D-B058E2B652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D4DAA-D67F-435F-BBE9-7ADCA5AF97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AB275B-8D2F-4DA9-990A-9C52DF3E0FA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1921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6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10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16.bin"/><Relationship Id="rId18" Type="http://schemas.openxmlformats.org/officeDocument/2006/relationships/image" Target="../media/image19.wmf"/><Relationship Id="rId3" Type="http://schemas.openxmlformats.org/officeDocument/2006/relationships/oleObject" Target="../embeddings/oleObject11.bin"/><Relationship Id="rId21" Type="http://schemas.openxmlformats.org/officeDocument/2006/relationships/oleObject" Target="../embeddings/oleObject20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6.wmf"/><Relationship Id="rId1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8.wmf"/><Relationship Id="rId20" Type="http://schemas.openxmlformats.org/officeDocument/2006/relationships/image" Target="../media/image20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10" Type="http://schemas.openxmlformats.org/officeDocument/2006/relationships/image" Target="../media/image15.wmf"/><Relationship Id="rId19" Type="http://schemas.openxmlformats.org/officeDocument/2006/relationships/oleObject" Target="../embeddings/oleObject19.bin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17.wmf"/><Relationship Id="rId22" Type="http://schemas.openxmlformats.org/officeDocument/2006/relationships/image" Target="../media/image21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4.png"/><Relationship Id="rId5" Type="http://schemas.openxmlformats.org/officeDocument/2006/relationships/customXml" Target="../ink/ink1.xml"/><Relationship Id="rId4" Type="http://schemas.openxmlformats.org/officeDocument/2006/relationships/image" Target="../media/image22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customXml" Target="../ink/ink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7" Type="http://schemas.openxmlformats.org/officeDocument/2006/relationships/image" Target="../media/image4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27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customXml" Target="../ink/ink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80.png"/><Relationship Id="rId5" Type="http://schemas.openxmlformats.org/officeDocument/2006/relationships/customXml" Target="../ink/ink10.xml"/><Relationship Id="rId4" Type="http://schemas.openxmlformats.org/officeDocument/2006/relationships/image" Target="../media/image29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customXml" Target="../ink/ink11.xml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3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customXml" Target="../ink/ink12.xml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38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oleObject" Target="../embeddings/oleObject38.bin"/><Relationship Id="rId18" Type="http://schemas.openxmlformats.org/officeDocument/2006/relationships/image" Target="../media/image47.wmf"/><Relationship Id="rId3" Type="http://schemas.openxmlformats.org/officeDocument/2006/relationships/oleObject" Target="../embeddings/oleObject33.bin"/><Relationship Id="rId21" Type="http://schemas.openxmlformats.org/officeDocument/2006/relationships/oleObject" Target="../embeddings/oleObject42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44.wmf"/><Relationship Id="rId17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6.wmf"/><Relationship Id="rId20" Type="http://schemas.openxmlformats.org/officeDocument/2006/relationships/image" Target="../media/image48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37.bin"/><Relationship Id="rId24" Type="http://schemas.openxmlformats.org/officeDocument/2006/relationships/image" Target="../media/image69.png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39.bin"/><Relationship Id="rId23" Type="http://schemas.openxmlformats.org/officeDocument/2006/relationships/customXml" Target="../ink/ink13.xml"/><Relationship Id="rId10" Type="http://schemas.openxmlformats.org/officeDocument/2006/relationships/image" Target="../media/image43.wmf"/><Relationship Id="rId19" Type="http://schemas.openxmlformats.org/officeDocument/2006/relationships/oleObject" Target="../embeddings/oleObject41.bin"/><Relationship Id="rId4" Type="http://schemas.openxmlformats.org/officeDocument/2006/relationships/image" Target="../media/image40.w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45.wmf"/><Relationship Id="rId22" Type="http://schemas.openxmlformats.org/officeDocument/2006/relationships/image" Target="../media/image49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13" Type="http://schemas.openxmlformats.org/officeDocument/2006/relationships/image" Target="../media/image54.wmf"/><Relationship Id="rId18" Type="http://schemas.openxmlformats.org/officeDocument/2006/relationships/oleObject" Target="../embeddings/oleObject50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58.wmf"/><Relationship Id="rId7" Type="http://schemas.openxmlformats.org/officeDocument/2006/relationships/image" Target="../media/image51.wmf"/><Relationship Id="rId12" Type="http://schemas.openxmlformats.org/officeDocument/2006/relationships/oleObject" Target="../embeddings/oleObject47.bin"/><Relationship Id="rId17" Type="http://schemas.openxmlformats.org/officeDocument/2006/relationships/image" Target="../media/image56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49.bin"/><Relationship Id="rId20" Type="http://schemas.openxmlformats.org/officeDocument/2006/relationships/oleObject" Target="../embeddings/oleObject51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53.wmf"/><Relationship Id="rId5" Type="http://schemas.openxmlformats.org/officeDocument/2006/relationships/image" Target="../media/image50.wmf"/><Relationship Id="rId15" Type="http://schemas.openxmlformats.org/officeDocument/2006/relationships/image" Target="../media/image55.wmf"/><Relationship Id="rId10" Type="http://schemas.openxmlformats.org/officeDocument/2006/relationships/oleObject" Target="../embeddings/oleObject46.bin"/><Relationship Id="rId19" Type="http://schemas.openxmlformats.org/officeDocument/2006/relationships/image" Target="../media/image57.wmf"/><Relationship Id="rId4" Type="http://schemas.openxmlformats.org/officeDocument/2006/relationships/oleObject" Target="../embeddings/oleObject43.bin"/><Relationship Id="rId9" Type="http://schemas.openxmlformats.org/officeDocument/2006/relationships/image" Target="../media/image52.wmf"/><Relationship Id="rId14" Type="http://schemas.openxmlformats.org/officeDocument/2006/relationships/oleObject" Target="../embeddings/oleObject48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customXml" Target="../ink/ink15.xml"/><Relationship Id="rId3" Type="http://schemas.openxmlformats.org/officeDocument/2006/relationships/oleObject" Target="../embeddings/oleObject52.bin"/><Relationship Id="rId7" Type="http://schemas.openxmlformats.org/officeDocument/2006/relationships/customXml" Target="../ink/ink14.xml"/><Relationship Id="rId12" Type="http://schemas.openxmlformats.org/officeDocument/2006/relationships/image" Target="../media/image5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55.bin"/><Relationship Id="rId5" Type="http://schemas.openxmlformats.org/officeDocument/2006/relationships/oleObject" Target="../embeddings/oleObject53.bin"/><Relationship Id="rId10" Type="http://schemas.openxmlformats.org/officeDocument/2006/relationships/image" Target="../media/image59.emf"/><Relationship Id="rId4" Type="http://schemas.openxmlformats.org/officeDocument/2006/relationships/image" Target="../media/image52.wmf"/><Relationship Id="rId9" Type="http://schemas.openxmlformats.org/officeDocument/2006/relationships/oleObject" Target="../embeddings/oleObject54.bin"/><Relationship Id="rId14" Type="http://schemas.openxmlformats.org/officeDocument/2006/relationships/image" Target="../media/image8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oleObject" Target="../embeddings/oleObject56.bin"/><Relationship Id="rId7" Type="http://schemas.openxmlformats.org/officeDocument/2006/relationships/customXml" Target="../ink/ink16.xml"/><Relationship Id="rId12" Type="http://schemas.openxmlformats.org/officeDocument/2006/relationships/image" Target="../media/image8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8.wmf"/><Relationship Id="rId11" Type="http://schemas.openxmlformats.org/officeDocument/2006/relationships/customXml" Target="../ink/ink17.xml"/><Relationship Id="rId5" Type="http://schemas.openxmlformats.org/officeDocument/2006/relationships/oleObject" Target="../embeddings/oleObject57.bin"/><Relationship Id="rId10" Type="http://schemas.openxmlformats.org/officeDocument/2006/relationships/image" Target="../media/image55.wmf"/><Relationship Id="rId4" Type="http://schemas.openxmlformats.org/officeDocument/2006/relationships/image" Target="../media/image54.wmf"/><Relationship Id="rId9" Type="http://schemas.openxmlformats.org/officeDocument/2006/relationships/oleObject" Target="../embeddings/oleObject58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6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6.wmf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60.bin"/><Relationship Id="rId10" Type="http://schemas.openxmlformats.org/officeDocument/2006/relationships/image" Target="../media/image68.wmf"/><Relationship Id="rId4" Type="http://schemas.openxmlformats.org/officeDocument/2006/relationships/image" Target="../media/image65.wmf"/><Relationship Id="rId9" Type="http://schemas.openxmlformats.org/officeDocument/2006/relationships/oleObject" Target="../embeddings/oleObject62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71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image" Target="../media/image74.png"/><Relationship Id="rId7" Type="http://schemas.openxmlformats.org/officeDocument/2006/relationships/oleObject" Target="../embeddings/oleObject6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65.bin"/><Relationship Id="rId10" Type="http://schemas.openxmlformats.org/officeDocument/2006/relationships/image" Target="../media/image76.png"/><Relationship Id="rId4" Type="http://schemas.openxmlformats.org/officeDocument/2006/relationships/image" Target="../media/image75.png"/><Relationship Id="rId9" Type="http://schemas.openxmlformats.org/officeDocument/2006/relationships/customXml" Target="../ink/ink2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5">
            <a:extLst>
              <a:ext uri="{FF2B5EF4-FFF2-40B4-BE49-F238E27FC236}">
                <a16:creationId xmlns:a16="http://schemas.microsoft.com/office/drawing/2014/main" id="{85EA316D-6C44-B34B-893A-648295A10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6B34EBF-6543-48DE-BE45-6E5D14E4D490}" type="slidenum">
              <a:rPr lang="vi-VN" altLang="en-US" sz="140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vi-VN" altLang="en-US" sz="1400"/>
          </a:p>
        </p:txBody>
      </p:sp>
      <p:sp>
        <p:nvSpPr>
          <p:cNvPr id="100354" name="Rectangle 2">
            <a:extLst>
              <a:ext uri="{FF2B5EF4-FFF2-40B4-BE49-F238E27FC236}">
                <a16:creationId xmlns:a16="http://schemas.microsoft.com/office/drawing/2014/main" id="{33AECF8B-A90B-9EBF-9492-B3236C51584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416050" y="981075"/>
            <a:ext cx="9353550" cy="935038"/>
          </a:xfrm>
          <a:noFill/>
          <a:ln w="28575">
            <a:solidFill>
              <a:srgbClr val="FFC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FFC000"/>
                </a:solidFill>
              </a:rPr>
              <a:t>CHƯƠNG 5: TÍCH PHÂN</a:t>
            </a:r>
            <a:endParaRPr lang="vi-VN" altLang="en-US" sz="4800" b="1">
              <a:solidFill>
                <a:srgbClr val="FFC000"/>
              </a:solidFill>
            </a:endParaRP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BB970BA7-CFC0-9077-A64B-23BFF3AD5D3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16050" y="2276475"/>
            <a:ext cx="9359900" cy="3960813"/>
          </a:xfrm>
          <a:noFill/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vi-VN" altLang="en-US" sz="4400" b="1">
                <a:solidFill>
                  <a:schemeClr val="bg1"/>
                </a:solidFill>
              </a:rPr>
              <a:t>NỘI DUNG:</a:t>
            </a:r>
            <a:endParaRPr lang="vi-VN" altLang="en-US" sz="2400" b="1">
              <a:solidFill>
                <a:schemeClr val="bg1"/>
              </a:solidFill>
            </a:endParaRPr>
          </a:p>
          <a:p>
            <a:pPr algn="l" eaLnBrk="1" hangingPunct="1">
              <a:lnSpc>
                <a:spcPct val="170000"/>
              </a:lnSpc>
            </a:pPr>
            <a:r>
              <a:rPr lang="vi-VN" altLang="en-US">
                <a:solidFill>
                  <a:schemeClr val="bg1"/>
                </a:solidFill>
              </a:rPr>
              <a:t>● </a:t>
            </a:r>
            <a:r>
              <a:rPr lang="en-US" altLang="en-US">
                <a:solidFill>
                  <a:schemeClr val="bg1"/>
                </a:solidFill>
              </a:rPr>
              <a:t>TÍCH PHÂN BẤT ĐỊNH </a:t>
            </a:r>
            <a:endParaRPr lang="vi-VN" altLang="en-US">
              <a:solidFill>
                <a:schemeClr val="bg1"/>
              </a:solidFill>
            </a:endParaRPr>
          </a:p>
          <a:p>
            <a:pPr algn="l" eaLnBrk="1" hangingPunct="1">
              <a:lnSpc>
                <a:spcPct val="170000"/>
              </a:lnSpc>
            </a:pPr>
            <a:r>
              <a:rPr lang="vi-VN" altLang="en-US">
                <a:solidFill>
                  <a:schemeClr val="bg1"/>
                </a:solidFill>
              </a:rPr>
              <a:t>● </a:t>
            </a:r>
            <a:r>
              <a:rPr lang="en-US" altLang="en-US">
                <a:solidFill>
                  <a:schemeClr val="bg1"/>
                </a:solidFill>
              </a:rPr>
              <a:t>TÍCH PHÂN XÁC ĐỊNH</a:t>
            </a:r>
            <a:endParaRPr lang="vi-VN" altLang="en-US">
              <a:solidFill>
                <a:schemeClr val="bg1"/>
              </a:solidFill>
            </a:endParaRPr>
          </a:p>
          <a:p>
            <a:pPr algn="l" eaLnBrk="1" hangingPunct="1">
              <a:lnSpc>
                <a:spcPct val="170000"/>
              </a:lnSpc>
            </a:pPr>
            <a:r>
              <a:rPr lang="vi-VN" altLang="en-US">
                <a:solidFill>
                  <a:schemeClr val="bg1"/>
                </a:solidFill>
              </a:rPr>
              <a:t>●</a:t>
            </a:r>
            <a:r>
              <a:rPr lang="en-US" altLang="en-US">
                <a:solidFill>
                  <a:schemeClr val="bg1"/>
                </a:solidFill>
              </a:rPr>
              <a:t> PHƯƠNG TRÌNH VI PHÂN</a:t>
            </a:r>
            <a:endParaRPr lang="vi-VN" altLang="en-US">
              <a:solidFill>
                <a:schemeClr val="bg1"/>
              </a:solidFill>
            </a:endParaRPr>
          </a:p>
          <a:p>
            <a:pPr eaLnBrk="1" hangingPunct="1"/>
            <a:endParaRPr lang="vi-V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035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035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4" grpId="0" animBg="1"/>
      <p:bldP spid="100355" grpId="0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23008028-58E8-FC50-F0B8-03E27CDFB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AC7F9D5-3AD4-4C26-8895-91E7ECEC7756}" type="slidenum">
              <a:rPr lang="vi-VN" altLang="en-US" sz="14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vi-VN" altLang="en-US" sz="1400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72B20309-E627-5A08-F4FD-A3D813F2E8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00150" y="260350"/>
            <a:ext cx="9864725" cy="576263"/>
          </a:xfr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sz="3200" b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A-TÍCH PHÂN BẤT ĐỊNH</a:t>
            </a:r>
            <a:endParaRPr lang="vi-VN" altLang="en-US" sz="3200" b="1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D6B34787-78C5-0318-ECCA-0A5CEAE22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-1397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822" name="Rectangle 6">
            <a:extLst>
              <a:ext uri="{FF2B5EF4-FFF2-40B4-BE49-F238E27FC236}">
                <a16:creationId xmlns:a16="http://schemas.microsoft.com/office/drawing/2014/main" id="{65EA36E3-0E28-BEBC-50C0-3B67D07F7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863" y="836613"/>
            <a:ext cx="9879012" cy="50482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000" b="1">
                <a:solidFill>
                  <a:srgbClr val="00B0F0"/>
                </a:solidFill>
              </a:rPr>
              <a:t>I- ĐỊNH NGHĨA VÀ TÍNH CHẤT</a:t>
            </a:r>
            <a:endParaRPr lang="vi-VN" altLang="en-US" sz="3000" b="1">
              <a:solidFill>
                <a:srgbClr val="00B0F0"/>
              </a:solidFill>
            </a:endParaRPr>
          </a:p>
        </p:txBody>
      </p:sp>
      <p:sp>
        <p:nvSpPr>
          <p:cNvPr id="5126" name="Rectangle 18">
            <a:extLst>
              <a:ext uri="{FF2B5EF4-FFF2-40B4-BE49-F238E27FC236}">
                <a16:creationId xmlns:a16="http://schemas.microsoft.com/office/drawing/2014/main" id="{F12C669E-0CB6-0814-5EBD-97B2E81C2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788" y="3557588"/>
            <a:ext cx="230187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300">
                <a:ea typeface="Batang" panose="02030600000101010101" pitchFamily="18" charset="-127"/>
              </a:rPr>
              <a:t>.</a:t>
            </a:r>
            <a:endParaRPr lang="en-US" altLang="en-US" sz="1800"/>
          </a:p>
        </p:txBody>
      </p:sp>
      <p:sp>
        <p:nvSpPr>
          <p:cNvPr id="5127" name="Rectangle 27">
            <a:extLst>
              <a:ext uri="{FF2B5EF4-FFF2-40B4-BE49-F238E27FC236}">
                <a16:creationId xmlns:a16="http://schemas.microsoft.com/office/drawing/2014/main" id="{1705F4F3-6FBE-F621-3185-6EA20419A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24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846" name="Rectangle 30">
            <a:extLst>
              <a:ext uri="{FF2B5EF4-FFF2-40B4-BE49-F238E27FC236}">
                <a16:creationId xmlns:a16="http://schemas.microsoft.com/office/drawing/2014/main" id="{9B075818-C702-4337-959B-D7835604E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150" y="1341438"/>
            <a:ext cx="28130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 b="1">
                <a:solidFill>
                  <a:srgbClr val="FFC000"/>
                </a:solidFill>
              </a:rPr>
              <a:t>1. Định nghĩa:</a:t>
            </a:r>
          </a:p>
        </p:txBody>
      </p:sp>
      <p:sp>
        <p:nvSpPr>
          <p:cNvPr id="34847" name="Rectangle 31">
            <a:extLst>
              <a:ext uri="{FF2B5EF4-FFF2-40B4-BE49-F238E27FC236}">
                <a16:creationId xmlns:a16="http://schemas.microsoft.com/office/drawing/2014/main" id="{7499127B-3123-B1D8-7B45-1A737B541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963" y="1782763"/>
            <a:ext cx="9825037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bg1"/>
                </a:solidFill>
              </a:rPr>
              <a:t>• Hàm số F(x) được gọi là nguyên hàm của hàm f(x) trên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bg1"/>
                </a:solidFill>
              </a:rPr>
              <a:t> khoảng (a, b) nếu :</a:t>
            </a:r>
          </a:p>
        </p:txBody>
      </p:sp>
      <p:sp>
        <p:nvSpPr>
          <p:cNvPr id="5130" name="Rectangle 33">
            <a:extLst>
              <a:ext uri="{FF2B5EF4-FFF2-40B4-BE49-F238E27FC236}">
                <a16:creationId xmlns:a16="http://schemas.microsoft.com/office/drawing/2014/main" id="{3C841169-5BCC-8B9A-D67A-14F39B442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1257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34848" name="Object 32">
            <a:extLst>
              <a:ext uri="{FF2B5EF4-FFF2-40B4-BE49-F238E27FC236}">
                <a16:creationId xmlns:a16="http://schemas.microsoft.com/office/drawing/2014/main" id="{F0B39ABD-FF48-C643-F407-629F3EA6E2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41863" y="2544763"/>
          <a:ext cx="4217987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6" name="Equation" r:id="rId3" imgW="1790700" imgH="241300" progId="Equation.DSMT4">
                  <p:embed/>
                </p:oleObj>
              </mc:Choice>
              <mc:Fallback>
                <p:oleObj name="Equation" r:id="rId3" imgW="1790700" imgH="241300" progId="Equation.DSMT4">
                  <p:embed/>
                  <p:pic>
                    <p:nvPicPr>
                      <p:cNvPr id="34848" name="Object 32">
                        <a:extLst>
                          <a:ext uri="{FF2B5EF4-FFF2-40B4-BE49-F238E27FC236}">
                            <a16:creationId xmlns:a16="http://schemas.microsoft.com/office/drawing/2014/main" id="{F0B39ABD-FF48-C643-F407-629F3EA6E2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1863" y="2544763"/>
                        <a:ext cx="4217987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50" name="Rectangle 34">
            <a:extLst>
              <a:ext uri="{FF2B5EF4-FFF2-40B4-BE49-F238E27FC236}">
                <a16:creationId xmlns:a16="http://schemas.microsoft.com/office/drawing/2014/main" id="{E800A587-ECE7-69F4-9526-B6D554074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588" y="3284538"/>
            <a:ext cx="859313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bg1"/>
                </a:solidFill>
              </a:rPr>
              <a:t>• Cho F(x) là một nguyên hàm của f(x) trên (a; b); </a:t>
            </a:r>
          </a:p>
        </p:txBody>
      </p:sp>
      <p:sp>
        <p:nvSpPr>
          <p:cNvPr id="5133" name="Rectangle 36">
            <a:extLst>
              <a:ext uri="{FF2B5EF4-FFF2-40B4-BE49-F238E27FC236}">
                <a16:creationId xmlns:a16="http://schemas.microsoft.com/office/drawing/2014/main" id="{65ECD4B5-BF7B-2816-101D-AAE06F4AF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876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34851" name="Object 35">
            <a:extLst>
              <a:ext uri="{FF2B5EF4-FFF2-40B4-BE49-F238E27FC236}">
                <a16:creationId xmlns:a16="http://schemas.microsoft.com/office/drawing/2014/main" id="{E21EB1BC-98A5-B290-4B18-CF8E4E6F34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46238" y="3736975"/>
          <a:ext cx="3282950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7" name="Equation" r:id="rId5" imgW="1472561" imgH="317362" progId="Equation.DSMT4">
                  <p:embed/>
                </p:oleObj>
              </mc:Choice>
              <mc:Fallback>
                <p:oleObj name="Equation" r:id="rId5" imgW="1472561" imgH="317362" progId="Equation.DSMT4">
                  <p:embed/>
                  <p:pic>
                    <p:nvPicPr>
                      <p:cNvPr id="34851" name="Object 35">
                        <a:extLst>
                          <a:ext uri="{FF2B5EF4-FFF2-40B4-BE49-F238E27FC236}">
                            <a16:creationId xmlns:a16="http://schemas.microsoft.com/office/drawing/2014/main" id="{E21EB1BC-98A5-B290-4B18-CF8E4E6F34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6238" y="3736975"/>
                        <a:ext cx="3282950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53" name="Rectangle 37">
            <a:extLst>
              <a:ext uri="{FF2B5EF4-FFF2-40B4-BE49-F238E27FC236}">
                <a16:creationId xmlns:a16="http://schemas.microsoft.com/office/drawing/2014/main" id="{DDEEDE87-BD8A-84C3-58EE-7F6F2F695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3025" y="4365625"/>
            <a:ext cx="97218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bg1"/>
                </a:solidFill>
              </a:rPr>
              <a:t>được gọi là tích phân bất định của f(x) trên khoảng (a; b)</a:t>
            </a:r>
          </a:p>
        </p:txBody>
      </p:sp>
      <p:sp>
        <p:nvSpPr>
          <p:cNvPr id="34856" name="Rectangle 40">
            <a:extLst>
              <a:ext uri="{FF2B5EF4-FFF2-40B4-BE49-F238E27FC236}">
                <a16:creationId xmlns:a16="http://schemas.microsoft.com/office/drawing/2014/main" id="{90CB7956-638F-5673-DD5D-90C025503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588" y="5084763"/>
            <a:ext cx="9386887" cy="160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 sz="3000" b="1">
                <a:solidFill>
                  <a:srgbClr val="FFC000"/>
                </a:solidFill>
              </a:rPr>
              <a:t>Định lý (sự tồn tại của nguyên hàm):</a:t>
            </a:r>
            <a:r>
              <a:rPr lang="en-US" altLang="en-US" sz="3000">
                <a:solidFill>
                  <a:srgbClr val="FFC000"/>
                </a:solidFill>
              </a:rPr>
              <a:t> 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bg1"/>
                </a:solidFill>
              </a:rPr>
              <a:t>Mọi hàm số f(x) liên tục trên đoạn [a,b] đều có nguyên 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bg1"/>
                </a:solidFill>
              </a:rPr>
              <a:t>hàm trên đoạn đó.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4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4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4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4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4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4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8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8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48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4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 animBg="1"/>
      <p:bldP spid="34822" grpId="0" animBg="1"/>
      <p:bldP spid="34846" grpId="0"/>
      <p:bldP spid="34847" grpId="0"/>
      <p:bldP spid="34850" grpId="0"/>
      <p:bldP spid="34853" grpId="0"/>
      <p:bldP spid="3485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>
            <a:extLst>
              <a:ext uri="{FF2B5EF4-FFF2-40B4-BE49-F238E27FC236}">
                <a16:creationId xmlns:a16="http://schemas.microsoft.com/office/drawing/2014/main" id="{7AF3DDAA-DD02-642C-6229-4BEA3F00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C37697-FA54-4450-A1F6-BC24D672C7F7}" type="slidenum">
              <a:rPr lang="vi-VN" altLang="en-US" sz="14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vi-VN" altLang="en-US" sz="1400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546F81C-C12B-4FC3-0516-22C0AE8D7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6148" name="Rectangle 6">
            <a:extLst>
              <a:ext uri="{FF2B5EF4-FFF2-40B4-BE49-F238E27FC236}">
                <a16:creationId xmlns:a16="http://schemas.microsoft.com/office/drawing/2014/main" id="{6491AFD6-07DD-825E-979E-30CAFBEDB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788" y="3557588"/>
            <a:ext cx="230187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300">
                <a:ea typeface="Batang" panose="02030600000101010101" pitchFamily="18" charset="-127"/>
              </a:rPr>
              <a:t>.</a:t>
            </a:r>
            <a:endParaRPr lang="en-US" altLang="en-US" sz="1800"/>
          </a:p>
        </p:txBody>
      </p:sp>
      <p:sp>
        <p:nvSpPr>
          <p:cNvPr id="6149" name="Rectangle 10">
            <a:extLst>
              <a:ext uri="{FF2B5EF4-FFF2-40B4-BE49-F238E27FC236}">
                <a16:creationId xmlns:a16="http://schemas.microsoft.com/office/drawing/2014/main" id="{78B2B4C1-2487-9D52-BE41-D8E1155BC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1257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6150" name="Rectangle 13">
            <a:extLst>
              <a:ext uri="{FF2B5EF4-FFF2-40B4-BE49-F238E27FC236}">
                <a16:creationId xmlns:a16="http://schemas.microsoft.com/office/drawing/2014/main" id="{5C27C759-B827-61B0-5CAF-C06B4F506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876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2417" name="Rectangle 17">
            <a:extLst>
              <a:ext uri="{FF2B5EF4-FFF2-40B4-BE49-F238E27FC236}">
                <a16:creationId xmlns:a16="http://schemas.microsoft.com/office/drawing/2014/main" id="{76E7DACC-5846-D891-3CE3-F9C34B603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3025" y="1123950"/>
            <a:ext cx="1363663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0" b="1">
                <a:solidFill>
                  <a:srgbClr val="FFC000"/>
                </a:solidFill>
              </a:rPr>
              <a:t>Ví dụ:</a:t>
            </a:r>
            <a:r>
              <a:rPr lang="en-US" altLang="en-US" sz="3000">
                <a:solidFill>
                  <a:srgbClr val="FFC000"/>
                </a:solidFill>
              </a:rPr>
              <a:t> </a:t>
            </a:r>
          </a:p>
        </p:txBody>
      </p:sp>
      <p:sp>
        <p:nvSpPr>
          <p:cNvPr id="6152" name="Rectangle 19">
            <a:extLst>
              <a:ext uri="{FF2B5EF4-FFF2-40B4-BE49-F238E27FC236}">
                <a16:creationId xmlns:a16="http://schemas.microsoft.com/office/drawing/2014/main" id="{A68FCD9C-E0EC-9667-3AFE-F48A225D4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02418" name="Object 18">
            <a:extLst>
              <a:ext uri="{FF2B5EF4-FFF2-40B4-BE49-F238E27FC236}">
                <a16:creationId xmlns:a16="http://schemas.microsoft.com/office/drawing/2014/main" id="{865C6320-EC7B-F53B-18BC-BBE107AB85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6663" y="1844675"/>
          <a:ext cx="2352675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6" name="Equation" r:id="rId3" imgW="1219200" imgH="469900" progId="Equation.DSMT4">
                  <p:embed/>
                </p:oleObj>
              </mc:Choice>
              <mc:Fallback>
                <p:oleObj name="Equation" r:id="rId3" imgW="1219200" imgH="469900" progId="Equation.DSMT4">
                  <p:embed/>
                  <p:pic>
                    <p:nvPicPr>
                      <p:cNvPr id="102418" name="Object 18">
                        <a:extLst>
                          <a:ext uri="{FF2B5EF4-FFF2-40B4-BE49-F238E27FC236}">
                            <a16:creationId xmlns:a16="http://schemas.microsoft.com/office/drawing/2014/main" id="{865C6320-EC7B-F53B-18BC-BBE107AB85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6663" y="1844675"/>
                        <a:ext cx="2352675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4" name="Rectangle 21">
            <a:extLst>
              <a:ext uri="{FF2B5EF4-FFF2-40B4-BE49-F238E27FC236}">
                <a16:creationId xmlns:a16="http://schemas.microsoft.com/office/drawing/2014/main" id="{1F6AB026-4FBC-F297-B573-34C1FF647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02420" name="Object 20">
            <a:extLst>
              <a:ext uri="{FF2B5EF4-FFF2-40B4-BE49-F238E27FC236}">
                <a16:creationId xmlns:a16="http://schemas.microsoft.com/office/drawing/2014/main" id="{5CE7CD23-41E6-031D-F84A-829E4E3510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89613" y="2060575"/>
          <a:ext cx="3206750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7" name="Equation" r:id="rId5" imgW="1625600" imgH="342900" progId="Equation.DSMT4">
                  <p:embed/>
                </p:oleObj>
              </mc:Choice>
              <mc:Fallback>
                <p:oleObj name="Equation" r:id="rId5" imgW="1625600" imgH="342900" progId="Equation.DSMT4">
                  <p:embed/>
                  <p:pic>
                    <p:nvPicPr>
                      <p:cNvPr id="102420" name="Object 20">
                        <a:extLst>
                          <a:ext uri="{FF2B5EF4-FFF2-40B4-BE49-F238E27FC236}">
                            <a16:creationId xmlns:a16="http://schemas.microsoft.com/office/drawing/2014/main" id="{5CE7CD23-41E6-031D-F84A-829E4E3510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9613" y="2060575"/>
                        <a:ext cx="3206750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23" name="Rectangle 23">
            <a:extLst>
              <a:ext uri="{FF2B5EF4-FFF2-40B4-BE49-F238E27FC236}">
                <a16:creationId xmlns:a16="http://schemas.microsoft.com/office/drawing/2014/main" id="{101AE2A1-7480-F8E2-CD6F-8584B00A5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588" y="3498850"/>
            <a:ext cx="1363662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0" b="1">
                <a:solidFill>
                  <a:srgbClr val="FFC000"/>
                </a:solidFill>
              </a:rPr>
              <a:t>Ví dụ:</a:t>
            </a:r>
            <a:r>
              <a:rPr lang="en-US" altLang="en-US" sz="3000">
                <a:solidFill>
                  <a:srgbClr val="FFC000"/>
                </a:solidFill>
              </a:rPr>
              <a:t> </a:t>
            </a:r>
          </a:p>
        </p:txBody>
      </p:sp>
      <p:sp>
        <p:nvSpPr>
          <p:cNvPr id="6157" name="Rectangle 25">
            <a:extLst>
              <a:ext uri="{FF2B5EF4-FFF2-40B4-BE49-F238E27FC236}">
                <a16:creationId xmlns:a16="http://schemas.microsoft.com/office/drawing/2014/main" id="{062BB352-FEB1-47E6-B2F9-3E2741A93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8781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02424" name="Object 24">
            <a:extLst>
              <a:ext uri="{FF2B5EF4-FFF2-40B4-BE49-F238E27FC236}">
                <a16:creationId xmlns:a16="http://schemas.microsoft.com/office/drawing/2014/main" id="{7F90953C-5C90-F555-CA69-B860445DAB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3" y="4416425"/>
          <a:ext cx="3306762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8" name="Equation" r:id="rId7" imgW="1586811" imgH="495085" progId="Equation.DSMT4">
                  <p:embed/>
                </p:oleObj>
              </mc:Choice>
              <mc:Fallback>
                <p:oleObj name="Equation" r:id="rId7" imgW="1586811" imgH="495085" progId="Equation.DSMT4">
                  <p:embed/>
                  <p:pic>
                    <p:nvPicPr>
                      <p:cNvPr id="102424" name="Object 24">
                        <a:extLst>
                          <a:ext uri="{FF2B5EF4-FFF2-40B4-BE49-F238E27FC236}">
                            <a16:creationId xmlns:a16="http://schemas.microsoft.com/office/drawing/2014/main" id="{7F90953C-5C90-F555-CA69-B860445DAB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4416425"/>
                        <a:ext cx="3306762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26" name="Object 26">
            <a:extLst>
              <a:ext uri="{FF2B5EF4-FFF2-40B4-BE49-F238E27FC236}">
                <a16:creationId xmlns:a16="http://schemas.microsoft.com/office/drawing/2014/main" id="{21B9AB28-DC98-C989-F0F1-C1AD3FA191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3475" y="4292600"/>
          <a:ext cx="4248150" cy="1423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9" name="Equation" r:id="rId9" imgW="2197100" imgH="736600" progId="Equation.DSMT4">
                  <p:embed/>
                </p:oleObj>
              </mc:Choice>
              <mc:Fallback>
                <p:oleObj name="Equation" r:id="rId9" imgW="2197100" imgH="736600" progId="Equation.DSMT4">
                  <p:embed/>
                  <p:pic>
                    <p:nvPicPr>
                      <p:cNvPr id="102426" name="Object 26">
                        <a:extLst>
                          <a:ext uri="{FF2B5EF4-FFF2-40B4-BE49-F238E27FC236}">
                            <a16:creationId xmlns:a16="http://schemas.microsoft.com/office/drawing/2014/main" id="{21B9AB28-DC98-C989-F0F1-C1AD3FA191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475" y="4292600"/>
                        <a:ext cx="4248150" cy="1423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17" grpId="0"/>
      <p:bldP spid="1024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>
            <a:extLst>
              <a:ext uri="{FF2B5EF4-FFF2-40B4-BE49-F238E27FC236}">
                <a16:creationId xmlns:a16="http://schemas.microsoft.com/office/drawing/2014/main" id="{3A566038-E0DA-851C-E878-3C5D3DAB2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FF3337-C40D-4323-8A13-322FADB2E1DA}" type="slidenum">
              <a:rPr lang="vi-VN" altLang="en-US" sz="140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vi-VN" altLang="en-US" sz="1400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4EEB72F-E77D-8FC3-46D6-1C3F6F9BB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172" name="Rectangle 5">
            <a:extLst>
              <a:ext uri="{FF2B5EF4-FFF2-40B4-BE49-F238E27FC236}">
                <a16:creationId xmlns:a16="http://schemas.microsoft.com/office/drawing/2014/main" id="{A44837D2-1A8A-B270-6472-5F6B36F0F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788" y="3557588"/>
            <a:ext cx="230187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300">
                <a:ea typeface="Batang" panose="02030600000101010101" pitchFamily="18" charset="-127"/>
              </a:rPr>
              <a:t>.</a:t>
            </a:r>
            <a:endParaRPr lang="en-US" altLang="en-US" sz="1800"/>
          </a:p>
        </p:txBody>
      </p:sp>
      <p:sp>
        <p:nvSpPr>
          <p:cNvPr id="7173" name="Rectangle 6">
            <a:extLst>
              <a:ext uri="{FF2B5EF4-FFF2-40B4-BE49-F238E27FC236}">
                <a16:creationId xmlns:a16="http://schemas.microsoft.com/office/drawing/2014/main" id="{29A14903-7396-E34A-2000-2A3B6CC01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1257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174" name="Rectangle 7">
            <a:extLst>
              <a:ext uri="{FF2B5EF4-FFF2-40B4-BE49-F238E27FC236}">
                <a16:creationId xmlns:a16="http://schemas.microsoft.com/office/drawing/2014/main" id="{870BCB0D-B0E0-8B9F-7601-BDE2F1222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876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175" name="Rectangle 9">
            <a:extLst>
              <a:ext uri="{FF2B5EF4-FFF2-40B4-BE49-F238E27FC236}">
                <a16:creationId xmlns:a16="http://schemas.microsoft.com/office/drawing/2014/main" id="{EE2062EB-AEDC-394F-0A8C-FD97EFF7C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176" name="Rectangle 11">
            <a:extLst>
              <a:ext uri="{FF2B5EF4-FFF2-40B4-BE49-F238E27FC236}">
                <a16:creationId xmlns:a16="http://schemas.microsoft.com/office/drawing/2014/main" id="{9EE16935-A0C4-8FE2-A797-9F7F00BC1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177" name="Rectangle 14">
            <a:extLst>
              <a:ext uri="{FF2B5EF4-FFF2-40B4-BE49-F238E27FC236}">
                <a16:creationId xmlns:a16="http://schemas.microsoft.com/office/drawing/2014/main" id="{763D9D30-B3E3-AA4A-E6FA-5424911BE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8781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178" name="Rectangle 17">
            <a:extLst>
              <a:ext uri="{FF2B5EF4-FFF2-40B4-BE49-F238E27FC236}">
                <a16:creationId xmlns:a16="http://schemas.microsoft.com/office/drawing/2014/main" id="{CC52510C-7754-E624-59CC-F0CA0CA79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588" y="620713"/>
            <a:ext cx="25368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 b="1">
                <a:solidFill>
                  <a:srgbClr val="FFC000"/>
                </a:solidFill>
              </a:rPr>
              <a:t>2. Tính chất:</a:t>
            </a:r>
          </a:p>
        </p:txBody>
      </p:sp>
      <p:sp>
        <p:nvSpPr>
          <p:cNvPr id="7179" name="Rectangle 19">
            <a:extLst>
              <a:ext uri="{FF2B5EF4-FFF2-40B4-BE49-F238E27FC236}">
                <a16:creationId xmlns:a16="http://schemas.microsoft.com/office/drawing/2014/main" id="{A0F70607-61D4-85B6-2DE4-88ADEC659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7180" name="Object 18">
            <a:extLst>
              <a:ext uri="{FF2B5EF4-FFF2-40B4-BE49-F238E27FC236}">
                <a16:creationId xmlns:a16="http://schemas.microsoft.com/office/drawing/2014/main" id="{8DB185D3-E6AB-A465-65ED-1B6D2802A7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4825" y="1412875"/>
          <a:ext cx="3457575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0" name="Equation" r:id="rId3" imgW="1562100" imgH="342900" progId="Equation.DSMT4">
                  <p:embed/>
                </p:oleObj>
              </mc:Choice>
              <mc:Fallback>
                <p:oleObj name="Equation" r:id="rId3" imgW="1562100" imgH="342900" progId="Equation.DSMT4">
                  <p:embed/>
                  <p:pic>
                    <p:nvPicPr>
                      <p:cNvPr id="7180" name="Object 18">
                        <a:extLst>
                          <a:ext uri="{FF2B5EF4-FFF2-40B4-BE49-F238E27FC236}">
                            <a16:creationId xmlns:a16="http://schemas.microsoft.com/office/drawing/2014/main" id="{8DB185D3-E6AB-A465-65ED-1B6D2802A7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5" y="1412875"/>
                        <a:ext cx="3457575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1" name="Rectangle 21">
            <a:extLst>
              <a:ext uri="{FF2B5EF4-FFF2-40B4-BE49-F238E27FC236}">
                <a16:creationId xmlns:a16="http://schemas.microsoft.com/office/drawing/2014/main" id="{1B72E93D-7A0F-8DE9-9CF3-0C407BE2A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2101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7182" name="Object 20">
            <a:extLst>
              <a:ext uri="{FF2B5EF4-FFF2-40B4-BE49-F238E27FC236}">
                <a16:creationId xmlns:a16="http://schemas.microsoft.com/office/drawing/2014/main" id="{F32F6D83-FF6B-B11A-3C90-899283BC45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11338" y="2420938"/>
          <a:ext cx="304641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1" name="Equation" r:id="rId5" imgW="1409088" imgH="444307" progId="Equation.DSMT4">
                  <p:embed/>
                </p:oleObj>
              </mc:Choice>
              <mc:Fallback>
                <p:oleObj name="Equation" r:id="rId5" imgW="1409088" imgH="444307" progId="Equation.DSMT4">
                  <p:embed/>
                  <p:pic>
                    <p:nvPicPr>
                      <p:cNvPr id="7182" name="Object 20">
                        <a:extLst>
                          <a:ext uri="{FF2B5EF4-FFF2-40B4-BE49-F238E27FC236}">
                            <a16:creationId xmlns:a16="http://schemas.microsoft.com/office/drawing/2014/main" id="{F32F6D83-FF6B-B11A-3C90-899283BC45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1338" y="2420938"/>
                        <a:ext cx="3046412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3" name="Rectangle 23">
            <a:extLst>
              <a:ext uri="{FF2B5EF4-FFF2-40B4-BE49-F238E27FC236}">
                <a16:creationId xmlns:a16="http://schemas.microsoft.com/office/drawing/2014/main" id="{2BD53A6E-2BBD-1452-E07D-F7A84F110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7184" name="Object 22">
            <a:extLst>
              <a:ext uri="{FF2B5EF4-FFF2-40B4-BE49-F238E27FC236}">
                <a16:creationId xmlns:a16="http://schemas.microsoft.com/office/drawing/2014/main" id="{F5FE1D13-7BAF-6008-C662-2ECF660568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4825" y="3860800"/>
          <a:ext cx="3925888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2" name="Equation" r:id="rId7" imgW="1726451" imgH="342751" progId="Equation.DSMT4">
                  <p:embed/>
                </p:oleObj>
              </mc:Choice>
              <mc:Fallback>
                <p:oleObj name="Equation" r:id="rId7" imgW="1726451" imgH="342751" progId="Equation.DSMT4">
                  <p:embed/>
                  <p:pic>
                    <p:nvPicPr>
                      <p:cNvPr id="7184" name="Object 22">
                        <a:extLst>
                          <a:ext uri="{FF2B5EF4-FFF2-40B4-BE49-F238E27FC236}">
                            <a16:creationId xmlns:a16="http://schemas.microsoft.com/office/drawing/2014/main" id="{F5FE1D13-7BAF-6008-C662-2ECF660568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5" y="3860800"/>
                        <a:ext cx="3925888" cy="78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5" name="Rectangle 25">
            <a:extLst>
              <a:ext uri="{FF2B5EF4-FFF2-40B4-BE49-F238E27FC236}">
                <a16:creationId xmlns:a16="http://schemas.microsoft.com/office/drawing/2014/main" id="{D3C990A0-1489-7C68-2845-AEA556496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7186" name="Object 24">
            <a:extLst>
              <a:ext uri="{FF2B5EF4-FFF2-40B4-BE49-F238E27FC236}">
                <a16:creationId xmlns:a16="http://schemas.microsoft.com/office/drawing/2014/main" id="{74A374C8-25A2-8398-72DF-C2B4991B4B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38313" y="5084763"/>
          <a:ext cx="6950075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3" name="Equation" r:id="rId9" imgW="2946400" imgH="342900" progId="Equation.DSMT4">
                  <p:embed/>
                </p:oleObj>
              </mc:Choice>
              <mc:Fallback>
                <p:oleObj name="Equation" r:id="rId9" imgW="2946400" imgH="342900" progId="Equation.DSMT4">
                  <p:embed/>
                  <p:pic>
                    <p:nvPicPr>
                      <p:cNvPr id="7186" name="Object 24">
                        <a:extLst>
                          <a:ext uri="{FF2B5EF4-FFF2-40B4-BE49-F238E27FC236}">
                            <a16:creationId xmlns:a16="http://schemas.microsoft.com/office/drawing/2014/main" id="{74A374C8-25A2-8398-72DF-C2B4991B4B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8313" y="5084763"/>
                        <a:ext cx="6950075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>
            <a:extLst>
              <a:ext uri="{FF2B5EF4-FFF2-40B4-BE49-F238E27FC236}">
                <a16:creationId xmlns:a16="http://schemas.microsoft.com/office/drawing/2014/main" id="{78350EA5-3300-7DB6-412E-B0BFB85BD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56EDF25-597B-4494-8675-F177CD7C53F5}" type="slidenum">
              <a:rPr lang="vi-VN" altLang="en-US" sz="140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vi-VN" altLang="en-US" sz="1400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47066C8B-8331-3D79-EA23-DE158DF94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196" name="Rectangle 5">
            <a:extLst>
              <a:ext uri="{FF2B5EF4-FFF2-40B4-BE49-F238E27FC236}">
                <a16:creationId xmlns:a16="http://schemas.microsoft.com/office/drawing/2014/main" id="{A4E205DC-8DD7-F5FB-9D79-AF681355A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788" y="3557588"/>
            <a:ext cx="230187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300">
                <a:ea typeface="Batang" panose="02030600000101010101" pitchFamily="18" charset="-127"/>
              </a:rPr>
              <a:t>.</a:t>
            </a:r>
            <a:endParaRPr lang="en-US" altLang="en-US" sz="1800"/>
          </a:p>
        </p:txBody>
      </p:sp>
      <p:sp>
        <p:nvSpPr>
          <p:cNvPr id="8197" name="Rectangle 6">
            <a:extLst>
              <a:ext uri="{FF2B5EF4-FFF2-40B4-BE49-F238E27FC236}">
                <a16:creationId xmlns:a16="http://schemas.microsoft.com/office/drawing/2014/main" id="{29C53A86-7919-5DA3-CB7D-3E8C72C90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1257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198" name="Rectangle 7">
            <a:extLst>
              <a:ext uri="{FF2B5EF4-FFF2-40B4-BE49-F238E27FC236}">
                <a16:creationId xmlns:a16="http://schemas.microsoft.com/office/drawing/2014/main" id="{346ADA42-6727-B123-A5A9-E8BE90556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876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199" name="Rectangle 8">
            <a:extLst>
              <a:ext uri="{FF2B5EF4-FFF2-40B4-BE49-F238E27FC236}">
                <a16:creationId xmlns:a16="http://schemas.microsoft.com/office/drawing/2014/main" id="{32820C3C-01E6-34D3-654B-450A88E13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200" name="Rectangle 9">
            <a:extLst>
              <a:ext uri="{FF2B5EF4-FFF2-40B4-BE49-F238E27FC236}">
                <a16:creationId xmlns:a16="http://schemas.microsoft.com/office/drawing/2014/main" id="{358EDFC0-6F10-7E0E-9496-FB88D9241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201" name="Rectangle 10">
            <a:extLst>
              <a:ext uri="{FF2B5EF4-FFF2-40B4-BE49-F238E27FC236}">
                <a16:creationId xmlns:a16="http://schemas.microsoft.com/office/drawing/2014/main" id="{96B9D244-CE0C-CA6B-655C-A2E6A0B80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8781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202" name="Rectangle 12">
            <a:extLst>
              <a:ext uri="{FF2B5EF4-FFF2-40B4-BE49-F238E27FC236}">
                <a16:creationId xmlns:a16="http://schemas.microsoft.com/office/drawing/2014/main" id="{819B92C9-A3EE-3670-B233-F8443F527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203" name="Rectangle 14">
            <a:extLst>
              <a:ext uri="{FF2B5EF4-FFF2-40B4-BE49-F238E27FC236}">
                <a16:creationId xmlns:a16="http://schemas.microsoft.com/office/drawing/2014/main" id="{0BEDCE67-BA5A-8344-64E9-8E2EC72EC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2101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204" name="Rectangle 16">
            <a:extLst>
              <a:ext uri="{FF2B5EF4-FFF2-40B4-BE49-F238E27FC236}">
                <a16:creationId xmlns:a16="http://schemas.microsoft.com/office/drawing/2014/main" id="{2EA9844F-D265-5F05-4D36-C7FEF770E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205" name="Rectangle 18">
            <a:extLst>
              <a:ext uri="{FF2B5EF4-FFF2-40B4-BE49-F238E27FC236}">
                <a16:creationId xmlns:a16="http://schemas.microsoft.com/office/drawing/2014/main" id="{CA3D6B01-3808-593F-C256-18B7FCD5C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206" name="Rectangle 21">
            <a:extLst>
              <a:ext uri="{FF2B5EF4-FFF2-40B4-BE49-F238E27FC236}">
                <a16:creationId xmlns:a16="http://schemas.microsoft.com/office/drawing/2014/main" id="{D3225B54-A3AF-024D-65E2-9A376C7C3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0196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207" name="Rectangle 22">
            <a:extLst>
              <a:ext uri="{FF2B5EF4-FFF2-40B4-BE49-F238E27FC236}">
                <a16:creationId xmlns:a16="http://schemas.microsoft.com/office/drawing/2014/main" id="{7E0A29E1-C7BE-CBF2-53EF-8BBED06EE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150" y="549275"/>
            <a:ext cx="79486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 b="1">
                <a:solidFill>
                  <a:srgbClr val="FFC000"/>
                </a:solidFill>
              </a:rPr>
              <a:t>3. Bảng tích phân các hàm sơ cấp cơ bản :</a:t>
            </a:r>
          </a:p>
        </p:txBody>
      </p:sp>
      <p:graphicFrame>
        <p:nvGraphicFramePr>
          <p:cNvPr id="8208" name="Object 23">
            <a:extLst>
              <a:ext uri="{FF2B5EF4-FFF2-40B4-BE49-F238E27FC236}">
                <a16:creationId xmlns:a16="http://schemas.microsoft.com/office/drawing/2014/main" id="{E37A36ED-7D6F-92A5-D009-35529D0AE4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00163" y="1052513"/>
          <a:ext cx="4479925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2" name="Equation" r:id="rId3" imgW="1993900" imgH="495300" progId="Equation.DSMT4">
                  <p:embed/>
                </p:oleObj>
              </mc:Choice>
              <mc:Fallback>
                <p:oleObj name="Equation" r:id="rId3" imgW="1993900" imgH="495300" progId="Equation.DSMT4">
                  <p:embed/>
                  <p:pic>
                    <p:nvPicPr>
                      <p:cNvPr id="8208" name="Object 23">
                        <a:extLst>
                          <a:ext uri="{FF2B5EF4-FFF2-40B4-BE49-F238E27FC236}">
                            <a16:creationId xmlns:a16="http://schemas.microsoft.com/office/drawing/2014/main" id="{E37A36ED-7D6F-92A5-D009-35529D0AE4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0163" y="1052513"/>
                        <a:ext cx="4479925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9" name="Rectangle 25">
            <a:extLst>
              <a:ext uri="{FF2B5EF4-FFF2-40B4-BE49-F238E27FC236}">
                <a16:creationId xmlns:a16="http://schemas.microsoft.com/office/drawing/2014/main" id="{DC76FB2D-E4C7-9D21-6B52-AE45CEFFD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305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8210" name="Object 26">
            <a:extLst>
              <a:ext uri="{FF2B5EF4-FFF2-40B4-BE49-F238E27FC236}">
                <a16:creationId xmlns:a16="http://schemas.microsoft.com/office/drawing/2014/main" id="{DFF4DD7F-C768-8C6A-D6A3-3A5CAFEAE6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0" y="1196975"/>
          <a:ext cx="2735263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3" name="Equation" r:id="rId5" imgW="1244600" imgH="457200" progId="Equation.DSMT4">
                  <p:embed/>
                </p:oleObj>
              </mc:Choice>
              <mc:Fallback>
                <p:oleObj name="Equation" r:id="rId5" imgW="1244600" imgH="457200" progId="Equation.DSMT4">
                  <p:embed/>
                  <p:pic>
                    <p:nvPicPr>
                      <p:cNvPr id="8210" name="Object 26">
                        <a:extLst>
                          <a:ext uri="{FF2B5EF4-FFF2-40B4-BE49-F238E27FC236}">
                            <a16:creationId xmlns:a16="http://schemas.microsoft.com/office/drawing/2014/main" id="{DFF4DD7F-C768-8C6A-D6A3-3A5CAFEAE6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1196975"/>
                        <a:ext cx="2735263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1" name="Rectangle 28">
            <a:extLst>
              <a:ext uri="{FF2B5EF4-FFF2-40B4-BE49-F238E27FC236}">
                <a16:creationId xmlns:a16="http://schemas.microsoft.com/office/drawing/2014/main" id="{B5EDE8EF-02AB-1F92-B3FD-5FA910CFB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8212" name="Object 29">
            <a:extLst>
              <a:ext uri="{FF2B5EF4-FFF2-40B4-BE49-F238E27FC236}">
                <a16:creationId xmlns:a16="http://schemas.microsoft.com/office/drawing/2014/main" id="{E1D80579-BC23-7BAB-C62A-703E85AF8A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62063" y="2133600"/>
          <a:ext cx="2897187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4" name="Equation" r:id="rId7" imgW="1345616" imgH="495085" progId="Equation.DSMT4">
                  <p:embed/>
                </p:oleObj>
              </mc:Choice>
              <mc:Fallback>
                <p:oleObj name="Equation" r:id="rId7" imgW="1345616" imgH="495085" progId="Equation.DSMT4">
                  <p:embed/>
                  <p:pic>
                    <p:nvPicPr>
                      <p:cNvPr id="8212" name="Object 29">
                        <a:extLst>
                          <a:ext uri="{FF2B5EF4-FFF2-40B4-BE49-F238E27FC236}">
                            <a16:creationId xmlns:a16="http://schemas.microsoft.com/office/drawing/2014/main" id="{E1D80579-BC23-7BAB-C62A-703E85AF8A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2063" y="2133600"/>
                        <a:ext cx="2897187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3" name="Rectangle 31">
            <a:extLst>
              <a:ext uri="{FF2B5EF4-FFF2-40B4-BE49-F238E27FC236}">
                <a16:creationId xmlns:a16="http://schemas.microsoft.com/office/drawing/2014/main" id="{9B14BEAF-93D5-E0A6-B3B9-B3A1B5BF1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8214" name="Object 32">
            <a:extLst>
              <a:ext uri="{FF2B5EF4-FFF2-40B4-BE49-F238E27FC236}">
                <a16:creationId xmlns:a16="http://schemas.microsoft.com/office/drawing/2014/main" id="{9AE6FB54-0B4E-37B9-7378-12774461CE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50125" y="2420938"/>
          <a:ext cx="2962275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5" name="Equation" r:id="rId9" imgW="1218671" imgH="317362" progId="Equation.DSMT4">
                  <p:embed/>
                </p:oleObj>
              </mc:Choice>
              <mc:Fallback>
                <p:oleObj name="Equation" r:id="rId9" imgW="1218671" imgH="317362" progId="Equation.DSMT4">
                  <p:embed/>
                  <p:pic>
                    <p:nvPicPr>
                      <p:cNvPr id="8214" name="Object 32">
                        <a:extLst>
                          <a:ext uri="{FF2B5EF4-FFF2-40B4-BE49-F238E27FC236}">
                            <a16:creationId xmlns:a16="http://schemas.microsoft.com/office/drawing/2014/main" id="{9AE6FB54-0B4E-37B9-7378-12774461CE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0125" y="2420938"/>
                        <a:ext cx="2962275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5" name="Rectangle 34">
            <a:extLst>
              <a:ext uri="{FF2B5EF4-FFF2-40B4-BE49-F238E27FC236}">
                <a16:creationId xmlns:a16="http://schemas.microsoft.com/office/drawing/2014/main" id="{76977AD7-F0C1-84E7-B7E4-C92C4172D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8216" name="Object 35">
            <a:extLst>
              <a:ext uri="{FF2B5EF4-FFF2-40B4-BE49-F238E27FC236}">
                <a16:creationId xmlns:a16="http://schemas.microsoft.com/office/drawing/2014/main" id="{600FE47C-AB92-E935-2D7D-86EEA2FE62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5875" y="3429000"/>
          <a:ext cx="3859213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6" name="Equation" r:id="rId11" imgW="1675673" imgH="317362" progId="Equation.DSMT4">
                  <p:embed/>
                </p:oleObj>
              </mc:Choice>
              <mc:Fallback>
                <p:oleObj name="Equation" r:id="rId11" imgW="1675673" imgH="317362" progId="Equation.DSMT4">
                  <p:embed/>
                  <p:pic>
                    <p:nvPicPr>
                      <p:cNvPr id="8216" name="Object 35">
                        <a:extLst>
                          <a:ext uri="{FF2B5EF4-FFF2-40B4-BE49-F238E27FC236}">
                            <a16:creationId xmlns:a16="http://schemas.microsoft.com/office/drawing/2014/main" id="{600FE47C-AB92-E935-2D7D-86EEA2FE62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3429000"/>
                        <a:ext cx="3859213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7" name="Rectangle 37">
            <a:extLst>
              <a:ext uri="{FF2B5EF4-FFF2-40B4-BE49-F238E27FC236}">
                <a16:creationId xmlns:a16="http://schemas.microsoft.com/office/drawing/2014/main" id="{5DBD95F7-2D06-C3FC-AF73-967569C8C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8218" name="Object 38">
            <a:extLst>
              <a:ext uri="{FF2B5EF4-FFF2-40B4-BE49-F238E27FC236}">
                <a16:creationId xmlns:a16="http://schemas.microsoft.com/office/drawing/2014/main" id="{7313151D-D931-E8D9-0E1C-A267BC7F92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32663" y="3357563"/>
          <a:ext cx="3357562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7" name="Equation" r:id="rId13" imgW="1562100" imgH="317500" progId="Equation.DSMT4">
                  <p:embed/>
                </p:oleObj>
              </mc:Choice>
              <mc:Fallback>
                <p:oleObj name="Equation" r:id="rId13" imgW="1562100" imgH="317500" progId="Equation.DSMT4">
                  <p:embed/>
                  <p:pic>
                    <p:nvPicPr>
                      <p:cNvPr id="8218" name="Object 38">
                        <a:extLst>
                          <a:ext uri="{FF2B5EF4-FFF2-40B4-BE49-F238E27FC236}">
                            <a16:creationId xmlns:a16="http://schemas.microsoft.com/office/drawing/2014/main" id="{7313151D-D931-E8D9-0E1C-A267BC7F92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2663" y="3357563"/>
                        <a:ext cx="3357562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9" name="Rectangle 40">
            <a:extLst>
              <a:ext uri="{FF2B5EF4-FFF2-40B4-BE49-F238E27FC236}">
                <a16:creationId xmlns:a16="http://schemas.microsoft.com/office/drawing/2014/main" id="{275F6396-C7BE-9A8D-8ED7-1D45B47CF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8220" name="Object 41">
            <a:extLst>
              <a:ext uri="{FF2B5EF4-FFF2-40B4-BE49-F238E27FC236}">
                <a16:creationId xmlns:a16="http://schemas.microsoft.com/office/drawing/2014/main" id="{58A8B63F-E026-010A-E5E5-45BF573D4B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4288" y="4221163"/>
          <a:ext cx="3141662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8" name="Equation" r:id="rId15" imgW="1524000" imgH="469900" progId="Equation.DSMT4">
                  <p:embed/>
                </p:oleObj>
              </mc:Choice>
              <mc:Fallback>
                <p:oleObj name="Equation" r:id="rId15" imgW="1524000" imgH="469900" progId="Equation.DSMT4">
                  <p:embed/>
                  <p:pic>
                    <p:nvPicPr>
                      <p:cNvPr id="8220" name="Object 41">
                        <a:extLst>
                          <a:ext uri="{FF2B5EF4-FFF2-40B4-BE49-F238E27FC236}">
                            <a16:creationId xmlns:a16="http://schemas.microsoft.com/office/drawing/2014/main" id="{58A8B63F-E026-010A-E5E5-45BF573D4B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4288" y="4221163"/>
                        <a:ext cx="3141662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1" name="Rectangle 43">
            <a:extLst>
              <a:ext uri="{FF2B5EF4-FFF2-40B4-BE49-F238E27FC236}">
                <a16:creationId xmlns:a16="http://schemas.microsoft.com/office/drawing/2014/main" id="{70BD99CB-71F9-A414-3C06-80FC6DA90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8222" name="Object 44">
            <a:extLst>
              <a:ext uri="{FF2B5EF4-FFF2-40B4-BE49-F238E27FC236}">
                <a16:creationId xmlns:a16="http://schemas.microsoft.com/office/drawing/2014/main" id="{EDB71BE4-7CD1-878B-D0A8-F8E898821E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15225" y="4221163"/>
          <a:ext cx="3279775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9" name="Equation" r:id="rId17" imgW="1600200" imgH="469900" progId="Equation.DSMT4">
                  <p:embed/>
                </p:oleObj>
              </mc:Choice>
              <mc:Fallback>
                <p:oleObj name="Equation" r:id="rId17" imgW="1600200" imgH="469900" progId="Equation.DSMT4">
                  <p:embed/>
                  <p:pic>
                    <p:nvPicPr>
                      <p:cNvPr id="8222" name="Object 44">
                        <a:extLst>
                          <a:ext uri="{FF2B5EF4-FFF2-40B4-BE49-F238E27FC236}">
                            <a16:creationId xmlns:a16="http://schemas.microsoft.com/office/drawing/2014/main" id="{EDB71BE4-7CD1-878B-D0A8-F8E898821E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5225" y="4221163"/>
                        <a:ext cx="3279775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3" name="Rectangle 46">
            <a:extLst>
              <a:ext uri="{FF2B5EF4-FFF2-40B4-BE49-F238E27FC236}">
                <a16:creationId xmlns:a16="http://schemas.microsoft.com/office/drawing/2014/main" id="{1B6A554F-175D-E28B-6D7E-24995C12B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8224" name="Object 47">
            <a:extLst>
              <a:ext uri="{FF2B5EF4-FFF2-40B4-BE49-F238E27FC236}">
                <a16:creationId xmlns:a16="http://schemas.microsoft.com/office/drawing/2014/main" id="{11A4C482-016B-B13F-ED35-02053BEF09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71588" y="5229225"/>
          <a:ext cx="3716337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0" name="Equation" r:id="rId19" imgW="1930400" imgH="469900" progId="Equation.DSMT4">
                  <p:embed/>
                </p:oleObj>
              </mc:Choice>
              <mc:Fallback>
                <p:oleObj name="Equation" r:id="rId19" imgW="1930400" imgH="469900" progId="Equation.DSMT4">
                  <p:embed/>
                  <p:pic>
                    <p:nvPicPr>
                      <p:cNvPr id="8224" name="Object 47">
                        <a:extLst>
                          <a:ext uri="{FF2B5EF4-FFF2-40B4-BE49-F238E27FC236}">
                            <a16:creationId xmlns:a16="http://schemas.microsoft.com/office/drawing/2014/main" id="{11A4C482-016B-B13F-ED35-02053BEF09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588" y="5229225"/>
                        <a:ext cx="3716337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5" name="Rectangle 49">
            <a:extLst>
              <a:ext uri="{FF2B5EF4-FFF2-40B4-BE49-F238E27FC236}">
                <a16:creationId xmlns:a16="http://schemas.microsoft.com/office/drawing/2014/main" id="{58FB90F5-4C72-9F68-33DC-00DF8F5DD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24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8226" name="Object 50">
            <a:extLst>
              <a:ext uri="{FF2B5EF4-FFF2-40B4-BE49-F238E27FC236}">
                <a16:creationId xmlns:a16="http://schemas.microsoft.com/office/drawing/2014/main" id="{AAEE3D51-85EB-410E-397A-96828B6239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70725" y="5157788"/>
          <a:ext cx="3849688" cy="101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1" name="Equation" r:id="rId21" imgW="1981200" imgH="520700" progId="Equation.DSMT4">
                  <p:embed/>
                </p:oleObj>
              </mc:Choice>
              <mc:Fallback>
                <p:oleObj name="Equation" r:id="rId21" imgW="1981200" imgH="520700" progId="Equation.DSMT4">
                  <p:embed/>
                  <p:pic>
                    <p:nvPicPr>
                      <p:cNvPr id="8226" name="Object 50">
                        <a:extLst>
                          <a:ext uri="{FF2B5EF4-FFF2-40B4-BE49-F238E27FC236}">
                            <a16:creationId xmlns:a16="http://schemas.microsoft.com/office/drawing/2014/main" id="{AAEE3D51-85EB-410E-397A-96828B6239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0725" y="5157788"/>
                        <a:ext cx="3849688" cy="101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>
            <a:extLst>
              <a:ext uri="{FF2B5EF4-FFF2-40B4-BE49-F238E27FC236}">
                <a16:creationId xmlns:a16="http://schemas.microsoft.com/office/drawing/2014/main" id="{407C7AFE-694A-9174-6A6F-B1BF9F7A1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EB73138-3CF3-45FF-BFA3-BB2CEC6EDC53}" type="slidenum">
              <a:rPr lang="vi-VN" altLang="en-US" sz="140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vi-VN" altLang="en-US" sz="140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3F10A6F3-75E8-B00A-17AA-7A8E3F20D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20" name="Rectangle 5">
            <a:extLst>
              <a:ext uri="{FF2B5EF4-FFF2-40B4-BE49-F238E27FC236}">
                <a16:creationId xmlns:a16="http://schemas.microsoft.com/office/drawing/2014/main" id="{A71CE745-0644-E3C2-DA71-84382C34F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788" y="3557588"/>
            <a:ext cx="230187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300">
                <a:ea typeface="Batang" panose="02030600000101010101" pitchFamily="18" charset="-127"/>
              </a:rPr>
              <a:t>.</a:t>
            </a:r>
            <a:endParaRPr lang="en-US" altLang="en-US" sz="1800"/>
          </a:p>
        </p:txBody>
      </p:sp>
      <p:sp>
        <p:nvSpPr>
          <p:cNvPr id="9221" name="Rectangle 6">
            <a:extLst>
              <a:ext uri="{FF2B5EF4-FFF2-40B4-BE49-F238E27FC236}">
                <a16:creationId xmlns:a16="http://schemas.microsoft.com/office/drawing/2014/main" id="{68CCC4CB-47AE-476D-5082-1FFAAB5B2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1257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22" name="Rectangle 7">
            <a:extLst>
              <a:ext uri="{FF2B5EF4-FFF2-40B4-BE49-F238E27FC236}">
                <a16:creationId xmlns:a16="http://schemas.microsoft.com/office/drawing/2014/main" id="{B51FCAA6-7F1B-91E0-B2E9-0F03068C9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876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23" name="Rectangle 8">
            <a:extLst>
              <a:ext uri="{FF2B5EF4-FFF2-40B4-BE49-F238E27FC236}">
                <a16:creationId xmlns:a16="http://schemas.microsoft.com/office/drawing/2014/main" id="{15D5D59B-4F65-29B8-443D-DAF4D4136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24" name="Rectangle 9">
            <a:extLst>
              <a:ext uri="{FF2B5EF4-FFF2-40B4-BE49-F238E27FC236}">
                <a16:creationId xmlns:a16="http://schemas.microsoft.com/office/drawing/2014/main" id="{C7808247-319E-09B6-4F08-5374B885A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25" name="Rectangle 10">
            <a:extLst>
              <a:ext uri="{FF2B5EF4-FFF2-40B4-BE49-F238E27FC236}">
                <a16:creationId xmlns:a16="http://schemas.microsoft.com/office/drawing/2014/main" id="{C0C5F2C8-63F4-F6DB-E535-2A402029E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8781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26" name="Rectangle 11">
            <a:extLst>
              <a:ext uri="{FF2B5EF4-FFF2-40B4-BE49-F238E27FC236}">
                <a16:creationId xmlns:a16="http://schemas.microsoft.com/office/drawing/2014/main" id="{BD49E2D3-AB8E-A2CE-24D3-493337199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27" name="Rectangle 12">
            <a:extLst>
              <a:ext uri="{FF2B5EF4-FFF2-40B4-BE49-F238E27FC236}">
                <a16:creationId xmlns:a16="http://schemas.microsoft.com/office/drawing/2014/main" id="{238D40EF-9403-45FF-C353-7A85C577E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2101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28" name="Rectangle 13">
            <a:extLst>
              <a:ext uri="{FF2B5EF4-FFF2-40B4-BE49-F238E27FC236}">
                <a16:creationId xmlns:a16="http://schemas.microsoft.com/office/drawing/2014/main" id="{BFA4B57D-6453-CEA2-486B-05B2AE37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29" name="Rectangle 14">
            <a:extLst>
              <a:ext uri="{FF2B5EF4-FFF2-40B4-BE49-F238E27FC236}">
                <a16:creationId xmlns:a16="http://schemas.microsoft.com/office/drawing/2014/main" id="{DC89BA4B-DAE1-4406-1782-CE1F221B2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30" name="Rectangle 15">
            <a:extLst>
              <a:ext uri="{FF2B5EF4-FFF2-40B4-BE49-F238E27FC236}">
                <a16:creationId xmlns:a16="http://schemas.microsoft.com/office/drawing/2014/main" id="{A146308E-DE4C-2AB0-6C17-CFCADE984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0196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31" name="Rectangle 16">
            <a:extLst>
              <a:ext uri="{FF2B5EF4-FFF2-40B4-BE49-F238E27FC236}">
                <a16:creationId xmlns:a16="http://schemas.microsoft.com/office/drawing/2014/main" id="{6CEDFCB1-3CF3-0149-7083-314820BA6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305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32" name="Rectangle 17">
            <a:extLst>
              <a:ext uri="{FF2B5EF4-FFF2-40B4-BE49-F238E27FC236}">
                <a16:creationId xmlns:a16="http://schemas.microsoft.com/office/drawing/2014/main" id="{C11A7983-CF39-6F80-DF0F-8C44B167C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33" name="Rectangle 18">
            <a:extLst>
              <a:ext uri="{FF2B5EF4-FFF2-40B4-BE49-F238E27FC236}">
                <a16:creationId xmlns:a16="http://schemas.microsoft.com/office/drawing/2014/main" id="{DDA9EA15-7CAC-0A93-7EA3-A90306FBF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34" name="Rectangle 19">
            <a:extLst>
              <a:ext uri="{FF2B5EF4-FFF2-40B4-BE49-F238E27FC236}">
                <a16:creationId xmlns:a16="http://schemas.microsoft.com/office/drawing/2014/main" id="{7A06F94A-789F-9753-7D14-E9998D75E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35" name="Rectangle 20">
            <a:extLst>
              <a:ext uri="{FF2B5EF4-FFF2-40B4-BE49-F238E27FC236}">
                <a16:creationId xmlns:a16="http://schemas.microsoft.com/office/drawing/2014/main" id="{EFEE47C3-483F-0C8B-20AC-8DA05B6B4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36" name="Rectangle 21">
            <a:extLst>
              <a:ext uri="{FF2B5EF4-FFF2-40B4-BE49-F238E27FC236}">
                <a16:creationId xmlns:a16="http://schemas.microsoft.com/office/drawing/2014/main" id="{D831F7EF-C9E4-29EC-98D8-07DCB5B2A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37" name="Rectangle 22">
            <a:extLst>
              <a:ext uri="{FF2B5EF4-FFF2-40B4-BE49-F238E27FC236}">
                <a16:creationId xmlns:a16="http://schemas.microsoft.com/office/drawing/2014/main" id="{576CF7EF-AA6E-283D-FDAE-61101EA3A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38" name="Rectangle 23">
            <a:extLst>
              <a:ext uri="{FF2B5EF4-FFF2-40B4-BE49-F238E27FC236}">
                <a16:creationId xmlns:a16="http://schemas.microsoft.com/office/drawing/2014/main" id="{03DE2BDF-EAF9-7ACB-19AA-1A26C6097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39" name="Rectangle 24">
            <a:extLst>
              <a:ext uri="{FF2B5EF4-FFF2-40B4-BE49-F238E27FC236}">
                <a16:creationId xmlns:a16="http://schemas.microsoft.com/office/drawing/2014/main" id="{1B1AD45D-60BD-1540-DD43-0F0CCEA6C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24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40" name="Rectangle 25">
            <a:extLst>
              <a:ext uri="{FF2B5EF4-FFF2-40B4-BE49-F238E27FC236}">
                <a16:creationId xmlns:a16="http://schemas.microsoft.com/office/drawing/2014/main" id="{D81F71A6-D532-5215-F31C-41D2BB647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41" name="Rectangle 27">
            <a:extLst>
              <a:ext uri="{FF2B5EF4-FFF2-40B4-BE49-F238E27FC236}">
                <a16:creationId xmlns:a16="http://schemas.microsoft.com/office/drawing/2014/main" id="{7E7A7009-4CEE-5DEF-6376-150F12C0B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24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42" name="Rectangle 29">
            <a:extLst>
              <a:ext uri="{FF2B5EF4-FFF2-40B4-BE49-F238E27FC236}">
                <a16:creationId xmlns:a16="http://schemas.microsoft.com/office/drawing/2014/main" id="{EB6057C5-ADB8-9B3D-25C5-059055FC9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305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43" name="Rectangle 31">
            <a:extLst>
              <a:ext uri="{FF2B5EF4-FFF2-40B4-BE49-F238E27FC236}">
                <a16:creationId xmlns:a16="http://schemas.microsoft.com/office/drawing/2014/main" id="{DA97C785-FFFB-917A-AC9E-203CF8A1E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44" name="Rectangle 33">
            <a:extLst>
              <a:ext uri="{FF2B5EF4-FFF2-40B4-BE49-F238E27FC236}">
                <a16:creationId xmlns:a16="http://schemas.microsoft.com/office/drawing/2014/main" id="{B6DDF8FD-0923-422D-CB49-CC39DA033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45" name="Rectangle 37">
            <a:extLst>
              <a:ext uri="{FF2B5EF4-FFF2-40B4-BE49-F238E27FC236}">
                <a16:creationId xmlns:a16="http://schemas.microsoft.com/office/drawing/2014/main" id="{72D3E382-D53E-D8DC-1071-E08FDB36F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46" name="Rectangle 39">
            <a:extLst>
              <a:ext uri="{FF2B5EF4-FFF2-40B4-BE49-F238E27FC236}">
                <a16:creationId xmlns:a16="http://schemas.microsoft.com/office/drawing/2014/main" id="{D66DAD90-A363-BEDA-0341-E2780433C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47" name="Rectangle 41">
            <a:extLst>
              <a:ext uri="{FF2B5EF4-FFF2-40B4-BE49-F238E27FC236}">
                <a16:creationId xmlns:a16="http://schemas.microsoft.com/office/drawing/2014/main" id="{330FE8BC-BBC4-C449-2E6C-BE77D178C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9248" name="Rectangle 43">
            <a:extLst>
              <a:ext uri="{FF2B5EF4-FFF2-40B4-BE49-F238E27FC236}">
                <a16:creationId xmlns:a16="http://schemas.microsoft.com/office/drawing/2014/main" id="{E123C1D2-4184-269B-A35F-D929C7968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6541" name="Rectangle 45">
            <a:extLst>
              <a:ext uri="{FF2B5EF4-FFF2-40B4-BE49-F238E27FC236}">
                <a16:creationId xmlns:a16="http://schemas.microsoft.com/office/drawing/2014/main" id="{FDD6C041-99DC-E0AD-9BF8-4A7DCCF9B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3025" y="1123950"/>
            <a:ext cx="1363663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0" b="1">
                <a:solidFill>
                  <a:srgbClr val="FFC000"/>
                </a:solidFill>
              </a:rPr>
              <a:t>Ví dụ:</a:t>
            </a:r>
            <a:r>
              <a:rPr lang="en-US" altLang="en-US" sz="3000">
                <a:solidFill>
                  <a:srgbClr val="FFC000"/>
                </a:solidFill>
              </a:rPr>
              <a:t> </a:t>
            </a:r>
          </a:p>
        </p:txBody>
      </p:sp>
      <p:sp>
        <p:nvSpPr>
          <p:cNvPr id="9250" name="Rectangle 47">
            <a:extLst>
              <a:ext uri="{FF2B5EF4-FFF2-40B4-BE49-F238E27FC236}">
                <a16:creationId xmlns:a16="http://schemas.microsoft.com/office/drawing/2014/main" id="{FCE749C3-2075-A97B-B46A-7C5741262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24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06544" name="Object 48">
            <a:extLst>
              <a:ext uri="{FF2B5EF4-FFF2-40B4-BE49-F238E27FC236}">
                <a16:creationId xmlns:a16="http://schemas.microsoft.com/office/drawing/2014/main" id="{4CB8508B-4E5B-D863-DCEE-934E046FD2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9200" y="1862138"/>
          <a:ext cx="7431088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" name="Equation" r:id="rId3" imgW="3644900" imgH="520700" progId="Equation.DSMT4">
                  <p:embed/>
                </p:oleObj>
              </mc:Choice>
              <mc:Fallback>
                <p:oleObj name="Equation" r:id="rId3" imgW="3644900" imgH="520700" progId="Equation.DSMT4">
                  <p:embed/>
                  <p:pic>
                    <p:nvPicPr>
                      <p:cNvPr id="106544" name="Object 48">
                        <a:extLst>
                          <a:ext uri="{FF2B5EF4-FFF2-40B4-BE49-F238E27FC236}">
                            <a16:creationId xmlns:a16="http://schemas.microsoft.com/office/drawing/2014/main" id="{4CB8508B-4E5B-D863-DCEE-934E046FD2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9200" y="1862138"/>
                        <a:ext cx="7431088" cy="1062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2286C7F-3A7C-F0E7-D8B1-5485F0667201}"/>
                  </a:ext>
                </a:extLst>
              </p14:cNvPr>
              <p14:cNvContentPartPr/>
              <p14:nvPr/>
            </p14:nvContentPartPr>
            <p14:xfrm>
              <a:off x="723600" y="2950200"/>
              <a:ext cx="4200120" cy="2124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2286C7F-3A7C-F0E7-D8B1-5485F066720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4240" y="2940840"/>
                <a:ext cx="4218840" cy="2143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4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>
            <a:extLst>
              <a:ext uri="{FF2B5EF4-FFF2-40B4-BE49-F238E27FC236}">
                <a16:creationId xmlns:a16="http://schemas.microsoft.com/office/drawing/2014/main" id="{B3C422D3-1069-77AD-F9D5-79D262B97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8436D5-3295-40DD-B260-1864A3D34DD5}" type="slidenum">
              <a:rPr lang="vi-VN" altLang="en-US" sz="140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vi-VN" altLang="en-US" sz="1400"/>
          </a:p>
        </p:txBody>
      </p:sp>
      <p:pic>
        <p:nvPicPr>
          <p:cNvPr id="10243" name="Picture 4">
            <a:extLst>
              <a:ext uri="{FF2B5EF4-FFF2-40B4-BE49-F238E27FC236}">
                <a16:creationId xmlns:a16="http://schemas.microsoft.com/office/drawing/2014/main" id="{7F342FD8-5F72-262F-6F90-DA94C06B67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327" y="288471"/>
            <a:ext cx="9263743" cy="6356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D093B3E-3255-4848-B771-F2FBE1BA1E40}"/>
                  </a:ext>
                </a:extLst>
              </p14:cNvPr>
              <p14:cNvContentPartPr/>
              <p14:nvPr/>
            </p14:nvContentPartPr>
            <p14:xfrm>
              <a:off x="637200" y="301680"/>
              <a:ext cx="11000160" cy="6252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D093B3E-3255-4848-B771-F2FBE1BA1E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7840" y="292320"/>
                <a:ext cx="11018880" cy="627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9030FE9-54E1-4938-B5E8-FDA3E482865A}"/>
                  </a:ext>
                </a:extLst>
              </p14:cNvPr>
              <p14:cNvContentPartPr/>
              <p14:nvPr/>
            </p14:nvContentPartPr>
            <p14:xfrm>
              <a:off x="9765360" y="5014080"/>
              <a:ext cx="1908720" cy="1272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9030FE9-54E1-4938-B5E8-FDA3E482865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56000" y="5004720"/>
                <a:ext cx="1927440" cy="129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9396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B814AEA-8568-477C-9D15-4C5DD729CCEB}"/>
                  </a:ext>
                </a:extLst>
              </p14:cNvPr>
              <p14:cNvContentPartPr/>
              <p14:nvPr/>
            </p14:nvContentPartPr>
            <p14:xfrm>
              <a:off x="307080" y="229320"/>
              <a:ext cx="11568240" cy="6387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B814AEA-8568-477C-9D15-4C5DD729CC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7720" y="219960"/>
                <a:ext cx="11586960" cy="640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2881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>
            <a:extLst>
              <a:ext uri="{FF2B5EF4-FFF2-40B4-BE49-F238E27FC236}">
                <a16:creationId xmlns:a16="http://schemas.microsoft.com/office/drawing/2014/main" id="{97ADAE90-73CC-12AD-26FA-84B0D5824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A737C9C-67BF-4E48-8CED-4516C638D347}" type="slidenum">
              <a:rPr lang="vi-VN" altLang="en-US" sz="140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vi-VN" altLang="en-US" sz="1400"/>
          </a:p>
        </p:txBody>
      </p:sp>
      <p:pic>
        <p:nvPicPr>
          <p:cNvPr id="11267" name="Picture 4">
            <a:extLst>
              <a:ext uri="{FF2B5EF4-FFF2-40B4-BE49-F238E27FC236}">
                <a16:creationId xmlns:a16="http://schemas.microsoft.com/office/drawing/2014/main" id="{7FD23864-B47C-CB5C-C019-668BD99571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8" y="333375"/>
            <a:ext cx="2817812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CF6C6AE-BD42-6A0A-9420-672DA1D54AC1}"/>
                  </a:ext>
                </a:extLst>
              </p14:cNvPr>
              <p14:cNvContentPartPr/>
              <p14:nvPr/>
            </p14:nvContentPartPr>
            <p14:xfrm>
              <a:off x="449280" y="1307160"/>
              <a:ext cx="2671920" cy="4191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CF6C6AE-BD42-6A0A-9420-672DA1D54AC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9920" y="1297800"/>
                <a:ext cx="2690640" cy="4210560"/>
              </a:xfrm>
              <a:prstGeom prst="rect">
                <a:avLst/>
              </a:prstGeom>
            </p:spPr>
          </p:pic>
        </mc:Fallback>
      </mc:AlternateContent>
      <p:pic>
        <p:nvPicPr>
          <p:cNvPr id="11269" name="Picture 6">
            <a:extLst>
              <a:ext uri="{FF2B5EF4-FFF2-40B4-BE49-F238E27FC236}">
                <a16:creationId xmlns:a16="http://schemas.microsoft.com/office/drawing/2014/main" id="{D2BC9A4F-1A87-F785-FD96-94F1BFFEB0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7800" y="333375"/>
            <a:ext cx="2543175" cy="85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82A50C0-3DDB-DA1C-C26A-57F415423BD3}"/>
                  </a:ext>
                </a:extLst>
              </p14:cNvPr>
              <p14:cNvContentPartPr/>
              <p14:nvPr/>
            </p14:nvContentPartPr>
            <p14:xfrm>
              <a:off x="6361200" y="1284120"/>
              <a:ext cx="3678480" cy="4557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82A50C0-3DDB-DA1C-C26A-57F415423BD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51840" y="1274760"/>
                <a:ext cx="3697200" cy="457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>
            <a:extLst>
              <a:ext uri="{FF2B5EF4-FFF2-40B4-BE49-F238E27FC236}">
                <a16:creationId xmlns:a16="http://schemas.microsoft.com/office/drawing/2014/main" id="{F485BAE1-07D6-0982-7AE6-F8598CFBC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7F6F343-50E8-4A0E-9EAB-D208F06FBAAF}" type="slidenum">
              <a:rPr lang="vi-VN" altLang="en-US" sz="140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vi-VN" altLang="en-US" sz="1400"/>
          </a:p>
        </p:txBody>
      </p:sp>
      <p:pic>
        <p:nvPicPr>
          <p:cNvPr id="12291" name="Picture 2">
            <a:extLst>
              <a:ext uri="{FF2B5EF4-FFF2-40B4-BE49-F238E27FC236}">
                <a16:creationId xmlns:a16="http://schemas.microsoft.com/office/drawing/2014/main" id="{0A7D3298-75F5-19C8-C5D4-EA74A3CAF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333375"/>
            <a:ext cx="280828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D36FB0E-CAB9-62CD-F8FA-47C370273417}"/>
                  </a:ext>
                </a:extLst>
              </p14:cNvPr>
              <p14:cNvContentPartPr/>
              <p14:nvPr/>
            </p14:nvContentPartPr>
            <p14:xfrm>
              <a:off x="724320" y="1213920"/>
              <a:ext cx="3200040" cy="2397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D36FB0E-CAB9-62CD-F8FA-47C37027341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4960" y="1204560"/>
                <a:ext cx="3218760" cy="241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>
            <a:extLst>
              <a:ext uri="{FF2B5EF4-FFF2-40B4-BE49-F238E27FC236}">
                <a16:creationId xmlns:a16="http://schemas.microsoft.com/office/drawing/2014/main" id="{EB8EEDEB-CA11-91C3-7355-481D90DD4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AFEC5BC-3677-4D5F-98C3-1BDA44CAD43C}" type="slidenum">
              <a:rPr lang="vi-VN" altLang="en-US" sz="140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vi-VN" altLang="en-US" sz="1400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D66799A5-9BCB-C01E-9832-C124FFD44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16" name="Rectangle 5">
            <a:extLst>
              <a:ext uri="{FF2B5EF4-FFF2-40B4-BE49-F238E27FC236}">
                <a16:creationId xmlns:a16="http://schemas.microsoft.com/office/drawing/2014/main" id="{BCD00677-8551-D300-C8D9-C2615F4E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788" y="3557588"/>
            <a:ext cx="230187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300">
                <a:ea typeface="Batang" panose="02030600000101010101" pitchFamily="18" charset="-127"/>
              </a:rPr>
              <a:t>.</a:t>
            </a:r>
            <a:endParaRPr lang="en-US" altLang="en-US" sz="1800"/>
          </a:p>
        </p:txBody>
      </p:sp>
      <p:sp>
        <p:nvSpPr>
          <p:cNvPr id="13317" name="Rectangle 6">
            <a:extLst>
              <a:ext uri="{FF2B5EF4-FFF2-40B4-BE49-F238E27FC236}">
                <a16:creationId xmlns:a16="http://schemas.microsoft.com/office/drawing/2014/main" id="{1B1CD483-4E0D-DE9F-9FBA-B51CB1DAA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1257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18" name="Rectangle 7">
            <a:extLst>
              <a:ext uri="{FF2B5EF4-FFF2-40B4-BE49-F238E27FC236}">
                <a16:creationId xmlns:a16="http://schemas.microsoft.com/office/drawing/2014/main" id="{BE3E48FF-EE21-2091-3C48-26E769EF1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876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19" name="Rectangle 8">
            <a:extLst>
              <a:ext uri="{FF2B5EF4-FFF2-40B4-BE49-F238E27FC236}">
                <a16:creationId xmlns:a16="http://schemas.microsoft.com/office/drawing/2014/main" id="{1B837F6A-9B3F-23F4-A83A-D96074DE8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20" name="Rectangle 9">
            <a:extLst>
              <a:ext uri="{FF2B5EF4-FFF2-40B4-BE49-F238E27FC236}">
                <a16:creationId xmlns:a16="http://schemas.microsoft.com/office/drawing/2014/main" id="{9096B9CC-9E67-9B6D-4855-6C14EEA77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21" name="Rectangle 10">
            <a:extLst>
              <a:ext uri="{FF2B5EF4-FFF2-40B4-BE49-F238E27FC236}">
                <a16:creationId xmlns:a16="http://schemas.microsoft.com/office/drawing/2014/main" id="{B4CB53D4-8A6B-9767-FF94-F3076BBD7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8781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22" name="Rectangle 11">
            <a:extLst>
              <a:ext uri="{FF2B5EF4-FFF2-40B4-BE49-F238E27FC236}">
                <a16:creationId xmlns:a16="http://schemas.microsoft.com/office/drawing/2014/main" id="{0BBAC7B0-3FA9-4AB8-7EE8-D41A62724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23" name="Rectangle 12">
            <a:extLst>
              <a:ext uri="{FF2B5EF4-FFF2-40B4-BE49-F238E27FC236}">
                <a16:creationId xmlns:a16="http://schemas.microsoft.com/office/drawing/2014/main" id="{BEC1CE77-CB2F-6211-3AB4-205F42822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2101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24" name="Rectangle 13">
            <a:extLst>
              <a:ext uri="{FF2B5EF4-FFF2-40B4-BE49-F238E27FC236}">
                <a16:creationId xmlns:a16="http://schemas.microsoft.com/office/drawing/2014/main" id="{A8B06DEE-CCDA-A19B-F451-C209037CF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25" name="Rectangle 14">
            <a:extLst>
              <a:ext uri="{FF2B5EF4-FFF2-40B4-BE49-F238E27FC236}">
                <a16:creationId xmlns:a16="http://schemas.microsoft.com/office/drawing/2014/main" id="{0C7F9D10-5363-0A8C-B05B-D00EE9D47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26" name="Rectangle 15">
            <a:extLst>
              <a:ext uri="{FF2B5EF4-FFF2-40B4-BE49-F238E27FC236}">
                <a16:creationId xmlns:a16="http://schemas.microsoft.com/office/drawing/2014/main" id="{6B131C8C-CCFB-2179-E196-C9A35CFAF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0196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27" name="Rectangle 16">
            <a:extLst>
              <a:ext uri="{FF2B5EF4-FFF2-40B4-BE49-F238E27FC236}">
                <a16:creationId xmlns:a16="http://schemas.microsoft.com/office/drawing/2014/main" id="{CAAF739E-1AE8-082E-88C5-67F40A748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305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28" name="Rectangle 17">
            <a:extLst>
              <a:ext uri="{FF2B5EF4-FFF2-40B4-BE49-F238E27FC236}">
                <a16:creationId xmlns:a16="http://schemas.microsoft.com/office/drawing/2014/main" id="{0B1056D7-0BE4-490C-3810-AD74EFB4B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29" name="Rectangle 18">
            <a:extLst>
              <a:ext uri="{FF2B5EF4-FFF2-40B4-BE49-F238E27FC236}">
                <a16:creationId xmlns:a16="http://schemas.microsoft.com/office/drawing/2014/main" id="{2918D129-5565-1C50-98D1-33FECDA60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30" name="Rectangle 19">
            <a:extLst>
              <a:ext uri="{FF2B5EF4-FFF2-40B4-BE49-F238E27FC236}">
                <a16:creationId xmlns:a16="http://schemas.microsoft.com/office/drawing/2014/main" id="{88FF1111-26A2-207B-48B9-EBB9E163D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31" name="Rectangle 20">
            <a:extLst>
              <a:ext uri="{FF2B5EF4-FFF2-40B4-BE49-F238E27FC236}">
                <a16:creationId xmlns:a16="http://schemas.microsoft.com/office/drawing/2014/main" id="{F4864541-1AD8-3A7D-DA20-E80B7466C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32" name="Rectangle 21">
            <a:extLst>
              <a:ext uri="{FF2B5EF4-FFF2-40B4-BE49-F238E27FC236}">
                <a16:creationId xmlns:a16="http://schemas.microsoft.com/office/drawing/2014/main" id="{F0AB27A0-D6EA-ECB1-609A-ED1C2C6B2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33" name="Rectangle 22">
            <a:extLst>
              <a:ext uri="{FF2B5EF4-FFF2-40B4-BE49-F238E27FC236}">
                <a16:creationId xmlns:a16="http://schemas.microsoft.com/office/drawing/2014/main" id="{E505E4BC-CAD7-299B-74F9-314EC9FA8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34" name="Rectangle 23">
            <a:extLst>
              <a:ext uri="{FF2B5EF4-FFF2-40B4-BE49-F238E27FC236}">
                <a16:creationId xmlns:a16="http://schemas.microsoft.com/office/drawing/2014/main" id="{3E220FB7-A21E-1BF8-B371-163515014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35" name="Rectangle 24">
            <a:extLst>
              <a:ext uri="{FF2B5EF4-FFF2-40B4-BE49-F238E27FC236}">
                <a16:creationId xmlns:a16="http://schemas.microsoft.com/office/drawing/2014/main" id="{C3C72D5D-BFC1-401B-46F9-FBEFFA1DF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24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36" name="Rectangle 25">
            <a:extLst>
              <a:ext uri="{FF2B5EF4-FFF2-40B4-BE49-F238E27FC236}">
                <a16:creationId xmlns:a16="http://schemas.microsoft.com/office/drawing/2014/main" id="{64A0FF33-F882-D1AA-6CDE-1384E7EB6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37" name="Rectangle 27">
            <a:extLst>
              <a:ext uri="{FF2B5EF4-FFF2-40B4-BE49-F238E27FC236}">
                <a16:creationId xmlns:a16="http://schemas.microsoft.com/office/drawing/2014/main" id="{00643DCE-5ADF-2A53-444E-FEC525969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24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38" name="Rectangle 29">
            <a:extLst>
              <a:ext uri="{FF2B5EF4-FFF2-40B4-BE49-F238E27FC236}">
                <a16:creationId xmlns:a16="http://schemas.microsoft.com/office/drawing/2014/main" id="{E5CBDF81-0B0A-B2FD-AD44-579CB0D0D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305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39" name="Rectangle 31">
            <a:extLst>
              <a:ext uri="{FF2B5EF4-FFF2-40B4-BE49-F238E27FC236}">
                <a16:creationId xmlns:a16="http://schemas.microsoft.com/office/drawing/2014/main" id="{F9CA6A42-9D09-A619-6774-8EFF9E8D6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40" name="Rectangle 33">
            <a:extLst>
              <a:ext uri="{FF2B5EF4-FFF2-40B4-BE49-F238E27FC236}">
                <a16:creationId xmlns:a16="http://schemas.microsoft.com/office/drawing/2014/main" id="{4CD8455E-A224-E47D-A0B8-42D434117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41" name="Rectangle 37">
            <a:extLst>
              <a:ext uri="{FF2B5EF4-FFF2-40B4-BE49-F238E27FC236}">
                <a16:creationId xmlns:a16="http://schemas.microsoft.com/office/drawing/2014/main" id="{DC700CEE-E099-A28F-AD70-8D9192273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42" name="Rectangle 39">
            <a:extLst>
              <a:ext uri="{FF2B5EF4-FFF2-40B4-BE49-F238E27FC236}">
                <a16:creationId xmlns:a16="http://schemas.microsoft.com/office/drawing/2014/main" id="{F955A5F7-81A4-4D45-AA77-0CCC917A5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43" name="Rectangle 41">
            <a:extLst>
              <a:ext uri="{FF2B5EF4-FFF2-40B4-BE49-F238E27FC236}">
                <a16:creationId xmlns:a16="http://schemas.microsoft.com/office/drawing/2014/main" id="{9A488DD0-C5BF-421F-CB11-491604E8D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3344" name="Rectangle 43">
            <a:extLst>
              <a:ext uri="{FF2B5EF4-FFF2-40B4-BE49-F238E27FC236}">
                <a16:creationId xmlns:a16="http://schemas.microsoft.com/office/drawing/2014/main" id="{722296BA-26FE-8CB0-7F6A-53083FC03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6541" name="Rectangle 45">
            <a:extLst>
              <a:ext uri="{FF2B5EF4-FFF2-40B4-BE49-F238E27FC236}">
                <a16:creationId xmlns:a16="http://schemas.microsoft.com/office/drawing/2014/main" id="{E49F1AD3-C446-5675-2287-BD68DAF9E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150" y="334963"/>
            <a:ext cx="2452688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0" b="1">
                <a:solidFill>
                  <a:srgbClr val="FFC000"/>
                </a:solidFill>
              </a:rPr>
              <a:t>4. Ứng dụng</a:t>
            </a:r>
            <a:endParaRPr lang="en-US" altLang="en-US" sz="3000">
              <a:solidFill>
                <a:srgbClr val="FFC000"/>
              </a:solidFill>
            </a:endParaRPr>
          </a:p>
        </p:txBody>
      </p:sp>
      <p:sp>
        <p:nvSpPr>
          <p:cNvPr id="13346" name="Rectangle 47">
            <a:extLst>
              <a:ext uri="{FF2B5EF4-FFF2-40B4-BE49-F238E27FC236}">
                <a16:creationId xmlns:a16="http://schemas.microsoft.com/office/drawing/2014/main" id="{B2845665-60B1-D02C-1265-79EF5C6CF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24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1301" name="Rectangle 1">
            <a:extLst>
              <a:ext uri="{FF2B5EF4-FFF2-40B4-BE49-F238E27FC236}">
                <a16:creationId xmlns:a16="http://schemas.microsoft.com/office/drawing/2014/main" id="{6B7AC74E-B297-DFD7-6751-2D7E99F3D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3638" y="990600"/>
            <a:ext cx="9864725" cy="98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9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 dụ 1: </a:t>
            </a:r>
            <a:r>
              <a:rPr lang="en-US" altLang="en-US" sz="29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 thị của một hàm số xác định </a:t>
            </a:r>
            <a:r>
              <a:rPr lang="en-US" altLang="en-US" sz="29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en-US" sz="29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 hệ số góc 4x</a:t>
            </a:r>
            <a:r>
              <a:rPr lang="en-US" altLang="en-US" sz="2900" baseline="30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29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-5 tại mỗi điểm (x, y) và chứa điểm (1; 2). Tìm hàm số F.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0964188-1911-9A3F-2154-56127C412A0B}"/>
                  </a:ext>
                </a:extLst>
              </p14:cNvPr>
              <p14:cNvContentPartPr/>
              <p14:nvPr/>
            </p14:nvContentPartPr>
            <p14:xfrm>
              <a:off x="798120" y="1980000"/>
              <a:ext cx="5688720" cy="3516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0964188-1911-9A3F-2154-56127C412A0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8760" y="1970640"/>
                <a:ext cx="5707440" cy="353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CDCF280-0FA9-5C84-2E5E-F7D6AC521727}"/>
                  </a:ext>
                </a:extLst>
              </p14:cNvPr>
              <p14:cNvContentPartPr/>
              <p14:nvPr/>
            </p14:nvContentPartPr>
            <p14:xfrm>
              <a:off x="9681120" y="1387440"/>
              <a:ext cx="1332720" cy="842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CDCF280-0FA9-5C84-2E5E-F7D6AC52172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71760" y="1378080"/>
                <a:ext cx="1351440" cy="861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41" grpId="0"/>
      <p:bldP spid="1130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>
            <a:extLst>
              <a:ext uri="{FF2B5EF4-FFF2-40B4-BE49-F238E27FC236}">
                <a16:creationId xmlns:a16="http://schemas.microsoft.com/office/drawing/2014/main" id="{85705D96-48B0-29F0-BEA0-CFCE029F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F232D90-F0FE-40B6-8BBB-C2A8A5F91632}" type="slidenum">
              <a:rPr lang="vi-VN" altLang="en-US" sz="140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vi-VN" altLang="en-US" sz="1400"/>
          </a:p>
        </p:txBody>
      </p:sp>
      <p:sp>
        <p:nvSpPr>
          <p:cNvPr id="5" name="Rectangle 39">
            <a:extLst>
              <a:ext uri="{FF2B5EF4-FFF2-40B4-BE49-F238E27FC236}">
                <a16:creationId xmlns:a16="http://schemas.microsoft.com/office/drawing/2014/main" id="{62ABCB69-4D22-3FE1-070E-1506F1354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159" y="276224"/>
            <a:ext cx="11342233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b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 dụ 2:</a:t>
            </a:r>
            <a:r>
              <a:rPr lang="vi-VN" altLang="en-US" sz="400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4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 phân tử chuyển động dọc theo trục tọa độ với gia tốc được mô hình bởi phương</a:t>
            </a:r>
            <a:r>
              <a:rPr lang="en-US" altLang="en-US" sz="4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4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 </a:t>
            </a:r>
            <a:endParaRPr lang="en-US" altLang="en-US" sz="4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a(t)= 2t</a:t>
            </a:r>
            <a:r>
              <a:rPr lang="en-US" altLang="en-US" sz="4000" baseline="30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 </a:t>
            </a:r>
            <a:r>
              <a:rPr lang="en-US" altLang="en-US" sz="4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theo thời gian t &gt; 0. Nếu tại t = 1phần tử này ở vị trí s =5 và đạt vận tốc v = -3, thì nó sẽ ở đâu khi t = 4?</a:t>
            </a:r>
            <a:br>
              <a:rPr lang="vi-VN" altLang="en-US" sz="4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4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>
            <a:extLst>
              <a:ext uri="{FF2B5EF4-FFF2-40B4-BE49-F238E27FC236}">
                <a16:creationId xmlns:a16="http://schemas.microsoft.com/office/drawing/2014/main" id="{AE89FF7C-3FA9-1F6E-F3F7-E48E5836E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15FB5E5-679B-4984-B1F1-ED8FAD1EFC61}" type="slidenum">
              <a:rPr lang="vi-VN" altLang="en-US" sz="140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vi-VN" altLang="en-US" sz="1400"/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216772C3-E9B1-B24D-9225-6BF09E2DE2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8863" y="493713"/>
            <a:ext cx="9864725" cy="720725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II- PHƯƠNG PHÁP ĐỔI BIẾN</a:t>
            </a:r>
            <a:endParaRPr lang="vi-VN" altLang="en-US" sz="3600" b="1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2FD2A640-88BD-0EE2-1FD5-0B8C39DC8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D6109379-F5D2-3134-9C6D-64DA47100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788" y="3557588"/>
            <a:ext cx="230187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300">
                <a:ea typeface="Batang" panose="02030600000101010101" pitchFamily="18" charset="-127"/>
              </a:rPr>
              <a:t>.</a:t>
            </a:r>
            <a:endParaRPr lang="en-US" altLang="en-US" sz="1800"/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02EA4AF2-F963-2B1F-921D-A2D80088E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1257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E3E71128-130B-4866-BC3E-9EDB70D79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876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68" name="Rectangle 8">
            <a:extLst>
              <a:ext uri="{FF2B5EF4-FFF2-40B4-BE49-F238E27FC236}">
                <a16:creationId xmlns:a16="http://schemas.microsoft.com/office/drawing/2014/main" id="{36D88713-6312-8A75-CE7D-04EBD6851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69" name="Rectangle 9">
            <a:extLst>
              <a:ext uri="{FF2B5EF4-FFF2-40B4-BE49-F238E27FC236}">
                <a16:creationId xmlns:a16="http://schemas.microsoft.com/office/drawing/2014/main" id="{833224F7-D088-4D26-39CE-8B48315B7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70" name="Rectangle 10">
            <a:extLst>
              <a:ext uri="{FF2B5EF4-FFF2-40B4-BE49-F238E27FC236}">
                <a16:creationId xmlns:a16="http://schemas.microsoft.com/office/drawing/2014/main" id="{071F43E4-DACD-6A63-6765-94A6405B5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8781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71" name="Rectangle 11">
            <a:extLst>
              <a:ext uri="{FF2B5EF4-FFF2-40B4-BE49-F238E27FC236}">
                <a16:creationId xmlns:a16="http://schemas.microsoft.com/office/drawing/2014/main" id="{2B1C79DD-9F96-D1F9-E856-A49FC4710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72" name="Rectangle 12">
            <a:extLst>
              <a:ext uri="{FF2B5EF4-FFF2-40B4-BE49-F238E27FC236}">
                <a16:creationId xmlns:a16="http://schemas.microsoft.com/office/drawing/2014/main" id="{B3D60F96-E653-FA90-BF88-ECA5F1CAD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2101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73" name="Rectangle 13">
            <a:extLst>
              <a:ext uri="{FF2B5EF4-FFF2-40B4-BE49-F238E27FC236}">
                <a16:creationId xmlns:a16="http://schemas.microsoft.com/office/drawing/2014/main" id="{53A435DD-163D-735F-0C7A-C9C0DDDFF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74" name="Rectangle 14">
            <a:extLst>
              <a:ext uri="{FF2B5EF4-FFF2-40B4-BE49-F238E27FC236}">
                <a16:creationId xmlns:a16="http://schemas.microsoft.com/office/drawing/2014/main" id="{FC2F9EF6-5B1F-EECA-C7D9-21ABAEAC2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75" name="Rectangle 15">
            <a:extLst>
              <a:ext uri="{FF2B5EF4-FFF2-40B4-BE49-F238E27FC236}">
                <a16:creationId xmlns:a16="http://schemas.microsoft.com/office/drawing/2014/main" id="{CCF65EA9-B4EB-294C-D51C-625997DD3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0196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76" name="Rectangle 16">
            <a:extLst>
              <a:ext uri="{FF2B5EF4-FFF2-40B4-BE49-F238E27FC236}">
                <a16:creationId xmlns:a16="http://schemas.microsoft.com/office/drawing/2014/main" id="{0D6486CD-B14E-23DC-67D7-A12BF03B6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305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77" name="Rectangle 17">
            <a:extLst>
              <a:ext uri="{FF2B5EF4-FFF2-40B4-BE49-F238E27FC236}">
                <a16:creationId xmlns:a16="http://schemas.microsoft.com/office/drawing/2014/main" id="{81E80002-544F-6C24-BEA8-CE4E615DE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78" name="Rectangle 18">
            <a:extLst>
              <a:ext uri="{FF2B5EF4-FFF2-40B4-BE49-F238E27FC236}">
                <a16:creationId xmlns:a16="http://schemas.microsoft.com/office/drawing/2014/main" id="{6D304E47-FE96-113E-9CF9-85E014ACE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79" name="Rectangle 19">
            <a:extLst>
              <a:ext uri="{FF2B5EF4-FFF2-40B4-BE49-F238E27FC236}">
                <a16:creationId xmlns:a16="http://schemas.microsoft.com/office/drawing/2014/main" id="{E63D5705-0A1F-D6C6-75A9-CF7F98E2C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80" name="Rectangle 20">
            <a:extLst>
              <a:ext uri="{FF2B5EF4-FFF2-40B4-BE49-F238E27FC236}">
                <a16:creationId xmlns:a16="http://schemas.microsoft.com/office/drawing/2014/main" id="{3B481450-5DAA-7A16-0870-5168CEF3C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81" name="Rectangle 21">
            <a:extLst>
              <a:ext uri="{FF2B5EF4-FFF2-40B4-BE49-F238E27FC236}">
                <a16:creationId xmlns:a16="http://schemas.microsoft.com/office/drawing/2014/main" id="{C1C47C60-FF46-69C9-3896-204ABD533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82" name="Rectangle 22">
            <a:extLst>
              <a:ext uri="{FF2B5EF4-FFF2-40B4-BE49-F238E27FC236}">
                <a16:creationId xmlns:a16="http://schemas.microsoft.com/office/drawing/2014/main" id="{9E77D907-4C72-F269-F718-93093E8E2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83" name="Rectangle 23">
            <a:extLst>
              <a:ext uri="{FF2B5EF4-FFF2-40B4-BE49-F238E27FC236}">
                <a16:creationId xmlns:a16="http://schemas.microsoft.com/office/drawing/2014/main" id="{12D26210-B482-9683-9F4C-0D3A5EC01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84" name="Rectangle 24">
            <a:extLst>
              <a:ext uri="{FF2B5EF4-FFF2-40B4-BE49-F238E27FC236}">
                <a16:creationId xmlns:a16="http://schemas.microsoft.com/office/drawing/2014/main" id="{9689E63A-3BA8-C167-0E86-86AAFA35C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24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85" name="Rectangle 25">
            <a:extLst>
              <a:ext uri="{FF2B5EF4-FFF2-40B4-BE49-F238E27FC236}">
                <a16:creationId xmlns:a16="http://schemas.microsoft.com/office/drawing/2014/main" id="{C6919FF7-C839-82C1-4900-9ED8102B3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86" name="Rectangle 27">
            <a:extLst>
              <a:ext uri="{FF2B5EF4-FFF2-40B4-BE49-F238E27FC236}">
                <a16:creationId xmlns:a16="http://schemas.microsoft.com/office/drawing/2014/main" id="{7074EAF1-24A3-8001-2977-15E0FAB81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24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87" name="Rectangle 29">
            <a:extLst>
              <a:ext uri="{FF2B5EF4-FFF2-40B4-BE49-F238E27FC236}">
                <a16:creationId xmlns:a16="http://schemas.microsoft.com/office/drawing/2014/main" id="{A84133F8-EED2-CAC6-F0DE-6E037AB58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305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88" name="Rectangle 31">
            <a:extLst>
              <a:ext uri="{FF2B5EF4-FFF2-40B4-BE49-F238E27FC236}">
                <a16:creationId xmlns:a16="http://schemas.microsoft.com/office/drawing/2014/main" id="{9625922D-47AC-9011-5402-B3AE1F65C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89" name="Rectangle 33">
            <a:extLst>
              <a:ext uri="{FF2B5EF4-FFF2-40B4-BE49-F238E27FC236}">
                <a16:creationId xmlns:a16="http://schemas.microsoft.com/office/drawing/2014/main" id="{40740894-E4BE-B55D-67B8-4CA9A38BD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90" name="Rectangle 35">
            <a:extLst>
              <a:ext uri="{FF2B5EF4-FFF2-40B4-BE49-F238E27FC236}">
                <a16:creationId xmlns:a16="http://schemas.microsoft.com/office/drawing/2014/main" id="{ECCD6733-0DEF-2DD0-528B-01946281F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72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91" name="Rectangle 37">
            <a:extLst>
              <a:ext uri="{FF2B5EF4-FFF2-40B4-BE49-F238E27FC236}">
                <a16:creationId xmlns:a16="http://schemas.microsoft.com/office/drawing/2014/main" id="{28941699-90A9-858B-D97E-27557F3A2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92" name="Rectangle 39">
            <a:extLst>
              <a:ext uri="{FF2B5EF4-FFF2-40B4-BE49-F238E27FC236}">
                <a16:creationId xmlns:a16="http://schemas.microsoft.com/office/drawing/2014/main" id="{9CDE6BDE-3504-E529-061A-0094CEA0B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93" name="Rectangle 41">
            <a:extLst>
              <a:ext uri="{FF2B5EF4-FFF2-40B4-BE49-F238E27FC236}">
                <a16:creationId xmlns:a16="http://schemas.microsoft.com/office/drawing/2014/main" id="{AAB468CF-A679-9A9B-8432-CB16FDA94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5394" name="Rectangle 43">
            <a:extLst>
              <a:ext uri="{FF2B5EF4-FFF2-40B4-BE49-F238E27FC236}">
                <a16:creationId xmlns:a16="http://schemas.microsoft.com/office/drawing/2014/main" id="{7A4440D6-A3EF-8BF4-81B2-8490998CF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7566" name="Rectangle 46">
            <a:extLst>
              <a:ext uri="{FF2B5EF4-FFF2-40B4-BE49-F238E27FC236}">
                <a16:creationId xmlns:a16="http://schemas.microsoft.com/office/drawing/2014/main" id="{707F9893-B6C1-1372-5D5D-332D96FB8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2541" y="1302565"/>
            <a:ext cx="360868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 b="1">
                <a:solidFill>
                  <a:srgbClr val="FFC000"/>
                </a:solidFill>
              </a:rPr>
              <a:t>1. Đổi biến dạng 1:</a:t>
            </a:r>
          </a:p>
        </p:txBody>
      </p:sp>
      <p:sp>
        <p:nvSpPr>
          <p:cNvPr id="15397" name="Rectangle 48">
            <a:extLst>
              <a:ext uri="{FF2B5EF4-FFF2-40B4-BE49-F238E27FC236}">
                <a16:creationId xmlns:a16="http://schemas.microsoft.com/office/drawing/2014/main" id="{585A2ACF-36F5-2922-D004-9089BCAAA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07569" name="Object 49">
            <a:extLst>
              <a:ext uri="{FF2B5EF4-FFF2-40B4-BE49-F238E27FC236}">
                <a16:creationId xmlns:a16="http://schemas.microsoft.com/office/drawing/2014/main" id="{5EA24A85-FD38-36C7-D7BC-03F32B3D25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132635"/>
              </p:ext>
            </p:extLst>
          </p:nvPr>
        </p:nvGraphicFramePr>
        <p:xfrm>
          <a:off x="1343025" y="2392362"/>
          <a:ext cx="846772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8" name="Equation" r:id="rId3" imgW="3733800" imgH="317500" progId="Equation.DSMT4">
                  <p:embed/>
                </p:oleObj>
              </mc:Choice>
              <mc:Fallback>
                <p:oleObj name="Equation" r:id="rId3" imgW="3733800" imgH="317500" progId="Equation.DSMT4">
                  <p:embed/>
                  <p:pic>
                    <p:nvPicPr>
                      <p:cNvPr id="107569" name="Object 49">
                        <a:extLst>
                          <a:ext uri="{FF2B5EF4-FFF2-40B4-BE49-F238E27FC236}">
                            <a16:creationId xmlns:a16="http://schemas.microsoft.com/office/drawing/2014/main" id="{5EA24A85-FD38-36C7-D7BC-03F32B3D25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025" y="2392362"/>
                        <a:ext cx="8467725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70" name="Rectangle 50">
            <a:extLst>
              <a:ext uri="{FF2B5EF4-FFF2-40B4-BE49-F238E27FC236}">
                <a16:creationId xmlns:a16="http://schemas.microsoft.com/office/drawing/2014/main" id="{035E384F-0376-ED5C-74FA-14E59126C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588" y="3646488"/>
            <a:ext cx="96424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bg1"/>
                </a:solidFill>
              </a:rPr>
              <a:t>→ Dẫn đến bài toán tìm tích phân theo biến t, sau đó ta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bg1"/>
                </a:solidFill>
              </a:rPr>
              <a:t>lại trả biến t về biến x.</a:t>
            </a:r>
          </a:p>
        </p:txBody>
      </p:sp>
      <p:sp>
        <p:nvSpPr>
          <p:cNvPr id="107571" name="Rectangle 51">
            <a:extLst>
              <a:ext uri="{FF2B5EF4-FFF2-40B4-BE49-F238E27FC236}">
                <a16:creationId xmlns:a16="http://schemas.microsoft.com/office/drawing/2014/main" id="{A9FED64A-4A61-7212-89ED-6F9F2AD3B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3025" y="5014913"/>
            <a:ext cx="952182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rgbClr val="FFC000"/>
                </a:solidFill>
              </a:rPr>
              <a:t>Nhận xét: </a:t>
            </a:r>
            <a:r>
              <a:rPr lang="en-US" altLang="en-US" sz="3000">
                <a:solidFill>
                  <a:schemeClr val="bg1"/>
                </a:solidFill>
              </a:rPr>
              <a:t>Chọn hàm x = x(t) thích hợp để thu gọn hàm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bg1"/>
                </a:solidFill>
              </a:rPr>
              <a:t> dưới dấu tích phân</a:t>
            </a:r>
            <a:r>
              <a:rPr lang="en-US" altLang="en-US" sz="3000"/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7F91A63-4D4A-42D1-9462-E46A209646C2}"/>
                  </a:ext>
                </a:extLst>
              </p14:cNvPr>
              <p14:cNvContentPartPr/>
              <p14:nvPr/>
            </p14:nvContentPartPr>
            <p14:xfrm>
              <a:off x="5117206" y="1343025"/>
              <a:ext cx="2300389" cy="604947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7F91A63-4D4A-42D1-9462-E46A209646C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07845" y="1333663"/>
                <a:ext cx="2319112" cy="62367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7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7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7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7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7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7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7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7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2" grpId="0"/>
      <p:bldP spid="107566" grpId="0"/>
      <p:bldP spid="107570" grpId="0"/>
      <p:bldP spid="10757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>
            <a:extLst>
              <a:ext uri="{FF2B5EF4-FFF2-40B4-BE49-F238E27FC236}">
                <a16:creationId xmlns:a16="http://schemas.microsoft.com/office/drawing/2014/main" id="{54970695-42AA-98A5-A8FB-9DE22B0B6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9766AE-6B15-4962-B9E3-5CA563F37683}" type="slidenum">
              <a:rPr lang="vi-VN" altLang="en-US" sz="140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vi-VN" altLang="en-US" sz="1400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160FDCB7-B4A8-D2C4-8391-2A5FB7EA3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388" name="Rectangle 5">
            <a:extLst>
              <a:ext uri="{FF2B5EF4-FFF2-40B4-BE49-F238E27FC236}">
                <a16:creationId xmlns:a16="http://schemas.microsoft.com/office/drawing/2014/main" id="{B158F6D5-9B37-414F-C1FC-1B689F4D5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788" y="3557588"/>
            <a:ext cx="230187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300">
                <a:ea typeface="Batang" panose="02030600000101010101" pitchFamily="18" charset="-127"/>
              </a:rPr>
              <a:t>.</a:t>
            </a:r>
            <a:endParaRPr lang="en-US" altLang="en-US" sz="1800"/>
          </a:p>
        </p:txBody>
      </p:sp>
      <p:sp>
        <p:nvSpPr>
          <p:cNvPr id="16389" name="Rectangle 6">
            <a:extLst>
              <a:ext uri="{FF2B5EF4-FFF2-40B4-BE49-F238E27FC236}">
                <a16:creationId xmlns:a16="http://schemas.microsoft.com/office/drawing/2014/main" id="{5F6A2DA0-5556-5CC9-0FE1-190F6CA9B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1257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390" name="Rectangle 7">
            <a:extLst>
              <a:ext uri="{FF2B5EF4-FFF2-40B4-BE49-F238E27FC236}">
                <a16:creationId xmlns:a16="http://schemas.microsoft.com/office/drawing/2014/main" id="{83060396-CBA8-9228-F29F-5B8642370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876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391" name="Rectangle 8">
            <a:extLst>
              <a:ext uri="{FF2B5EF4-FFF2-40B4-BE49-F238E27FC236}">
                <a16:creationId xmlns:a16="http://schemas.microsoft.com/office/drawing/2014/main" id="{323365D8-DB63-99FA-965A-5265E79BC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392" name="Rectangle 9">
            <a:extLst>
              <a:ext uri="{FF2B5EF4-FFF2-40B4-BE49-F238E27FC236}">
                <a16:creationId xmlns:a16="http://schemas.microsoft.com/office/drawing/2014/main" id="{6B49219E-A042-CE30-13A3-A2CB87BFA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393" name="Rectangle 10">
            <a:extLst>
              <a:ext uri="{FF2B5EF4-FFF2-40B4-BE49-F238E27FC236}">
                <a16:creationId xmlns:a16="http://schemas.microsoft.com/office/drawing/2014/main" id="{5B7864B2-5B2D-C3E5-AFF1-EFB6C4689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8781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394" name="Rectangle 11">
            <a:extLst>
              <a:ext uri="{FF2B5EF4-FFF2-40B4-BE49-F238E27FC236}">
                <a16:creationId xmlns:a16="http://schemas.microsoft.com/office/drawing/2014/main" id="{D97E5130-CBBD-F41A-13A5-974405AB9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395" name="Rectangle 12">
            <a:extLst>
              <a:ext uri="{FF2B5EF4-FFF2-40B4-BE49-F238E27FC236}">
                <a16:creationId xmlns:a16="http://schemas.microsoft.com/office/drawing/2014/main" id="{FB1C563E-775C-438B-90CD-F7393F848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2101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396" name="Rectangle 13">
            <a:extLst>
              <a:ext uri="{FF2B5EF4-FFF2-40B4-BE49-F238E27FC236}">
                <a16:creationId xmlns:a16="http://schemas.microsoft.com/office/drawing/2014/main" id="{F4A6B57C-3D7E-5931-E59D-D1113A9C7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397" name="Rectangle 14">
            <a:extLst>
              <a:ext uri="{FF2B5EF4-FFF2-40B4-BE49-F238E27FC236}">
                <a16:creationId xmlns:a16="http://schemas.microsoft.com/office/drawing/2014/main" id="{DAE1940A-6709-EE5E-54ED-E567C817A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398" name="Rectangle 15">
            <a:extLst>
              <a:ext uri="{FF2B5EF4-FFF2-40B4-BE49-F238E27FC236}">
                <a16:creationId xmlns:a16="http://schemas.microsoft.com/office/drawing/2014/main" id="{E388CD59-0CFE-BBEF-4ABD-7E31EF80F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0196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399" name="Rectangle 16">
            <a:extLst>
              <a:ext uri="{FF2B5EF4-FFF2-40B4-BE49-F238E27FC236}">
                <a16:creationId xmlns:a16="http://schemas.microsoft.com/office/drawing/2014/main" id="{59082449-36EA-3C11-8A7B-83F941B60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305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400" name="Rectangle 17">
            <a:extLst>
              <a:ext uri="{FF2B5EF4-FFF2-40B4-BE49-F238E27FC236}">
                <a16:creationId xmlns:a16="http://schemas.microsoft.com/office/drawing/2014/main" id="{7FBE79A8-D60E-ACC3-1CF9-8DB396A84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401" name="Rectangle 18">
            <a:extLst>
              <a:ext uri="{FF2B5EF4-FFF2-40B4-BE49-F238E27FC236}">
                <a16:creationId xmlns:a16="http://schemas.microsoft.com/office/drawing/2014/main" id="{65F54552-BB4C-345E-CC25-20240F362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402" name="Rectangle 19">
            <a:extLst>
              <a:ext uri="{FF2B5EF4-FFF2-40B4-BE49-F238E27FC236}">
                <a16:creationId xmlns:a16="http://schemas.microsoft.com/office/drawing/2014/main" id="{CD0F01D4-AF96-FAC0-C4D7-41302D7F5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403" name="Rectangle 20">
            <a:extLst>
              <a:ext uri="{FF2B5EF4-FFF2-40B4-BE49-F238E27FC236}">
                <a16:creationId xmlns:a16="http://schemas.microsoft.com/office/drawing/2014/main" id="{6DC8C9BA-C3EE-0B27-5CF4-72904D807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404" name="Rectangle 21">
            <a:extLst>
              <a:ext uri="{FF2B5EF4-FFF2-40B4-BE49-F238E27FC236}">
                <a16:creationId xmlns:a16="http://schemas.microsoft.com/office/drawing/2014/main" id="{DDAB6DC7-F5DB-6D13-F140-830D19B5E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405" name="Rectangle 22">
            <a:extLst>
              <a:ext uri="{FF2B5EF4-FFF2-40B4-BE49-F238E27FC236}">
                <a16:creationId xmlns:a16="http://schemas.microsoft.com/office/drawing/2014/main" id="{E6F9AB68-369E-2AD7-DE09-C032A98E8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406" name="Rectangle 23">
            <a:extLst>
              <a:ext uri="{FF2B5EF4-FFF2-40B4-BE49-F238E27FC236}">
                <a16:creationId xmlns:a16="http://schemas.microsoft.com/office/drawing/2014/main" id="{682C0481-E741-A14B-A7CD-4F8868586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407" name="Rectangle 24">
            <a:extLst>
              <a:ext uri="{FF2B5EF4-FFF2-40B4-BE49-F238E27FC236}">
                <a16:creationId xmlns:a16="http://schemas.microsoft.com/office/drawing/2014/main" id="{AFF372C2-8983-631D-04BC-BE557F5EE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24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408" name="Rectangle 25">
            <a:extLst>
              <a:ext uri="{FF2B5EF4-FFF2-40B4-BE49-F238E27FC236}">
                <a16:creationId xmlns:a16="http://schemas.microsoft.com/office/drawing/2014/main" id="{A35368CF-02CE-B290-E806-17CB2EAD3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409" name="Rectangle 26">
            <a:extLst>
              <a:ext uri="{FF2B5EF4-FFF2-40B4-BE49-F238E27FC236}">
                <a16:creationId xmlns:a16="http://schemas.microsoft.com/office/drawing/2014/main" id="{14014498-6A08-8C96-7B21-BA943E10D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24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410" name="Rectangle 27">
            <a:extLst>
              <a:ext uri="{FF2B5EF4-FFF2-40B4-BE49-F238E27FC236}">
                <a16:creationId xmlns:a16="http://schemas.microsoft.com/office/drawing/2014/main" id="{C15DF8E4-7645-A9C8-44A5-A5F6D7BD9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305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411" name="Rectangle 28">
            <a:extLst>
              <a:ext uri="{FF2B5EF4-FFF2-40B4-BE49-F238E27FC236}">
                <a16:creationId xmlns:a16="http://schemas.microsoft.com/office/drawing/2014/main" id="{626A8AF3-598E-A526-BACA-9A5D7B3D6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412" name="Rectangle 29">
            <a:extLst>
              <a:ext uri="{FF2B5EF4-FFF2-40B4-BE49-F238E27FC236}">
                <a16:creationId xmlns:a16="http://schemas.microsoft.com/office/drawing/2014/main" id="{B0CCEFD4-E688-F2A1-BC91-1BB254137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413" name="Rectangle 30">
            <a:extLst>
              <a:ext uri="{FF2B5EF4-FFF2-40B4-BE49-F238E27FC236}">
                <a16:creationId xmlns:a16="http://schemas.microsoft.com/office/drawing/2014/main" id="{1335441C-1079-ACA6-C688-207B24A6D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72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414" name="Rectangle 31">
            <a:extLst>
              <a:ext uri="{FF2B5EF4-FFF2-40B4-BE49-F238E27FC236}">
                <a16:creationId xmlns:a16="http://schemas.microsoft.com/office/drawing/2014/main" id="{A03873A0-8110-E567-E637-DA7CE89C6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415" name="Rectangle 32">
            <a:extLst>
              <a:ext uri="{FF2B5EF4-FFF2-40B4-BE49-F238E27FC236}">
                <a16:creationId xmlns:a16="http://schemas.microsoft.com/office/drawing/2014/main" id="{C7C5D963-12C3-838E-5B88-CE45C32DE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416" name="Rectangle 33">
            <a:extLst>
              <a:ext uri="{FF2B5EF4-FFF2-40B4-BE49-F238E27FC236}">
                <a16:creationId xmlns:a16="http://schemas.microsoft.com/office/drawing/2014/main" id="{6972431E-1581-1829-3ED2-6C24D9373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417" name="Rectangle 34">
            <a:extLst>
              <a:ext uri="{FF2B5EF4-FFF2-40B4-BE49-F238E27FC236}">
                <a16:creationId xmlns:a16="http://schemas.microsoft.com/office/drawing/2014/main" id="{FEDFAEA2-A805-904A-C322-5E6184F3A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6418" name="Rectangle 37">
            <a:extLst>
              <a:ext uri="{FF2B5EF4-FFF2-40B4-BE49-F238E27FC236}">
                <a16:creationId xmlns:a16="http://schemas.microsoft.com/office/drawing/2014/main" id="{F8B5AC2C-5FD3-4954-B026-8A065E779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8585" name="Rectangle 41">
            <a:extLst>
              <a:ext uri="{FF2B5EF4-FFF2-40B4-BE49-F238E27FC236}">
                <a16:creationId xmlns:a16="http://schemas.microsoft.com/office/drawing/2014/main" id="{80EE749D-8775-031D-E1D0-FDE9FFE2A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588" y="1050925"/>
            <a:ext cx="2132012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0" b="1">
                <a:solidFill>
                  <a:srgbClr val="FFC000"/>
                </a:solidFill>
              </a:rPr>
              <a:t>Ví dụ:</a:t>
            </a:r>
            <a:r>
              <a:rPr lang="en-US" altLang="en-US" sz="3000">
                <a:solidFill>
                  <a:schemeClr val="bg1"/>
                </a:solidFill>
              </a:rPr>
              <a:t>Tính</a:t>
            </a:r>
            <a:r>
              <a:rPr lang="en-US" altLang="en-US" sz="3000"/>
              <a:t> </a:t>
            </a:r>
          </a:p>
        </p:txBody>
      </p:sp>
      <p:sp>
        <p:nvSpPr>
          <p:cNvPr id="16420" name="Rectangle 43">
            <a:extLst>
              <a:ext uri="{FF2B5EF4-FFF2-40B4-BE49-F238E27FC236}">
                <a16:creationId xmlns:a16="http://schemas.microsoft.com/office/drawing/2014/main" id="{B4704486-0CEA-17C6-416D-22EA6EDD2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5911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08588" name="Object 44">
            <a:extLst>
              <a:ext uri="{FF2B5EF4-FFF2-40B4-BE49-F238E27FC236}">
                <a16:creationId xmlns:a16="http://schemas.microsoft.com/office/drawing/2014/main" id="{4BF5EB4D-5115-B643-148B-A607829FB9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71850" y="996950"/>
          <a:ext cx="2160588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4" name="Equation" r:id="rId3" imgW="1091726" imgH="355446" progId="Equation.DSMT4">
                  <p:embed/>
                </p:oleObj>
              </mc:Choice>
              <mc:Fallback>
                <p:oleObj name="Equation" r:id="rId3" imgW="1091726" imgH="355446" progId="Equation.DSMT4">
                  <p:embed/>
                  <p:pic>
                    <p:nvPicPr>
                      <p:cNvPr id="108588" name="Object 44">
                        <a:extLst>
                          <a:ext uri="{FF2B5EF4-FFF2-40B4-BE49-F238E27FC236}">
                            <a16:creationId xmlns:a16="http://schemas.microsoft.com/office/drawing/2014/main" id="{4BF5EB4D-5115-B643-148B-A607829FB9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1850" y="996950"/>
                        <a:ext cx="2160588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89" name="Rectangle 45">
            <a:extLst>
              <a:ext uri="{FF2B5EF4-FFF2-40B4-BE49-F238E27FC236}">
                <a16:creationId xmlns:a16="http://schemas.microsoft.com/office/drawing/2014/main" id="{CF53D1A1-D0B7-1C62-1DC7-F4966FB56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0800" y="1843088"/>
            <a:ext cx="97472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bg1"/>
                </a:solidFill>
              </a:rPr>
              <a:t>Giải:</a:t>
            </a:r>
          </a:p>
        </p:txBody>
      </p:sp>
      <p:sp>
        <p:nvSpPr>
          <p:cNvPr id="108590" name="Rectangle 46">
            <a:extLst>
              <a:ext uri="{FF2B5EF4-FFF2-40B4-BE49-F238E27FC236}">
                <a16:creationId xmlns:a16="http://schemas.microsoft.com/office/drawing/2014/main" id="{8C6B00CC-1274-1C15-3349-B6983B129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2419350"/>
            <a:ext cx="4446588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bg1"/>
                </a:solidFill>
              </a:rPr>
              <a:t>Đặt x = sint ⇒ t = sin</a:t>
            </a:r>
            <a:r>
              <a:rPr lang="en-US" altLang="en-US" sz="3000" baseline="30000">
                <a:solidFill>
                  <a:schemeClr val="bg1"/>
                </a:solidFill>
              </a:rPr>
              <a:t>-1</a:t>
            </a:r>
            <a:r>
              <a:rPr lang="en-US" altLang="en-US" sz="3000">
                <a:solidFill>
                  <a:schemeClr val="bg1"/>
                </a:solidFill>
              </a:rPr>
              <a:t>x  </a:t>
            </a:r>
          </a:p>
        </p:txBody>
      </p:sp>
      <p:sp>
        <p:nvSpPr>
          <p:cNvPr id="16424" name="Rectangle 48">
            <a:extLst>
              <a:ext uri="{FF2B5EF4-FFF2-40B4-BE49-F238E27FC236}">
                <a16:creationId xmlns:a16="http://schemas.microsoft.com/office/drawing/2014/main" id="{F98D38C5-7F8A-63BD-5E5A-6AF0A5D2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305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08593" name="Object 49">
            <a:extLst>
              <a:ext uri="{FF2B5EF4-FFF2-40B4-BE49-F238E27FC236}">
                <a16:creationId xmlns:a16="http://schemas.microsoft.com/office/drawing/2014/main" id="{63956884-4497-E458-5D6D-F77109F303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08663" y="2235200"/>
          <a:ext cx="20066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5" name="Equation" r:id="rId5" imgW="1015559" imgH="495085" progId="Equation.DSMT4">
                  <p:embed/>
                </p:oleObj>
              </mc:Choice>
              <mc:Fallback>
                <p:oleObj name="Equation" r:id="rId5" imgW="1015559" imgH="495085" progId="Equation.DSMT4">
                  <p:embed/>
                  <p:pic>
                    <p:nvPicPr>
                      <p:cNvPr id="108593" name="Object 49">
                        <a:extLst>
                          <a:ext uri="{FF2B5EF4-FFF2-40B4-BE49-F238E27FC236}">
                            <a16:creationId xmlns:a16="http://schemas.microsoft.com/office/drawing/2014/main" id="{63956884-4497-E458-5D6D-F77109F303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8663" y="2235200"/>
                        <a:ext cx="20066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94" name="Rectangle 50">
            <a:extLst>
              <a:ext uri="{FF2B5EF4-FFF2-40B4-BE49-F238E27FC236}">
                <a16:creationId xmlns:a16="http://schemas.microsoft.com/office/drawing/2014/main" id="{EEF07C74-AF81-F5E9-6475-4C31E18F7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175" y="3240088"/>
            <a:ext cx="26304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bg1"/>
                </a:solidFill>
              </a:rPr>
              <a:t>⇒ dx = costdt </a:t>
            </a:r>
          </a:p>
        </p:txBody>
      </p:sp>
      <p:sp>
        <p:nvSpPr>
          <p:cNvPr id="16427" name="Rectangle 52">
            <a:extLst>
              <a:ext uri="{FF2B5EF4-FFF2-40B4-BE49-F238E27FC236}">
                <a16:creationId xmlns:a16="http://schemas.microsoft.com/office/drawing/2014/main" id="{3D1D8A44-D7B8-8245-BBCF-56EBB3942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5911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08597" name="Object 53">
            <a:extLst>
              <a:ext uri="{FF2B5EF4-FFF2-40B4-BE49-F238E27FC236}">
                <a16:creationId xmlns:a16="http://schemas.microsoft.com/office/drawing/2014/main" id="{6251185B-6FF0-2DFB-BACD-B6432FC867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5913" y="3819525"/>
          <a:ext cx="8153400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6" name="Equation" r:id="rId7" imgW="3721100" imgH="355600" progId="Equation.DSMT4">
                  <p:embed/>
                </p:oleObj>
              </mc:Choice>
              <mc:Fallback>
                <p:oleObj name="Equation" r:id="rId7" imgW="3721100" imgH="355600" progId="Equation.DSMT4">
                  <p:embed/>
                  <p:pic>
                    <p:nvPicPr>
                      <p:cNvPr id="108597" name="Object 53">
                        <a:extLst>
                          <a:ext uri="{FF2B5EF4-FFF2-40B4-BE49-F238E27FC236}">
                            <a16:creationId xmlns:a16="http://schemas.microsoft.com/office/drawing/2014/main" id="{6251185B-6FF0-2DFB-BACD-B6432FC867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5913" y="3819525"/>
                        <a:ext cx="8153400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29" name="Rectangle 55">
            <a:extLst>
              <a:ext uri="{FF2B5EF4-FFF2-40B4-BE49-F238E27FC236}">
                <a16:creationId xmlns:a16="http://schemas.microsoft.com/office/drawing/2014/main" id="{8F613676-DB07-8A43-7DC8-383ED0021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305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08600" name="Object 56">
            <a:extLst>
              <a:ext uri="{FF2B5EF4-FFF2-40B4-BE49-F238E27FC236}">
                <a16:creationId xmlns:a16="http://schemas.microsoft.com/office/drawing/2014/main" id="{59CFB6E6-E479-017E-D424-B07EB03F53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55800" y="4724400"/>
          <a:ext cx="5151438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7" name="Equation" r:id="rId9" imgW="2679700" imgH="444500" progId="Equation.DSMT4">
                  <p:embed/>
                </p:oleObj>
              </mc:Choice>
              <mc:Fallback>
                <p:oleObj name="Equation" r:id="rId9" imgW="2679700" imgH="444500" progId="Equation.DSMT4">
                  <p:embed/>
                  <p:pic>
                    <p:nvPicPr>
                      <p:cNvPr id="108600" name="Object 56">
                        <a:extLst>
                          <a:ext uri="{FF2B5EF4-FFF2-40B4-BE49-F238E27FC236}">
                            <a16:creationId xmlns:a16="http://schemas.microsoft.com/office/drawing/2014/main" id="{59CFB6E6-E479-017E-D424-B07EB03F53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4724400"/>
                        <a:ext cx="5151438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31" name="Rectangle 58">
            <a:extLst>
              <a:ext uri="{FF2B5EF4-FFF2-40B4-BE49-F238E27FC236}">
                <a16:creationId xmlns:a16="http://schemas.microsoft.com/office/drawing/2014/main" id="{12801F06-1C93-CB73-1782-2F296E168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305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08603" name="Object 59">
            <a:extLst>
              <a:ext uri="{FF2B5EF4-FFF2-40B4-BE49-F238E27FC236}">
                <a16:creationId xmlns:a16="http://schemas.microsoft.com/office/drawing/2014/main" id="{61A7443A-9072-247F-F849-CE305E844E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0900" y="5661025"/>
          <a:ext cx="8164513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8" name="Equation" r:id="rId11" imgW="4089400" imgH="444500" progId="Equation.DSMT4">
                  <p:embed/>
                </p:oleObj>
              </mc:Choice>
              <mc:Fallback>
                <p:oleObj name="Equation" r:id="rId11" imgW="4089400" imgH="444500" progId="Equation.DSMT4">
                  <p:embed/>
                  <p:pic>
                    <p:nvPicPr>
                      <p:cNvPr id="108603" name="Object 59">
                        <a:extLst>
                          <a:ext uri="{FF2B5EF4-FFF2-40B4-BE49-F238E27FC236}">
                            <a16:creationId xmlns:a16="http://schemas.microsoft.com/office/drawing/2014/main" id="{61A7443A-9072-247F-F849-CE305E844E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0900" y="5661025"/>
                        <a:ext cx="8164513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1EF8EBE-3D9B-F5E7-6230-8EA10F72657E}"/>
                  </a:ext>
                </a:extLst>
              </p14:cNvPr>
              <p14:cNvContentPartPr/>
              <p14:nvPr/>
            </p14:nvContentPartPr>
            <p14:xfrm>
              <a:off x="9405360" y="911520"/>
              <a:ext cx="2098800" cy="573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1EF8EBE-3D9B-F5E7-6230-8EA10F72657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396000" y="902160"/>
                <a:ext cx="2117520" cy="592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8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8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8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8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8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8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85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8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8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8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8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8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8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8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8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8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85" grpId="0"/>
      <p:bldP spid="108589" grpId="0"/>
      <p:bldP spid="108590" grpId="0"/>
      <p:bldP spid="10859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>
            <a:extLst>
              <a:ext uri="{FF2B5EF4-FFF2-40B4-BE49-F238E27FC236}">
                <a16:creationId xmlns:a16="http://schemas.microsoft.com/office/drawing/2014/main" id="{33425114-653A-9D9D-1175-A13215657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3CC67F2-48FF-41FD-8A3B-6182D260E5DF}" type="slidenum">
              <a:rPr lang="vi-VN" altLang="en-US" sz="140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vi-VN" altLang="en-US" sz="1400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8604265A-C51A-A922-A7DF-E8DE1C71E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12" name="Rectangle 5">
            <a:extLst>
              <a:ext uri="{FF2B5EF4-FFF2-40B4-BE49-F238E27FC236}">
                <a16:creationId xmlns:a16="http://schemas.microsoft.com/office/drawing/2014/main" id="{660BA5C6-B927-BBD8-2BE1-728454B1B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788" y="3557588"/>
            <a:ext cx="230187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300">
                <a:ea typeface="Batang" panose="02030600000101010101" pitchFamily="18" charset="-127"/>
              </a:rPr>
              <a:t>.</a:t>
            </a:r>
            <a:endParaRPr lang="en-US" altLang="en-US" sz="1800"/>
          </a:p>
        </p:txBody>
      </p:sp>
      <p:sp>
        <p:nvSpPr>
          <p:cNvPr id="17413" name="Rectangle 6">
            <a:extLst>
              <a:ext uri="{FF2B5EF4-FFF2-40B4-BE49-F238E27FC236}">
                <a16:creationId xmlns:a16="http://schemas.microsoft.com/office/drawing/2014/main" id="{DC7EF951-8E20-83F8-E31E-6FF782FBE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1257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14" name="Rectangle 7">
            <a:extLst>
              <a:ext uri="{FF2B5EF4-FFF2-40B4-BE49-F238E27FC236}">
                <a16:creationId xmlns:a16="http://schemas.microsoft.com/office/drawing/2014/main" id="{3B180969-8590-36DC-98E8-E0D4C846F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876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15" name="Rectangle 8">
            <a:extLst>
              <a:ext uri="{FF2B5EF4-FFF2-40B4-BE49-F238E27FC236}">
                <a16:creationId xmlns:a16="http://schemas.microsoft.com/office/drawing/2014/main" id="{FF12E313-3AFB-8ACB-1769-51F58808A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16" name="Rectangle 9">
            <a:extLst>
              <a:ext uri="{FF2B5EF4-FFF2-40B4-BE49-F238E27FC236}">
                <a16:creationId xmlns:a16="http://schemas.microsoft.com/office/drawing/2014/main" id="{D0567733-9836-5F90-51C4-4E5E053DB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17" name="Rectangle 10">
            <a:extLst>
              <a:ext uri="{FF2B5EF4-FFF2-40B4-BE49-F238E27FC236}">
                <a16:creationId xmlns:a16="http://schemas.microsoft.com/office/drawing/2014/main" id="{1FED168B-B3EA-ED19-B2A0-F111FC35E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8781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18" name="Rectangle 11">
            <a:extLst>
              <a:ext uri="{FF2B5EF4-FFF2-40B4-BE49-F238E27FC236}">
                <a16:creationId xmlns:a16="http://schemas.microsoft.com/office/drawing/2014/main" id="{F3B92F6C-B8D2-CC66-B760-612284F77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19" name="Rectangle 12">
            <a:extLst>
              <a:ext uri="{FF2B5EF4-FFF2-40B4-BE49-F238E27FC236}">
                <a16:creationId xmlns:a16="http://schemas.microsoft.com/office/drawing/2014/main" id="{7AA86D93-3E09-C8FF-5384-FEB09F9B1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2101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20" name="Rectangle 13">
            <a:extLst>
              <a:ext uri="{FF2B5EF4-FFF2-40B4-BE49-F238E27FC236}">
                <a16:creationId xmlns:a16="http://schemas.microsoft.com/office/drawing/2014/main" id="{84A88E9F-E581-D0B9-265B-E4A1D1A8A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21" name="Rectangle 14">
            <a:extLst>
              <a:ext uri="{FF2B5EF4-FFF2-40B4-BE49-F238E27FC236}">
                <a16:creationId xmlns:a16="http://schemas.microsoft.com/office/drawing/2014/main" id="{D5B63A1A-4F19-C83F-A5BB-0E8EFB218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22" name="Rectangle 15">
            <a:extLst>
              <a:ext uri="{FF2B5EF4-FFF2-40B4-BE49-F238E27FC236}">
                <a16:creationId xmlns:a16="http://schemas.microsoft.com/office/drawing/2014/main" id="{B7D98AFD-D996-3897-25BA-B2AA90FA6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0196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23" name="Rectangle 16">
            <a:extLst>
              <a:ext uri="{FF2B5EF4-FFF2-40B4-BE49-F238E27FC236}">
                <a16:creationId xmlns:a16="http://schemas.microsoft.com/office/drawing/2014/main" id="{FCE4A512-6AD0-175B-C8B1-E469D1D8C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305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24" name="Rectangle 17">
            <a:extLst>
              <a:ext uri="{FF2B5EF4-FFF2-40B4-BE49-F238E27FC236}">
                <a16:creationId xmlns:a16="http://schemas.microsoft.com/office/drawing/2014/main" id="{85D209D3-8BC2-E7D4-9726-D46983C25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25" name="Rectangle 18">
            <a:extLst>
              <a:ext uri="{FF2B5EF4-FFF2-40B4-BE49-F238E27FC236}">
                <a16:creationId xmlns:a16="http://schemas.microsoft.com/office/drawing/2014/main" id="{A8CA1FD3-96A9-E6F9-D8DA-6FBCCA072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26" name="Rectangle 19">
            <a:extLst>
              <a:ext uri="{FF2B5EF4-FFF2-40B4-BE49-F238E27FC236}">
                <a16:creationId xmlns:a16="http://schemas.microsoft.com/office/drawing/2014/main" id="{ECB79E2F-22B6-5B5B-CDF7-36DD2A78F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27" name="Rectangle 20">
            <a:extLst>
              <a:ext uri="{FF2B5EF4-FFF2-40B4-BE49-F238E27FC236}">
                <a16:creationId xmlns:a16="http://schemas.microsoft.com/office/drawing/2014/main" id="{DB5C1E56-F229-7809-5059-E6F7CD90E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28" name="Rectangle 21">
            <a:extLst>
              <a:ext uri="{FF2B5EF4-FFF2-40B4-BE49-F238E27FC236}">
                <a16:creationId xmlns:a16="http://schemas.microsoft.com/office/drawing/2014/main" id="{A81773BA-1A4C-81C3-4EA3-9BD0F35F9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29" name="Rectangle 22">
            <a:extLst>
              <a:ext uri="{FF2B5EF4-FFF2-40B4-BE49-F238E27FC236}">
                <a16:creationId xmlns:a16="http://schemas.microsoft.com/office/drawing/2014/main" id="{DF80D8A3-B8B5-E968-0205-12A2AD9D2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30" name="Rectangle 23">
            <a:extLst>
              <a:ext uri="{FF2B5EF4-FFF2-40B4-BE49-F238E27FC236}">
                <a16:creationId xmlns:a16="http://schemas.microsoft.com/office/drawing/2014/main" id="{DEB25746-25BD-292F-D12C-4F7302340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31" name="Rectangle 24">
            <a:extLst>
              <a:ext uri="{FF2B5EF4-FFF2-40B4-BE49-F238E27FC236}">
                <a16:creationId xmlns:a16="http://schemas.microsoft.com/office/drawing/2014/main" id="{EF2FD31A-808D-E9EB-9D68-813E4D48E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24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32" name="Rectangle 25">
            <a:extLst>
              <a:ext uri="{FF2B5EF4-FFF2-40B4-BE49-F238E27FC236}">
                <a16:creationId xmlns:a16="http://schemas.microsoft.com/office/drawing/2014/main" id="{BC0EDF8B-4D9C-6F18-3746-17ABE8A74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33" name="Rectangle 26">
            <a:extLst>
              <a:ext uri="{FF2B5EF4-FFF2-40B4-BE49-F238E27FC236}">
                <a16:creationId xmlns:a16="http://schemas.microsoft.com/office/drawing/2014/main" id="{9AA13CDC-55CD-91B0-1F9C-ABBC33A69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24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34" name="Rectangle 27">
            <a:extLst>
              <a:ext uri="{FF2B5EF4-FFF2-40B4-BE49-F238E27FC236}">
                <a16:creationId xmlns:a16="http://schemas.microsoft.com/office/drawing/2014/main" id="{E61F4E65-3B9D-6C8A-C73F-4C5175CB4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305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35" name="Rectangle 28">
            <a:extLst>
              <a:ext uri="{FF2B5EF4-FFF2-40B4-BE49-F238E27FC236}">
                <a16:creationId xmlns:a16="http://schemas.microsoft.com/office/drawing/2014/main" id="{94956143-3FA2-AF8A-9568-6D10A5A69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36" name="Rectangle 29">
            <a:extLst>
              <a:ext uri="{FF2B5EF4-FFF2-40B4-BE49-F238E27FC236}">
                <a16:creationId xmlns:a16="http://schemas.microsoft.com/office/drawing/2014/main" id="{C4D914D3-88D9-479C-421C-BB34BD520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37" name="Rectangle 30">
            <a:extLst>
              <a:ext uri="{FF2B5EF4-FFF2-40B4-BE49-F238E27FC236}">
                <a16:creationId xmlns:a16="http://schemas.microsoft.com/office/drawing/2014/main" id="{95F2537A-9112-22B4-0C12-A851AEF64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72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38" name="Rectangle 31">
            <a:extLst>
              <a:ext uri="{FF2B5EF4-FFF2-40B4-BE49-F238E27FC236}">
                <a16:creationId xmlns:a16="http://schemas.microsoft.com/office/drawing/2014/main" id="{6A982945-E39E-715C-3B02-3D0875B20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39" name="Rectangle 32">
            <a:extLst>
              <a:ext uri="{FF2B5EF4-FFF2-40B4-BE49-F238E27FC236}">
                <a16:creationId xmlns:a16="http://schemas.microsoft.com/office/drawing/2014/main" id="{6E9C20D2-EFE4-D0E8-92FB-BAED8B413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40" name="Rectangle 33">
            <a:extLst>
              <a:ext uri="{FF2B5EF4-FFF2-40B4-BE49-F238E27FC236}">
                <a16:creationId xmlns:a16="http://schemas.microsoft.com/office/drawing/2014/main" id="{9721280B-0461-1406-24C4-A3C99EBD5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41" name="Rectangle 34">
            <a:extLst>
              <a:ext uri="{FF2B5EF4-FFF2-40B4-BE49-F238E27FC236}">
                <a16:creationId xmlns:a16="http://schemas.microsoft.com/office/drawing/2014/main" id="{97641A54-1C77-8A1F-0729-701C1351A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42" name="Rectangle 35">
            <a:extLst>
              <a:ext uri="{FF2B5EF4-FFF2-40B4-BE49-F238E27FC236}">
                <a16:creationId xmlns:a16="http://schemas.microsoft.com/office/drawing/2014/main" id="{D6E810CB-89BA-2DD9-9EBC-FEEBCC3C2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43" name="Rectangle 37">
            <a:extLst>
              <a:ext uri="{FF2B5EF4-FFF2-40B4-BE49-F238E27FC236}">
                <a16:creationId xmlns:a16="http://schemas.microsoft.com/office/drawing/2014/main" id="{9DC4DB4C-5B08-5A0F-C03B-2DA5C6DF5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5911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44" name="Rectangle 41">
            <a:extLst>
              <a:ext uri="{FF2B5EF4-FFF2-40B4-BE49-F238E27FC236}">
                <a16:creationId xmlns:a16="http://schemas.microsoft.com/office/drawing/2014/main" id="{19F06F67-210C-6832-0C90-2BA464627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305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45" name="Rectangle 44">
            <a:extLst>
              <a:ext uri="{FF2B5EF4-FFF2-40B4-BE49-F238E27FC236}">
                <a16:creationId xmlns:a16="http://schemas.microsoft.com/office/drawing/2014/main" id="{A044BB5B-4F9C-7B76-8251-662653DB5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5911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46" name="Rectangle 46">
            <a:extLst>
              <a:ext uri="{FF2B5EF4-FFF2-40B4-BE49-F238E27FC236}">
                <a16:creationId xmlns:a16="http://schemas.microsoft.com/office/drawing/2014/main" id="{03608C7A-8D28-4127-713D-0FA814B13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305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7447" name="Rectangle 48">
            <a:extLst>
              <a:ext uri="{FF2B5EF4-FFF2-40B4-BE49-F238E27FC236}">
                <a16:creationId xmlns:a16="http://schemas.microsoft.com/office/drawing/2014/main" id="{41ADF44A-3251-A90F-ABFE-ACFB339BE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305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09618" name="Rectangle 50">
            <a:extLst>
              <a:ext uri="{FF2B5EF4-FFF2-40B4-BE49-F238E27FC236}">
                <a16:creationId xmlns:a16="http://schemas.microsoft.com/office/drawing/2014/main" id="{3A6AB71D-A2C1-A915-6B1A-ACF196246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5063" y="570727"/>
            <a:ext cx="371608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0" b="1">
                <a:solidFill>
                  <a:srgbClr val="FFC000"/>
                </a:solidFill>
              </a:rPr>
              <a:t>2. Đổi biến dạng 2:</a:t>
            </a:r>
            <a:r>
              <a:rPr lang="en-US" altLang="en-US" sz="3000">
                <a:solidFill>
                  <a:srgbClr val="FFC000"/>
                </a:solidFill>
              </a:rPr>
              <a:t> </a:t>
            </a:r>
          </a:p>
        </p:txBody>
      </p:sp>
      <p:sp>
        <p:nvSpPr>
          <p:cNvPr id="17449" name="Rectangle 52">
            <a:extLst>
              <a:ext uri="{FF2B5EF4-FFF2-40B4-BE49-F238E27FC236}">
                <a16:creationId xmlns:a16="http://schemas.microsoft.com/office/drawing/2014/main" id="{1EA3ABA0-5A0F-8056-6B68-7603FE5E8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09621" name="Object 53">
            <a:extLst>
              <a:ext uri="{FF2B5EF4-FFF2-40B4-BE49-F238E27FC236}">
                <a16:creationId xmlns:a16="http://schemas.microsoft.com/office/drawing/2014/main" id="{DD7686DE-3B73-DFE1-AB87-D23828CA73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4825" y="1773238"/>
          <a:ext cx="2160588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8" name="Equation" r:id="rId3" imgW="914003" imgH="317362" progId="Equation.DSMT4">
                  <p:embed/>
                </p:oleObj>
              </mc:Choice>
              <mc:Fallback>
                <p:oleObj name="Equation" r:id="rId3" imgW="914003" imgH="317362" progId="Equation.DSMT4">
                  <p:embed/>
                  <p:pic>
                    <p:nvPicPr>
                      <p:cNvPr id="109621" name="Object 53">
                        <a:extLst>
                          <a:ext uri="{FF2B5EF4-FFF2-40B4-BE49-F238E27FC236}">
                            <a16:creationId xmlns:a16="http://schemas.microsoft.com/office/drawing/2014/main" id="{DD7686DE-3B73-DFE1-AB87-D23828CA73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5" y="1773238"/>
                        <a:ext cx="2160588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622" name="Rectangle 54">
            <a:extLst>
              <a:ext uri="{FF2B5EF4-FFF2-40B4-BE49-F238E27FC236}">
                <a16:creationId xmlns:a16="http://schemas.microsoft.com/office/drawing/2014/main" id="{6170B98D-A500-C2EE-4E60-B0970C388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875" y="1852613"/>
            <a:ext cx="134937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bg1"/>
                </a:solidFill>
              </a:rPr>
              <a:t>giả sử </a:t>
            </a:r>
          </a:p>
        </p:txBody>
      </p:sp>
      <p:sp>
        <p:nvSpPr>
          <p:cNvPr id="17452" name="Rectangle 56">
            <a:extLst>
              <a:ext uri="{FF2B5EF4-FFF2-40B4-BE49-F238E27FC236}">
                <a16:creationId xmlns:a16="http://schemas.microsoft.com/office/drawing/2014/main" id="{B622D48E-ECDF-5DAE-08DC-48895C13B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1305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09625" name="Object 57">
            <a:extLst>
              <a:ext uri="{FF2B5EF4-FFF2-40B4-BE49-F238E27FC236}">
                <a16:creationId xmlns:a16="http://schemas.microsoft.com/office/drawing/2014/main" id="{4CFF4DFA-F004-78F8-906D-AF3AC2266C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1150" y="1878013"/>
          <a:ext cx="3568700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9" name="Equation" r:id="rId5" imgW="1396394" imgH="215806" progId="Equation.DSMT4">
                  <p:embed/>
                </p:oleObj>
              </mc:Choice>
              <mc:Fallback>
                <p:oleObj name="Equation" r:id="rId5" imgW="1396394" imgH="215806" progId="Equation.DSMT4">
                  <p:embed/>
                  <p:pic>
                    <p:nvPicPr>
                      <p:cNvPr id="109625" name="Object 57">
                        <a:extLst>
                          <a:ext uri="{FF2B5EF4-FFF2-40B4-BE49-F238E27FC236}">
                            <a16:creationId xmlns:a16="http://schemas.microsoft.com/office/drawing/2014/main" id="{4CFF4DFA-F004-78F8-906D-AF3AC2266C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1150" y="1878013"/>
                        <a:ext cx="3568700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626" name="Rectangle 58">
            <a:extLst>
              <a:ext uri="{FF2B5EF4-FFF2-40B4-BE49-F238E27FC236}">
                <a16:creationId xmlns:a16="http://schemas.microsoft.com/office/drawing/2014/main" id="{E91A14D7-D634-2B16-87BD-34A9C99B14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2781300"/>
            <a:ext cx="24892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bg1"/>
                </a:solidFill>
              </a:rPr>
              <a:t>Khi đổi biến: </a:t>
            </a:r>
          </a:p>
        </p:txBody>
      </p:sp>
      <p:sp>
        <p:nvSpPr>
          <p:cNvPr id="17455" name="Rectangle 60">
            <a:extLst>
              <a:ext uri="{FF2B5EF4-FFF2-40B4-BE49-F238E27FC236}">
                <a16:creationId xmlns:a16="http://schemas.microsoft.com/office/drawing/2014/main" id="{C727F593-DDA2-3EC5-3026-B40838F5A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1305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09629" name="Object 61">
            <a:extLst>
              <a:ext uri="{FF2B5EF4-FFF2-40B4-BE49-F238E27FC236}">
                <a16:creationId xmlns:a16="http://schemas.microsoft.com/office/drawing/2014/main" id="{65A4905B-1700-B676-FA19-75193B5551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2588" y="2794000"/>
          <a:ext cx="42164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0" name="Equation" r:id="rId7" imgW="1739900" imgH="241300" progId="Equation.DSMT4">
                  <p:embed/>
                </p:oleObj>
              </mc:Choice>
              <mc:Fallback>
                <p:oleObj name="Equation" r:id="rId7" imgW="1739900" imgH="241300" progId="Equation.DSMT4">
                  <p:embed/>
                  <p:pic>
                    <p:nvPicPr>
                      <p:cNvPr id="109629" name="Object 61">
                        <a:extLst>
                          <a:ext uri="{FF2B5EF4-FFF2-40B4-BE49-F238E27FC236}">
                            <a16:creationId xmlns:a16="http://schemas.microsoft.com/office/drawing/2014/main" id="{65A4905B-1700-B676-FA19-75193B5551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2588" y="2794000"/>
                        <a:ext cx="42164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7" name="Rectangle 63">
            <a:extLst>
              <a:ext uri="{FF2B5EF4-FFF2-40B4-BE49-F238E27FC236}">
                <a16:creationId xmlns:a16="http://schemas.microsoft.com/office/drawing/2014/main" id="{0AF66F68-97C6-4F98-DB63-E53E7F5B6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09632" name="Object 64">
            <a:extLst>
              <a:ext uri="{FF2B5EF4-FFF2-40B4-BE49-F238E27FC236}">
                <a16:creationId xmlns:a16="http://schemas.microsoft.com/office/drawing/2014/main" id="{14333EFF-285E-4889-E5D0-1DD3B171B3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6600" y="3573463"/>
          <a:ext cx="4795838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1" name="Equation" r:id="rId9" imgW="2197100" imgH="317500" progId="Equation.DSMT4">
                  <p:embed/>
                </p:oleObj>
              </mc:Choice>
              <mc:Fallback>
                <p:oleObj name="Equation" r:id="rId9" imgW="2197100" imgH="317500" progId="Equation.DSMT4">
                  <p:embed/>
                  <p:pic>
                    <p:nvPicPr>
                      <p:cNvPr id="109632" name="Object 64">
                        <a:extLst>
                          <a:ext uri="{FF2B5EF4-FFF2-40B4-BE49-F238E27FC236}">
                            <a16:creationId xmlns:a16="http://schemas.microsoft.com/office/drawing/2014/main" id="{14333EFF-285E-4889-E5D0-1DD3B171B3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6600" y="3573463"/>
                        <a:ext cx="4795838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633" name="Rectangle 65">
            <a:extLst>
              <a:ext uri="{FF2B5EF4-FFF2-40B4-BE49-F238E27FC236}">
                <a16:creationId xmlns:a16="http://schemas.microsoft.com/office/drawing/2014/main" id="{EB4C0453-4EDF-35C6-86B6-812DEF7C3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4579938"/>
            <a:ext cx="1509713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bg1"/>
                </a:solidFill>
              </a:rPr>
              <a:t>Khí đó, </a:t>
            </a:r>
          </a:p>
        </p:txBody>
      </p:sp>
      <p:sp>
        <p:nvSpPr>
          <p:cNvPr id="17460" name="Rectangle 67">
            <a:extLst>
              <a:ext uri="{FF2B5EF4-FFF2-40B4-BE49-F238E27FC236}">
                <a16:creationId xmlns:a16="http://schemas.microsoft.com/office/drawing/2014/main" id="{40870372-DFD4-10B2-9DB5-D11996AD9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09636" name="Object 68">
            <a:extLst>
              <a:ext uri="{FF2B5EF4-FFF2-40B4-BE49-F238E27FC236}">
                <a16:creationId xmlns:a16="http://schemas.microsoft.com/office/drawing/2014/main" id="{EDFD35CD-0DD1-C367-2384-65A1F5331A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9150" y="4437063"/>
          <a:ext cx="2520950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2" name="Equation" r:id="rId11" imgW="914003" imgH="317362" progId="Equation.DSMT4">
                  <p:embed/>
                </p:oleObj>
              </mc:Choice>
              <mc:Fallback>
                <p:oleObj name="Equation" r:id="rId11" imgW="914003" imgH="317362" progId="Equation.DSMT4">
                  <p:embed/>
                  <p:pic>
                    <p:nvPicPr>
                      <p:cNvPr id="109636" name="Object 68">
                        <a:extLst>
                          <a:ext uri="{FF2B5EF4-FFF2-40B4-BE49-F238E27FC236}">
                            <a16:creationId xmlns:a16="http://schemas.microsoft.com/office/drawing/2014/main" id="{EDFD35CD-0DD1-C367-2384-65A1F5331A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4437063"/>
                        <a:ext cx="2520950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637" name="Rectangle 69">
            <a:extLst>
              <a:ext uri="{FF2B5EF4-FFF2-40B4-BE49-F238E27FC236}">
                <a16:creationId xmlns:a16="http://schemas.microsoft.com/office/drawing/2014/main" id="{88BE85EF-ACA3-E518-7DF9-7DD6457EE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588" y="5446713"/>
            <a:ext cx="964088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bg1"/>
                </a:solidFill>
              </a:rPr>
              <a:t>→Dẫn đến bài toán tìm tích phân theo biến u, sau đó ta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bg1"/>
                </a:solidFill>
              </a:rPr>
              <a:t>lại trả biến u về biến x.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D9D9475-D4C7-FE0C-CEE7-E41F8397DBDE}"/>
                  </a:ext>
                </a:extLst>
              </p14:cNvPr>
              <p14:cNvContentPartPr/>
              <p14:nvPr/>
            </p14:nvContentPartPr>
            <p14:xfrm>
              <a:off x="4860720" y="3237120"/>
              <a:ext cx="732960" cy="463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D9D9475-D4C7-FE0C-CEE7-E41F8397DBD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851360" y="3227760"/>
                <a:ext cx="751680" cy="482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96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9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9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9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9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9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9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9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9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9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9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9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9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9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618" grpId="0"/>
      <p:bldP spid="109622" grpId="0"/>
      <p:bldP spid="109626" grpId="0"/>
      <p:bldP spid="109633" grpId="0"/>
      <p:bldP spid="10963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>
            <a:extLst>
              <a:ext uri="{FF2B5EF4-FFF2-40B4-BE49-F238E27FC236}">
                <a16:creationId xmlns:a16="http://schemas.microsoft.com/office/drawing/2014/main" id="{6DF2CF98-6D95-730D-CA2A-6ED8D6968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1546BB0-E47F-4E95-A7FF-B8BB254E22C6}" type="slidenum">
              <a:rPr lang="vi-VN" altLang="en-US" sz="140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vi-VN" altLang="en-US" sz="1400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36A0F6EE-6BF9-02E2-E656-3D3A452FC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36" name="Rectangle 5">
            <a:extLst>
              <a:ext uri="{FF2B5EF4-FFF2-40B4-BE49-F238E27FC236}">
                <a16:creationId xmlns:a16="http://schemas.microsoft.com/office/drawing/2014/main" id="{73FA126E-4B47-A94E-1409-F45510D9F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788" y="3557588"/>
            <a:ext cx="230187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300">
                <a:ea typeface="Batang" panose="02030600000101010101" pitchFamily="18" charset="-127"/>
              </a:rPr>
              <a:t>.</a:t>
            </a:r>
            <a:endParaRPr lang="en-US" altLang="en-US" sz="1800"/>
          </a:p>
        </p:txBody>
      </p:sp>
      <p:sp>
        <p:nvSpPr>
          <p:cNvPr id="18437" name="Rectangle 6">
            <a:extLst>
              <a:ext uri="{FF2B5EF4-FFF2-40B4-BE49-F238E27FC236}">
                <a16:creationId xmlns:a16="http://schemas.microsoft.com/office/drawing/2014/main" id="{964610C5-BE0F-B36F-A899-682353F73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1257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38" name="Rectangle 7">
            <a:extLst>
              <a:ext uri="{FF2B5EF4-FFF2-40B4-BE49-F238E27FC236}">
                <a16:creationId xmlns:a16="http://schemas.microsoft.com/office/drawing/2014/main" id="{B02EB489-C94C-EC28-8762-2A166205C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876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39" name="Rectangle 8">
            <a:extLst>
              <a:ext uri="{FF2B5EF4-FFF2-40B4-BE49-F238E27FC236}">
                <a16:creationId xmlns:a16="http://schemas.microsoft.com/office/drawing/2014/main" id="{68C4879A-62F2-A22D-ADEB-CA026ACB3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40" name="Rectangle 9">
            <a:extLst>
              <a:ext uri="{FF2B5EF4-FFF2-40B4-BE49-F238E27FC236}">
                <a16:creationId xmlns:a16="http://schemas.microsoft.com/office/drawing/2014/main" id="{879CD663-A775-4A7C-88CF-D15923E2E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41" name="Rectangle 10">
            <a:extLst>
              <a:ext uri="{FF2B5EF4-FFF2-40B4-BE49-F238E27FC236}">
                <a16:creationId xmlns:a16="http://schemas.microsoft.com/office/drawing/2014/main" id="{C2418A80-0C5D-ADD2-462C-AC9DB8F91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8781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42" name="Rectangle 11">
            <a:extLst>
              <a:ext uri="{FF2B5EF4-FFF2-40B4-BE49-F238E27FC236}">
                <a16:creationId xmlns:a16="http://schemas.microsoft.com/office/drawing/2014/main" id="{1FD29BCA-6E02-0732-42EC-E4EFFA562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43" name="Rectangle 12">
            <a:extLst>
              <a:ext uri="{FF2B5EF4-FFF2-40B4-BE49-F238E27FC236}">
                <a16:creationId xmlns:a16="http://schemas.microsoft.com/office/drawing/2014/main" id="{49EE6400-B8CF-DA8A-9ADD-E9F2B13EC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2101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44" name="Rectangle 13">
            <a:extLst>
              <a:ext uri="{FF2B5EF4-FFF2-40B4-BE49-F238E27FC236}">
                <a16:creationId xmlns:a16="http://schemas.microsoft.com/office/drawing/2014/main" id="{A6ACD999-E094-BA33-8877-F930245EC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45" name="Rectangle 14">
            <a:extLst>
              <a:ext uri="{FF2B5EF4-FFF2-40B4-BE49-F238E27FC236}">
                <a16:creationId xmlns:a16="http://schemas.microsoft.com/office/drawing/2014/main" id="{768142A7-0CB4-C570-583E-82974C22B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46" name="Rectangle 15">
            <a:extLst>
              <a:ext uri="{FF2B5EF4-FFF2-40B4-BE49-F238E27FC236}">
                <a16:creationId xmlns:a16="http://schemas.microsoft.com/office/drawing/2014/main" id="{9427AB70-8416-26D9-BA68-CE9E14BE9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0196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47" name="Rectangle 16">
            <a:extLst>
              <a:ext uri="{FF2B5EF4-FFF2-40B4-BE49-F238E27FC236}">
                <a16:creationId xmlns:a16="http://schemas.microsoft.com/office/drawing/2014/main" id="{86EDF43F-CC3C-C55B-B285-7C97DDF29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305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48" name="Rectangle 17">
            <a:extLst>
              <a:ext uri="{FF2B5EF4-FFF2-40B4-BE49-F238E27FC236}">
                <a16:creationId xmlns:a16="http://schemas.microsoft.com/office/drawing/2014/main" id="{CBFE3E0A-D335-5AEA-0C74-2C2996DCC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49" name="Rectangle 18">
            <a:extLst>
              <a:ext uri="{FF2B5EF4-FFF2-40B4-BE49-F238E27FC236}">
                <a16:creationId xmlns:a16="http://schemas.microsoft.com/office/drawing/2014/main" id="{F776BFF9-8145-93E3-92D9-D55557958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50" name="Rectangle 19">
            <a:extLst>
              <a:ext uri="{FF2B5EF4-FFF2-40B4-BE49-F238E27FC236}">
                <a16:creationId xmlns:a16="http://schemas.microsoft.com/office/drawing/2014/main" id="{CEA62D69-C4DD-4F6C-E9D2-BF52E2002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51" name="Rectangle 20">
            <a:extLst>
              <a:ext uri="{FF2B5EF4-FFF2-40B4-BE49-F238E27FC236}">
                <a16:creationId xmlns:a16="http://schemas.microsoft.com/office/drawing/2014/main" id="{FA7CF41B-460C-6343-B63E-C89BE6908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52" name="Rectangle 21">
            <a:extLst>
              <a:ext uri="{FF2B5EF4-FFF2-40B4-BE49-F238E27FC236}">
                <a16:creationId xmlns:a16="http://schemas.microsoft.com/office/drawing/2014/main" id="{D12CF721-528F-9F05-D001-E008D44F2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53" name="Rectangle 22">
            <a:extLst>
              <a:ext uri="{FF2B5EF4-FFF2-40B4-BE49-F238E27FC236}">
                <a16:creationId xmlns:a16="http://schemas.microsoft.com/office/drawing/2014/main" id="{EEC045F4-EFB9-8612-F310-6395F2FEC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54" name="Rectangle 23">
            <a:extLst>
              <a:ext uri="{FF2B5EF4-FFF2-40B4-BE49-F238E27FC236}">
                <a16:creationId xmlns:a16="http://schemas.microsoft.com/office/drawing/2014/main" id="{F3FAA185-F837-21BC-5C7B-120B8307A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55" name="Rectangle 24">
            <a:extLst>
              <a:ext uri="{FF2B5EF4-FFF2-40B4-BE49-F238E27FC236}">
                <a16:creationId xmlns:a16="http://schemas.microsoft.com/office/drawing/2014/main" id="{0DCFBB4C-4515-7BB3-80E4-4FA1048A7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24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56" name="Rectangle 25">
            <a:extLst>
              <a:ext uri="{FF2B5EF4-FFF2-40B4-BE49-F238E27FC236}">
                <a16:creationId xmlns:a16="http://schemas.microsoft.com/office/drawing/2014/main" id="{CAB2521A-0F65-9647-FF27-B201C541D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57" name="Rectangle 26">
            <a:extLst>
              <a:ext uri="{FF2B5EF4-FFF2-40B4-BE49-F238E27FC236}">
                <a16:creationId xmlns:a16="http://schemas.microsoft.com/office/drawing/2014/main" id="{41611E07-7DC1-89F2-6345-519022D3A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24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58" name="Rectangle 27">
            <a:extLst>
              <a:ext uri="{FF2B5EF4-FFF2-40B4-BE49-F238E27FC236}">
                <a16:creationId xmlns:a16="http://schemas.microsoft.com/office/drawing/2014/main" id="{6DF55623-AAB6-C1C3-D318-1E0A40647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305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59" name="Rectangle 28">
            <a:extLst>
              <a:ext uri="{FF2B5EF4-FFF2-40B4-BE49-F238E27FC236}">
                <a16:creationId xmlns:a16="http://schemas.microsoft.com/office/drawing/2014/main" id="{0C7C772B-1040-6CFC-BD11-2E5799C94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60" name="Rectangle 29">
            <a:extLst>
              <a:ext uri="{FF2B5EF4-FFF2-40B4-BE49-F238E27FC236}">
                <a16:creationId xmlns:a16="http://schemas.microsoft.com/office/drawing/2014/main" id="{71299B2F-8F15-D0BC-0D2B-D97E2782E8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61" name="Rectangle 30">
            <a:extLst>
              <a:ext uri="{FF2B5EF4-FFF2-40B4-BE49-F238E27FC236}">
                <a16:creationId xmlns:a16="http://schemas.microsoft.com/office/drawing/2014/main" id="{9A0DA4D4-A62E-9B38-5F86-089891DE1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72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62" name="Rectangle 31">
            <a:extLst>
              <a:ext uri="{FF2B5EF4-FFF2-40B4-BE49-F238E27FC236}">
                <a16:creationId xmlns:a16="http://schemas.microsoft.com/office/drawing/2014/main" id="{6E437298-AE1B-2C71-C15C-2BCCE1635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63" name="Rectangle 32">
            <a:extLst>
              <a:ext uri="{FF2B5EF4-FFF2-40B4-BE49-F238E27FC236}">
                <a16:creationId xmlns:a16="http://schemas.microsoft.com/office/drawing/2014/main" id="{8B9339E8-4459-438E-D377-FE3F57378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64" name="Rectangle 33">
            <a:extLst>
              <a:ext uri="{FF2B5EF4-FFF2-40B4-BE49-F238E27FC236}">
                <a16:creationId xmlns:a16="http://schemas.microsoft.com/office/drawing/2014/main" id="{206A61CD-E7A7-4FBB-BF5E-FABE2F597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65" name="Rectangle 34">
            <a:extLst>
              <a:ext uri="{FF2B5EF4-FFF2-40B4-BE49-F238E27FC236}">
                <a16:creationId xmlns:a16="http://schemas.microsoft.com/office/drawing/2014/main" id="{F75EFF49-C836-1D38-316D-9CF2C804F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66" name="Rectangle 35">
            <a:extLst>
              <a:ext uri="{FF2B5EF4-FFF2-40B4-BE49-F238E27FC236}">
                <a16:creationId xmlns:a16="http://schemas.microsoft.com/office/drawing/2014/main" id="{6CEAD2B9-5CAE-4468-7341-72D8C69F5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67" name="Rectangle 36">
            <a:extLst>
              <a:ext uri="{FF2B5EF4-FFF2-40B4-BE49-F238E27FC236}">
                <a16:creationId xmlns:a16="http://schemas.microsoft.com/office/drawing/2014/main" id="{3F689B0E-10F6-C984-0FAC-AB21361F4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5911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68" name="Rectangle 37">
            <a:extLst>
              <a:ext uri="{FF2B5EF4-FFF2-40B4-BE49-F238E27FC236}">
                <a16:creationId xmlns:a16="http://schemas.microsoft.com/office/drawing/2014/main" id="{C49DF6A9-33D5-82C7-E032-1910E9737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305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69" name="Rectangle 38">
            <a:extLst>
              <a:ext uri="{FF2B5EF4-FFF2-40B4-BE49-F238E27FC236}">
                <a16:creationId xmlns:a16="http://schemas.microsoft.com/office/drawing/2014/main" id="{AA405822-E929-EF6E-CCC8-3534DE0EE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5911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70" name="Rectangle 39">
            <a:extLst>
              <a:ext uri="{FF2B5EF4-FFF2-40B4-BE49-F238E27FC236}">
                <a16:creationId xmlns:a16="http://schemas.microsoft.com/office/drawing/2014/main" id="{5653B955-F7FD-6F33-F689-237238FE3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305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71" name="Rectangle 40">
            <a:extLst>
              <a:ext uri="{FF2B5EF4-FFF2-40B4-BE49-F238E27FC236}">
                <a16:creationId xmlns:a16="http://schemas.microsoft.com/office/drawing/2014/main" id="{1B172E8E-1C3A-ADCD-95BA-DF5A8ADC0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305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72" name="Rectangle 42">
            <a:extLst>
              <a:ext uri="{FF2B5EF4-FFF2-40B4-BE49-F238E27FC236}">
                <a16:creationId xmlns:a16="http://schemas.microsoft.com/office/drawing/2014/main" id="{34260C64-04B1-453B-7992-45FCDF059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73" name="Rectangle 45">
            <a:extLst>
              <a:ext uri="{FF2B5EF4-FFF2-40B4-BE49-F238E27FC236}">
                <a16:creationId xmlns:a16="http://schemas.microsoft.com/office/drawing/2014/main" id="{67E5FAE4-B536-E2F6-2D73-31FBFA33B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1305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74" name="Rectangle 48">
            <a:extLst>
              <a:ext uri="{FF2B5EF4-FFF2-40B4-BE49-F238E27FC236}">
                <a16:creationId xmlns:a16="http://schemas.microsoft.com/office/drawing/2014/main" id="{2F9A4E16-9EA1-AF32-B15B-BA8257054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1305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75" name="Rectangle 50">
            <a:extLst>
              <a:ext uri="{FF2B5EF4-FFF2-40B4-BE49-F238E27FC236}">
                <a16:creationId xmlns:a16="http://schemas.microsoft.com/office/drawing/2014/main" id="{8D3696A7-2B30-0075-A3DA-84B84049F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76" name="Rectangle 53">
            <a:extLst>
              <a:ext uri="{FF2B5EF4-FFF2-40B4-BE49-F238E27FC236}">
                <a16:creationId xmlns:a16="http://schemas.microsoft.com/office/drawing/2014/main" id="{B33270CC-07E2-CDDC-465B-96ADF8B08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8477" name="Rectangle 56">
            <a:extLst>
              <a:ext uri="{FF2B5EF4-FFF2-40B4-BE49-F238E27FC236}">
                <a16:creationId xmlns:a16="http://schemas.microsoft.com/office/drawing/2014/main" id="{CCB7F70D-BF9C-4B71-10BC-D3CAE1538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7138" y="457200"/>
            <a:ext cx="9601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 b="1">
                <a:solidFill>
                  <a:srgbClr val="FFC000"/>
                </a:solidFill>
              </a:rPr>
              <a:t>Chú ý: </a:t>
            </a:r>
            <a:r>
              <a:rPr lang="en-US" altLang="en-US" sz="3000">
                <a:solidFill>
                  <a:schemeClr val="bg1"/>
                </a:solidFill>
              </a:rPr>
              <a:t>Nếu trong dấu tích phân có các dạng sau thì ta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bg1"/>
                </a:solidFill>
              </a:rPr>
              <a:t>đối biến </a:t>
            </a:r>
            <a:r>
              <a:rPr lang="en-US" altLang="en-US" sz="3000" b="1">
                <a:solidFill>
                  <a:schemeClr val="bg1"/>
                </a:solidFill>
              </a:rPr>
              <a:t>u</a:t>
            </a:r>
            <a:r>
              <a:rPr lang="en-US" altLang="en-US" sz="3000">
                <a:solidFill>
                  <a:schemeClr val="bg1"/>
                </a:solidFill>
              </a:rPr>
              <a:t> như sau :</a:t>
            </a:r>
          </a:p>
        </p:txBody>
      </p:sp>
      <p:sp>
        <p:nvSpPr>
          <p:cNvPr id="18478" name="Rectangle 58">
            <a:extLst>
              <a:ext uri="{FF2B5EF4-FFF2-40B4-BE49-F238E27FC236}">
                <a16:creationId xmlns:a16="http://schemas.microsoft.com/office/drawing/2014/main" id="{AFE5B864-CB87-334D-D9C6-D123EFD3C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1257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8479" name="Object 57">
            <a:extLst>
              <a:ext uri="{FF2B5EF4-FFF2-40B4-BE49-F238E27FC236}">
                <a16:creationId xmlns:a16="http://schemas.microsoft.com/office/drawing/2014/main" id="{DBCE5A50-221C-5BE8-EED5-338F587C2B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87488" y="1700213"/>
          <a:ext cx="3527425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42" name="Equation" r:id="rId3" imgW="1282700" imgH="241300" progId="Equation.DSMT4">
                  <p:embed/>
                </p:oleObj>
              </mc:Choice>
              <mc:Fallback>
                <p:oleObj name="Equation" r:id="rId3" imgW="1282700" imgH="241300" progId="Equation.DSMT4">
                  <p:embed/>
                  <p:pic>
                    <p:nvPicPr>
                      <p:cNvPr id="18479" name="Object 57">
                        <a:extLst>
                          <a:ext uri="{FF2B5EF4-FFF2-40B4-BE49-F238E27FC236}">
                            <a16:creationId xmlns:a16="http://schemas.microsoft.com/office/drawing/2014/main" id="{DBCE5A50-221C-5BE8-EED5-338F587C2B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1700213"/>
                        <a:ext cx="3527425" cy="652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80" name="Rectangle 60">
            <a:extLst>
              <a:ext uri="{FF2B5EF4-FFF2-40B4-BE49-F238E27FC236}">
                <a16:creationId xmlns:a16="http://schemas.microsoft.com/office/drawing/2014/main" id="{10445356-5F0D-730D-3565-15CB655AC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8481" name="Object 59">
            <a:extLst>
              <a:ext uri="{FF2B5EF4-FFF2-40B4-BE49-F238E27FC236}">
                <a16:creationId xmlns:a16="http://schemas.microsoft.com/office/drawing/2014/main" id="{05057961-AF4C-9D96-248F-105784A8BF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75500" y="1643063"/>
          <a:ext cx="2305050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43" name="Equation" r:id="rId5" imgW="1028254" imgH="444307" progId="Equation.DSMT4">
                  <p:embed/>
                </p:oleObj>
              </mc:Choice>
              <mc:Fallback>
                <p:oleObj name="Equation" r:id="rId5" imgW="1028254" imgH="444307" progId="Equation.DSMT4">
                  <p:embed/>
                  <p:pic>
                    <p:nvPicPr>
                      <p:cNvPr id="18481" name="Object 59">
                        <a:extLst>
                          <a:ext uri="{FF2B5EF4-FFF2-40B4-BE49-F238E27FC236}">
                            <a16:creationId xmlns:a16="http://schemas.microsoft.com/office/drawing/2014/main" id="{05057961-AF4C-9D96-248F-105784A8BF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0" y="1643063"/>
                        <a:ext cx="2305050" cy="995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82" name="Rectangle 62">
            <a:extLst>
              <a:ext uri="{FF2B5EF4-FFF2-40B4-BE49-F238E27FC236}">
                <a16:creationId xmlns:a16="http://schemas.microsoft.com/office/drawing/2014/main" id="{A0ADA470-C95F-054A-8ACC-29A71F9A0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8483" name="Object 61">
            <a:extLst>
              <a:ext uri="{FF2B5EF4-FFF2-40B4-BE49-F238E27FC236}">
                <a16:creationId xmlns:a16="http://schemas.microsoft.com/office/drawing/2014/main" id="{5E1AEF7C-A03B-4AD2-12D7-17F3695DDE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3213" y="2435225"/>
          <a:ext cx="205740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44" name="Equation" r:id="rId7" imgW="875920" imgH="444307" progId="Equation.DSMT4">
                  <p:embed/>
                </p:oleObj>
              </mc:Choice>
              <mc:Fallback>
                <p:oleObj name="Equation" r:id="rId7" imgW="875920" imgH="444307" progId="Equation.DSMT4">
                  <p:embed/>
                  <p:pic>
                    <p:nvPicPr>
                      <p:cNvPr id="18483" name="Object 61">
                        <a:extLst>
                          <a:ext uri="{FF2B5EF4-FFF2-40B4-BE49-F238E27FC236}">
                            <a16:creationId xmlns:a16="http://schemas.microsoft.com/office/drawing/2014/main" id="{5E1AEF7C-A03B-4AD2-12D7-17F3695DDE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3213" y="2435225"/>
                        <a:ext cx="2057400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84" name="Rectangle 64">
            <a:extLst>
              <a:ext uri="{FF2B5EF4-FFF2-40B4-BE49-F238E27FC236}">
                <a16:creationId xmlns:a16="http://schemas.microsoft.com/office/drawing/2014/main" id="{7235DE2E-995B-3275-8C2E-3640E4540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305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8485" name="Object 63">
            <a:extLst>
              <a:ext uri="{FF2B5EF4-FFF2-40B4-BE49-F238E27FC236}">
                <a16:creationId xmlns:a16="http://schemas.microsoft.com/office/drawing/2014/main" id="{8C7079AA-B620-01E8-E475-2AFEE728B4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19963" y="2708275"/>
          <a:ext cx="2376487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45" name="Equation" r:id="rId9" imgW="1002865" imgH="431613" progId="Equation.DSMT4">
                  <p:embed/>
                </p:oleObj>
              </mc:Choice>
              <mc:Fallback>
                <p:oleObj name="Equation" r:id="rId9" imgW="1002865" imgH="431613" progId="Equation.DSMT4">
                  <p:embed/>
                  <p:pic>
                    <p:nvPicPr>
                      <p:cNvPr id="18485" name="Object 63">
                        <a:extLst>
                          <a:ext uri="{FF2B5EF4-FFF2-40B4-BE49-F238E27FC236}">
                            <a16:creationId xmlns:a16="http://schemas.microsoft.com/office/drawing/2014/main" id="{8C7079AA-B620-01E8-E475-2AFEE728B4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9963" y="2708275"/>
                        <a:ext cx="2376487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86" name="Rectangle 66">
            <a:extLst>
              <a:ext uri="{FF2B5EF4-FFF2-40B4-BE49-F238E27FC236}">
                <a16:creationId xmlns:a16="http://schemas.microsoft.com/office/drawing/2014/main" id="{7342A755-2417-AE16-3646-2B2A8CB19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1496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8487" name="Object 65">
            <a:extLst>
              <a:ext uri="{FF2B5EF4-FFF2-40B4-BE49-F238E27FC236}">
                <a16:creationId xmlns:a16="http://schemas.microsoft.com/office/drawing/2014/main" id="{89DF59C7-A5BB-F9EA-9CAB-3DBC2B3E06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87488" y="3716338"/>
          <a:ext cx="3671887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46" name="Equation" r:id="rId11" imgW="1358900" imgH="190500" progId="Equation.DSMT4">
                  <p:embed/>
                </p:oleObj>
              </mc:Choice>
              <mc:Fallback>
                <p:oleObj name="Equation" r:id="rId11" imgW="1358900" imgH="190500" progId="Equation.DSMT4">
                  <p:embed/>
                  <p:pic>
                    <p:nvPicPr>
                      <p:cNvPr id="18487" name="Object 65">
                        <a:extLst>
                          <a:ext uri="{FF2B5EF4-FFF2-40B4-BE49-F238E27FC236}">
                            <a16:creationId xmlns:a16="http://schemas.microsoft.com/office/drawing/2014/main" id="{89DF59C7-A5BB-F9EA-9CAB-3DBC2B3E06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3716338"/>
                        <a:ext cx="3671887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88" name="Rectangle 68">
            <a:extLst>
              <a:ext uri="{FF2B5EF4-FFF2-40B4-BE49-F238E27FC236}">
                <a16:creationId xmlns:a16="http://schemas.microsoft.com/office/drawing/2014/main" id="{46C2C603-56F6-317A-B9B3-7D2574CF8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1496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8489" name="Object 67">
            <a:extLst>
              <a:ext uri="{FF2B5EF4-FFF2-40B4-BE49-F238E27FC236}">
                <a16:creationId xmlns:a16="http://schemas.microsoft.com/office/drawing/2014/main" id="{27FA49AF-E24E-A346-E6BE-C263C3F65F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1838" y="3933825"/>
          <a:ext cx="335756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47" name="Equation" r:id="rId13" imgW="1358900" imgH="190500" progId="Equation.DSMT4">
                  <p:embed/>
                </p:oleObj>
              </mc:Choice>
              <mc:Fallback>
                <p:oleObj name="Equation" r:id="rId13" imgW="1358900" imgH="190500" progId="Equation.DSMT4">
                  <p:embed/>
                  <p:pic>
                    <p:nvPicPr>
                      <p:cNvPr id="18489" name="Object 67">
                        <a:extLst>
                          <a:ext uri="{FF2B5EF4-FFF2-40B4-BE49-F238E27FC236}">
                            <a16:creationId xmlns:a16="http://schemas.microsoft.com/office/drawing/2014/main" id="{27FA49AF-E24E-A346-E6BE-C263C3F65F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1838" y="3933825"/>
                        <a:ext cx="3357562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90" name="Rectangle 70">
            <a:extLst>
              <a:ext uri="{FF2B5EF4-FFF2-40B4-BE49-F238E27FC236}">
                <a16:creationId xmlns:a16="http://schemas.microsoft.com/office/drawing/2014/main" id="{0D307F34-9A8C-99F8-CE82-33CE7C884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8491" name="Object 69">
            <a:extLst>
              <a:ext uri="{FF2B5EF4-FFF2-40B4-BE49-F238E27FC236}">
                <a16:creationId xmlns:a16="http://schemas.microsoft.com/office/drawing/2014/main" id="{ECDD5F75-35AA-D285-64BC-BF1DD58B51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01775" y="4379913"/>
          <a:ext cx="2995613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48" name="Equation" r:id="rId15" imgW="1320227" imgH="444307" progId="Equation.DSMT4">
                  <p:embed/>
                </p:oleObj>
              </mc:Choice>
              <mc:Fallback>
                <p:oleObj name="Equation" r:id="rId15" imgW="1320227" imgH="444307" progId="Equation.DSMT4">
                  <p:embed/>
                  <p:pic>
                    <p:nvPicPr>
                      <p:cNvPr id="18491" name="Object 69">
                        <a:extLst>
                          <a:ext uri="{FF2B5EF4-FFF2-40B4-BE49-F238E27FC236}">
                            <a16:creationId xmlns:a16="http://schemas.microsoft.com/office/drawing/2014/main" id="{ECDD5F75-35AA-D285-64BC-BF1DD58B51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1775" y="4379913"/>
                        <a:ext cx="2995613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92" name="Rectangle 72">
            <a:extLst>
              <a:ext uri="{FF2B5EF4-FFF2-40B4-BE49-F238E27FC236}">
                <a16:creationId xmlns:a16="http://schemas.microsoft.com/office/drawing/2014/main" id="{473ABB20-C46F-71B3-262A-8CD49856B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8493" name="Object 71">
            <a:extLst>
              <a:ext uri="{FF2B5EF4-FFF2-40B4-BE49-F238E27FC236}">
                <a16:creationId xmlns:a16="http://schemas.microsoft.com/office/drawing/2014/main" id="{C2E724D8-F1B6-43A5-97F0-9B15D556B3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07275" y="4665663"/>
          <a:ext cx="2706688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49" name="Equation" r:id="rId17" imgW="1294838" imgH="444307" progId="Equation.DSMT4">
                  <p:embed/>
                </p:oleObj>
              </mc:Choice>
              <mc:Fallback>
                <p:oleObj name="Equation" r:id="rId17" imgW="1294838" imgH="444307" progId="Equation.DSMT4">
                  <p:embed/>
                  <p:pic>
                    <p:nvPicPr>
                      <p:cNvPr id="18493" name="Object 71">
                        <a:extLst>
                          <a:ext uri="{FF2B5EF4-FFF2-40B4-BE49-F238E27FC236}">
                            <a16:creationId xmlns:a16="http://schemas.microsoft.com/office/drawing/2014/main" id="{C2E724D8-F1B6-43A5-97F0-9B15D556B3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7275" y="4665663"/>
                        <a:ext cx="2706688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94" name="Rectangle 74">
            <a:extLst>
              <a:ext uri="{FF2B5EF4-FFF2-40B4-BE49-F238E27FC236}">
                <a16:creationId xmlns:a16="http://schemas.microsoft.com/office/drawing/2014/main" id="{58225C77-D54F-50B5-0EEA-15501002B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1257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8495" name="Object 73">
            <a:extLst>
              <a:ext uri="{FF2B5EF4-FFF2-40B4-BE49-F238E27FC236}">
                <a16:creationId xmlns:a16="http://schemas.microsoft.com/office/drawing/2014/main" id="{FC819E54-D825-0239-FF46-DF6515CE78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31925" y="5589588"/>
          <a:ext cx="2630488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50" name="Equation" r:id="rId19" imgW="1028254" imgH="241195" progId="Equation.DSMT4">
                  <p:embed/>
                </p:oleObj>
              </mc:Choice>
              <mc:Fallback>
                <p:oleObj name="Equation" r:id="rId19" imgW="1028254" imgH="241195" progId="Equation.DSMT4">
                  <p:embed/>
                  <p:pic>
                    <p:nvPicPr>
                      <p:cNvPr id="18495" name="Object 73">
                        <a:extLst>
                          <a:ext uri="{FF2B5EF4-FFF2-40B4-BE49-F238E27FC236}">
                            <a16:creationId xmlns:a16="http://schemas.microsoft.com/office/drawing/2014/main" id="{FC819E54-D825-0239-FF46-DF6515CE78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1925" y="5589588"/>
                        <a:ext cx="2630488" cy="61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96" name="Rectangle 76">
            <a:extLst>
              <a:ext uri="{FF2B5EF4-FFF2-40B4-BE49-F238E27FC236}">
                <a16:creationId xmlns:a16="http://schemas.microsoft.com/office/drawing/2014/main" id="{7C36EC0E-8AEC-7743-253F-78306FF64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1257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8497" name="Object 75">
            <a:extLst>
              <a:ext uri="{FF2B5EF4-FFF2-40B4-BE49-F238E27FC236}">
                <a16:creationId xmlns:a16="http://schemas.microsoft.com/office/drawing/2014/main" id="{2BE145DE-6099-1EFD-54A4-2A035150E0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75500" y="5661025"/>
          <a:ext cx="2808288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51" name="Equation" r:id="rId21" imgW="1054100" imgH="241300" progId="Equation.DSMT4">
                  <p:embed/>
                </p:oleObj>
              </mc:Choice>
              <mc:Fallback>
                <p:oleObj name="Equation" r:id="rId21" imgW="1054100" imgH="241300" progId="Equation.DSMT4">
                  <p:embed/>
                  <p:pic>
                    <p:nvPicPr>
                      <p:cNvPr id="18497" name="Object 75">
                        <a:extLst>
                          <a:ext uri="{FF2B5EF4-FFF2-40B4-BE49-F238E27FC236}">
                            <a16:creationId xmlns:a16="http://schemas.microsoft.com/office/drawing/2014/main" id="{2BE145DE-6099-1EFD-54A4-2A035150E0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0" y="5661025"/>
                        <a:ext cx="2808288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B3EE661-7B7E-0E55-4AA7-F765BE94784A}"/>
                  </a:ext>
                </a:extLst>
              </p14:cNvPr>
              <p14:cNvContentPartPr/>
              <p14:nvPr/>
            </p14:nvContentPartPr>
            <p14:xfrm>
              <a:off x="2360880" y="1722240"/>
              <a:ext cx="4331880" cy="1576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B3EE661-7B7E-0E55-4AA7-F765BE94784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351520" y="1712880"/>
                <a:ext cx="4350600" cy="1595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blinds dir="vert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1193E833-A803-ACB4-D275-74E3142E4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F33B6F5-6AFB-4263-AF6A-03414876AA28}" type="slidenum">
              <a:rPr lang="vi-VN" altLang="en-US" sz="140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vi-VN" altLang="en-US" sz="1400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8F47F313-7FF1-710E-C1DA-ADA757B9F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60" name="Rectangle 5">
            <a:extLst>
              <a:ext uri="{FF2B5EF4-FFF2-40B4-BE49-F238E27FC236}">
                <a16:creationId xmlns:a16="http://schemas.microsoft.com/office/drawing/2014/main" id="{7D5BEC9A-ABD5-0CB8-742F-85A9D7693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788" y="3557588"/>
            <a:ext cx="230187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300">
                <a:ea typeface="Batang" panose="02030600000101010101" pitchFamily="18" charset="-127"/>
              </a:rPr>
              <a:t>.</a:t>
            </a:r>
            <a:endParaRPr lang="en-US" altLang="en-US" sz="1800"/>
          </a:p>
        </p:txBody>
      </p:sp>
      <p:sp>
        <p:nvSpPr>
          <p:cNvPr id="19461" name="Rectangle 6">
            <a:extLst>
              <a:ext uri="{FF2B5EF4-FFF2-40B4-BE49-F238E27FC236}">
                <a16:creationId xmlns:a16="http://schemas.microsoft.com/office/drawing/2014/main" id="{9A1F774D-3814-A298-5E19-4ADE6AD5B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1257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62" name="Rectangle 7">
            <a:extLst>
              <a:ext uri="{FF2B5EF4-FFF2-40B4-BE49-F238E27FC236}">
                <a16:creationId xmlns:a16="http://schemas.microsoft.com/office/drawing/2014/main" id="{D9388A6A-E954-AC7C-EFB1-C1ADCFDB0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876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63" name="Rectangle 8">
            <a:extLst>
              <a:ext uri="{FF2B5EF4-FFF2-40B4-BE49-F238E27FC236}">
                <a16:creationId xmlns:a16="http://schemas.microsoft.com/office/drawing/2014/main" id="{67DFA130-3933-ABDE-07D5-0C765BB7F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64" name="Rectangle 9">
            <a:extLst>
              <a:ext uri="{FF2B5EF4-FFF2-40B4-BE49-F238E27FC236}">
                <a16:creationId xmlns:a16="http://schemas.microsoft.com/office/drawing/2014/main" id="{B9FFA00B-36E3-E747-0CAB-7EA95C407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65" name="Rectangle 10">
            <a:extLst>
              <a:ext uri="{FF2B5EF4-FFF2-40B4-BE49-F238E27FC236}">
                <a16:creationId xmlns:a16="http://schemas.microsoft.com/office/drawing/2014/main" id="{71E7C418-A45E-7CC3-F09E-6880FF692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8781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66" name="Rectangle 11">
            <a:extLst>
              <a:ext uri="{FF2B5EF4-FFF2-40B4-BE49-F238E27FC236}">
                <a16:creationId xmlns:a16="http://schemas.microsoft.com/office/drawing/2014/main" id="{1E6D7B32-ABB0-5A93-D9EB-C6C39647B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67" name="Rectangle 12">
            <a:extLst>
              <a:ext uri="{FF2B5EF4-FFF2-40B4-BE49-F238E27FC236}">
                <a16:creationId xmlns:a16="http://schemas.microsoft.com/office/drawing/2014/main" id="{32A6CCCE-3F95-934E-DE75-1C4FA9402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2101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68" name="Rectangle 13">
            <a:extLst>
              <a:ext uri="{FF2B5EF4-FFF2-40B4-BE49-F238E27FC236}">
                <a16:creationId xmlns:a16="http://schemas.microsoft.com/office/drawing/2014/main" id="{846E243B-FBDE-7A01-927C-DCC7127AB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69" name="Rectangle 14">
            <a:extLst>
              <a:ext uri="{FF2B5EF4-FFF2-40B4-BE49-F238E27FC236}">
                <a16:creationId xmlns:a16="http://schemas.microsoft.com/office/drawing/2014/main" id="{851CAA90-C7D3-50AC-1496-FED995034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70" name="Rectangle 15">
            <a:extLst>
              <a:ext uri="{FF2B5EF4-FFF2-40B4-BE49-F238E27FC236}">
                <a16:creationId xmlns:a16="http://schemas.microsoft.com/office/drawing/2014/main" id="{497BD142-B89B-D48C-FD1C-01956CA31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0196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71" name="Rectangle 16">
            <a:extLst>
              <a:ext uri="{FF2B5EF4-FFF2-40B4-BE49-F238E27FC236}">
                <a16:creationId xmlns:a16="http://schemas.microsoft.com/office/drawing/2014/main" id="{389869D9-C82E-018B-E6EC-46ABD46A6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305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72" name="Rectangle 17">
            <a:extLst>
              <a:ext uri="{FF2B5EF4-FFF2-40B4-BE49-F238E27FC236}">
                <a16:creationId xmlns:a16="http://schemas.microsoft.com/office/drawing/2014/main" id="{3D84CC6E-9853-5125-B8A6-069D81E50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73" name="Rectangle 18">
            <a:extLst>
              <a:ext uri="{FF2B5EF4-FFF2-40B4-BE49-F238E27FC236}">
                <a16:creationId xmlns:a16="http://schemas.microsoft.com/office/drawing/2014/main" id="{4B3E1676-AFA1-EB4D-3F15-52F9C1514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74" name="Rectangle 19">
            <a:extLst>
              <a:ext uri="{FF2B5EF4-FFF2-40B4-BE49-F238E27FC236}">
                <a16:creationId xmlns:a16="http://schemas.microsoft.com/office/drawing/2014/main" id="{9B8A5EF0-B18D-3956-927A-CB38220DA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75" name="Rectangle 20">
            <a:extLst>
              <a:ext uri="{FF2B5EF4-FFF2-40B4-BE49-F238E27FC236}">
                <a16:creationId xmlns:a16="http://schemas.microsoft.com/office/drawing/2014/main" id="{DD0FE1A8-E5F8-9B92-98CA-9490252D3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76" name="Rectangle 21">
            <a:extLst>
              <a:ext uri="{FF2B5EF4-FFF2-40B4-BE49-F238E27FC236}">
                <a16:creationId xmlns:a16="http://schemas.microsoft.com/office/drawing/2014/main" id="{B54201A5-0695-5933-DB03-74938402F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77" name="Rectangle 22">
            <a:extLst>
              <a:ext uri="{FF2B5EF4-FFF2-40B4-BE49-F238E27FC236}">
                <a16:creationId xmlns:a16="http://schemas.microsoft.com/office/drawing/2014/main" id="{CD5175D0-1057-78DE-72CB-2F0689741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78" name="Rectangle 23">
            <a:extLst>
              <a:ext uri="{FF2B5EF4-FFF2-40B4-BE49-F238E27FC236}">
                <a16:creationId xmlns:a16="http://schemas.microsoft.com/office/drawing/2014/main" id="{AAB050B5-FC6B-7133-8DED-0863FE326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79" name="Rectangle 24">
            <a:extLst>
              <a:ext uri="{FF2B5EF4-FFF2-40B4-BE49-F238E27FC236}">
                <a16:creationId xmlns:a16="http://schemas.microsoft.com/office/drawing/2014/main" id="{C9439586-3474-B843-57C7-3B2EC0FF9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24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80" name="Rectangle 25">
            <a:extLst>
              <a:ext uri="{FF2B5EF4-FFF2-40B4-BE49-F238E27FC236}">
                <a16:creationId xmlns:a16="http://schemas.microsoft.com/office/drawing/2014/main" id="{8183BA58-B608-6B68-4A30-104386045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81" name="Rectangle 26">
            <a:extLst>
              <a:ext uri="{FF2B5EF4-FFF2-40B4-BE49-F238E27FC236}">
                <a16:creationId xmlns:a16="http://schemas.microsoft.com/office/drawing/2014/main" id="{285C80B9-AFBA-EB84-62B7-AEE04AA07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24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82" name="Rectangle 27">
            <a:extLst>
              <a:ext uri="{FF2B5EF4-FFF2-40B4-BE49-F238E27FC236}">
                <a16:creationId xmlns:a16="http://schemas.microsoft.com/office/drawing/2014/main" id="{72DFADB7-3DA6-46C8-D6FC-A1412F5A1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305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83" name="Rectangle 28">
            <a:extLst>
              <a:ext uri="{FF2B5EF4-FFF2-40B4-BE49-F238E27FC236}">
                <a16:creationId xmlns:a16="http://schemas.microsoft.com/office/drawing/2014/main" id="{686833E2-9F11-2869-FA8D-0A7BF7C7B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84" name="Rectangle 29">
            <a:extLst>
              <a:ext uri="{FF2B5EF4-FFF2-40B4-BE49-F238E27FC236}">
                <a16:creationId xmlns:a16="http://schemas.microsoft.com/office/drawing/2014/main" id="{1C57A980-ED66-AFAB-C50F-C1E5F1905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85" name="Rectangle 30">
            <a:extLst>
              <a:ext uri="{FF2B5EF4-FFF2-40B4-BE49-F238E27FC236}">
                <a16:creationId xmlns:a16="http://schemas.microsoft.com/office/drawing/2014/main" id="{8C2EFD1C-4640-32E2-3BC1-8CD98E03E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72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86" name="Rectangle 31">
            <a:extLst>
              <a:ext uri="{FF2B5EF4-FFF2-40B4-BE49-F238E27FC236}">
                <a16:creationId xmlns:a16="http://schemas.microsoft.com/office/drawing/2014/main" id="{FB611FEC-147A-8605-08E6-168027DB1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87" name="Rectangle 32">
            <a:extLst>
              <a:ext uri="{FF2B5EF4-FFF2-40B4-BE49-F238E27FC236}">
                <a16:creationId xmlns:a16="http://schemas.microsoft.com/office/drawing/2014/main" id="{2FCBD0EA-A8C3-4EAE-A408-A08683558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88" name="Rectangle 33">
            <a:extLst>
              <a:ext uri="{FF2B5EF4-FFF2-40B4-BE49-F238E27FC236}">
                <a16:creationId xmlns:a16="http://schemas.microsoft.com/office/drawing/2014/main" id="{29F7818B-F5F6-28E3-0C13-55E6EC260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89" name="Rectangle 34">
            <a:extLst>
              <a:ext uri="{FF2B5EF4-FFF2-40B4-BE49-F238E27FC236}">
                <a16:creationId xmlns:a16="http://schemas.microsoft.com/office/drawing/2014/main" id="{0632529A-3844-6F6C-7F5B-1589D9904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90" name="Rectangle 35">
            <a:extLst>
              <a:ext uri="{FF2B5EF4-FFF2-40B4-BE49-F238E27FC236}">
                <a16:creationId xmlns:a16="http://schemas.microsoft.com/office/drawing/2014/main" id="{B10240C5-70DA-DC6C-2E60-38DA82CBA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91" name="Rectangle 36">
            <a:extLst>
              <a:ext uri="{FF2B5EF4-FFF2-40B4-BE49-F238E27FC236}">
                <a16:creationId xmlns:a16="http://schemas.microsoft.com/office/drawing/2014/main" id="{E8E13FD2-9AE7-3406-5AC3-F4C3BD621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5911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92" name="Rectangle 37">
            <a:extLst>
              <a:ext uri="{FF2B5EF4-FFF2-40B4-BE49-F238E27FC236}">
                <a16:creationId xmlns:a16="http://schemas.microsoft.com/office/drawing/2014/main" id="{170695DE-B904-8C09-FFB2-3A2AD8080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305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93" name="Rectangle 38">
            <a:extLst>
              <a:ext uri="{FF2B5EF4-FFF2-40B4-BE49-F238E27FC236}">
                <a16:creationId xmlns:a16="http://schemas.microsoft.com/office/drawing/2014/main" id="{E8F7129D-C4DA-8530-09A5-7EF1DEF30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5911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94" name="Rectangle 39">
            <a:extLst>
              <a:ext uri="{FF2B5EF4-FFF2-40B4-BE49-F238E27FC236}">
                <a16:creationId xmlns:a16="http://schemas.microsoft.com/office/drawing/2014/main" id="{9DE33400-56B0-8130-447E-4484256C2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305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95" name="Rectangle 40">
            <a:extLst>
              <a:ext uri="{FF2B5EF4-FFF2-40B4-BE49-F238E27FC236}">
                <a16:creationId xmlns:a16="http://schemas.microsoft.com/office/drawing/2014/main" id="{D6A2E799-0E26-8537-E575-E2E224223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305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96" name="Rectangle 41">
            <a:extLst>
              <a:ext uri="{FF2B5EF4-FFF2-40B4-BE49-F238E27FC236}">
                <a16:creationId xmlns:a16="http://schemas.microsoft.com/office/drawing/2014/main" id="{E63DD72A-D976-5801-4DE4-D30B0CDEF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97" name="Rectangle 42">
            <a:extLst>
              <a:ext uri="{FF2B5EF4-FFF2-40B4-BE49-F238E27FC236}">
                <a16:creationId xmlns:a16="http://schemas.microsoft.com/office/drawing/2014/main" id="{0B436BE8-25C5-F782-402A-83EDBDA4E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1305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98" name="Rectangle 43">
            <a:extLst>
              <a:ext uri="{FF2B5EF4-FFF2-40B4-BE49-F238E27FC236}">
                <a16:creationId xmlns:a16="http://schemas.microsoft.com/office/drawing/2014/main" id="{DF0CC43A-7088-9A81-BCD6-BE006A2D6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1305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499" name="Rectangle 44">
            <a:extLst>
              <a:ext uri="{FF2B5EF4-FFF2-40B4-BE49-F238E27FC236}">
                <a16:creationId xmlns:a16="http://schemas.microsoft.com/office/drawing/2014/main" id="{5D3E80D2-4EBD-1FF8-A695-44E7783BC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500" name="Rectangle 45">
            <a:extLst>
              <a:ext uri="{FF2B5EF4-FFF2-40B4-BE49-F238E27FC236}">
                <a16:creationId xmlns:a16="http://schemas.microsoft.com/office/drawing/2014/main" id="{4E423E1E-8384-FFBB-D0D2-71B94FC25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734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501" name="Rectangle 47">
            <a:extLst>
              <a:ext uri="{FF2B5EF4-FFF2-40B4-BE49-F238E27FC236}">
                <a16:creationId xmlns:a16="http://schemas.microsoft.com/office/drawing/2014/main" id="{595FB948-C084-BED8-C249-E6A3C438B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1257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502" name="Rectangle 49">
            <a:extLst>
              <a:ext uri="{FF2B5EF4-FFF2-40B4-BE49-F238E27FC236}">
                <a16:creationId xmlns:a16="http://schemas.microsoft.com/office/drawing/2014/main" id="{37367475-3556-EF28-8324-398AB81AB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503" name="Rectangle 51">
            <a:extLst>
              <a:ext uri="{FF2B5EF4-FFF2-40B4-BE49-F238E27FC236}">
                <a16:creationId xmlns:a16="http://schemas.microsoft.com/office/drawing/2014/main" id="{52FDFD99-1A3B-84B3-81E5-F509D2B54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504" name="Rectangle 53">
            <a:extLst>
              <a:ext uri="{FF2B5EF4-FFF2-40B4-BE49-F238E27FC236}">
                <a16:creationId xmlns:a16="http://schemas.microsoft.com/office/drawing/2014/main" id="{1F08CFCC-5AFC-26A5-CFD1-5C3D44D73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305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505" name="Rectangle 55">
            <a:extLst>
              <a:ext uri="{FF2B5EF4-FFF2-40B4-BE49-F238E27FC236}">
                <a16:creationId xmlns:a16="http://schemas.microsoft.com/office/drawing/2014/main" id="{5152F176-DF9E-044F-BCCA-EC26AEEE1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1496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506" name="Rectangle 57">
            <a:extLst>
              <a:ext uri="{FF2B5EF4-FFF2-40B4-BE49-F238E27FC236}">
                <a16:creationId xmlns:a16="http://schemas.microsoft.com/office/drawing/2014/main" id="{FE8DF321-4C21-C428-BAD7-23D9F031F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14960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507" name="Rectangle 59">
            <a:extLst>
              <a:ext uri="{FF2B5EF4-FFF2-40B4-BE49-F238E27FC236}">
                <a16:creationId xmlns:a16="http://schemas.microsoft.com/office/drawing/2014/main" id="{521C7796-961C-FAE5-97DF-AFC205D49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508" name="Rectangle 61">
            <a:extLst>
              <a:ext uri="{FF2B5EF4-FFF2-40B4-BE49-F238E27FC236}">
                <a16:creationId xmlns:a16="http://schemas.microsoft.com/office/drawing/2014/main" id="{7A5C07BD-C293-B2B7-ECC5-0A85B2ACA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9509" name="Rectangle 63">
            <a:extLst>
              <a:ext uri="{FF2B5EF4-FFF2-40B4-BE49-F238E27FC236}">
                <a16:creationId xmlns:a16="http://schemas.microsoft.com/office/drawing/2014/main" id="{091FA090-6B2E-D1C4-DB9A-84B2DF270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1257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11683" name="Rectangle 67">
            <a:extLst>
              <a:ext uri="{FF2B5EF4-FFF2-40B4-BE49-F238E27FC236}">
                <a16:creationId xmlns:a16="http://schemas.microsoft.com/office/drawing/2014/main" id="{1F9984F3-7022-3AD2-07F0-4799A0ABE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5688" y="417513"/>
            <a:ext cx="93662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 b="1">
                <a:solidFill>
                  <a:srgbClr val="FFC000"/>
                </a:solidFill>
              </a:rPr>
              <a:t>Ví dụ:</a:t>
            </a:r>
            <a:r>
              <a:rPr lang="en-US" altLang="en-US" sz="3000">
                <a:solidFill>
                  <a:srgbClr val="FFC000"/>
                </a:solidFill>
              </a:rPr>
              <a:t> </a:t>
            </a:r>
            <a:r>
              <a:rPr lang="en-US" altLang="en-US" sz="3000">
                <a:solidFill>
                  <a:schemeClr val="bg1"/>
                </a:solidFill>
              </a:rPr>
              <a:t>Nhận dạng </a:t>
            </a:r>
            <a:r>
              <a:rPr lang="en-US" altLang="en-US" sz="3000" i="1">
                <a:solidFill>
                  <a:schemeClr val="bg1"/>
                </a:solidFill>
              </a:rPr>
              <a:t>du</a:t>
            </a:r>
            <a:r>
              <a:rPr lang="en-US" altLang="en-US" sz="3000">
                <a:solidFill>
                  <a:schemeClr val="bg1"/>
                </a:solidFill>
              </a:rPr>
              <a:t> và thực hiện phép biến đổi thích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bg1"/>
                </a:solidFill>
              </a:rPr>
              <a:t> hợp để tính các tích phân sau:</a:t>
            </a:r>
          </a:p>
        </p:txBody>
      </p:sp>
      <p:sp>
        <p:nvSpPr>
          <p:cNvPr id="19511" name="Rectangle 70">
            <a:extLst>
              <a:ext uri="{FF2B5EF4-FFF2-40B4-BE49-F238E27FC236}">
                <a16:creationId xmlns:a16="http://schemas.microsoft.com/office/drawing/2014/main" id="{C92DCB1F-6CCC-1B62-0E45-7B880D0A4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876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11685" name="Object 69">
            <a:extLst>
              <a:ext uri="{FF2B5EF4-FFF2-40B4-BE49-F238E27FC236}">
                <a16:creationId xmlns:a16="http://schemas.microsoft.com/office/drawing/2014/main" id="{1E3D41BC-2D15-1E60-D35E-7DF4FCCC31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8900" y="2303463"/>
          <a:ext cx="3424238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48" name="Equation" r:id="rId4" imgW="1332921" imgH="317362" progId="Equation.DSMT4">
                  <p:embed/>
                </p:oleObj>
              </mc:Choice>
              <mc:Fallback>
                <p:oleObj name="Equation" r:id="rId4" imgW="1332921" imgH="317362" progId="Equation.DSMT4">
                  <p:embed/>
                  <p:pic>
                    <p:nvPicPr>
                      <p:cNvPr id="111685" name="Object 69">
                        <a:extLst>
                          <a:ext uri="{FF2B5EF4-FFF2-40B4-BE49-F238E27FC236}">
                            <a16:creationId xmlns:a16="http://schemas.microsoft.com/office/drawing/2014/main" id="{1E3D41BC-2D15-1E60-D35E-7DF4FCCC31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8900" y="2303463"/>
                        <a:ext cx="3424238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13" name="Rectangle 72">
            <a:extLst>
              <a:ext uri="{FF2B5EF4-FFF2-40B4-BE49-F238E27FC236}">
                <a16:creationId xmlns:a16="http://schemas.microsoft.com/office/drawing/2014/main" id="{DA7188C3-549B-A1AB-620D-2D046E905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62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11687" name="Object 71">
            <a:extLst>
              <a:ext uri="{FF2B5EF4-FFF2-40B4-BE49-F238E27FC236}">
                <a16:creationId xmlns:a16="http://schemas.microsoft.com/office/drawing/2014/main" id="{086BE9AA-05D7-151D-E9D0-6C04E16A2B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91175" y="2060575"/>
          <a:ext cx="2016125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49" name="Equation" r:id="rId6" imgW="800100" imgH="457200" progId="Equation.DSMT4">
                  <p:embed/>
                </p:oleObj>
              </mc:Choice>
              <mc:Fallback>
                <p:oleObj name="Equation" r:id="rId6" imgW="800100" imgH="457200" progId="Equation.DSMT4">
                  <p:embed/>
                  <p:pic>
                    <p:nvPicPr>
                      <p:cNvPr id="111687" name="Object 71">
                        <a:extLst>
                          <a:ext uri="{FF2B5EF4-FFF2-40B4-BE49-F238E27FC236}">
                            <a16:creationId xmlns:a16="http://schemas.microsoft.com/office/drawing/2014/main" id="{086BE9AA-05D7-151D-E9D0-6C04E16A2B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175" y="2060575"/>
                        <a:ext cx="2016125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15" name="Rectangle 74">
            <a:extLst>
              <a:ext uri="{FF2B5EF4-FFF2-40B4-BE49-F238E27FC236}">
                <a16:creationId xmlns:a16="http://schemas.microsoft.com/office/drawing/2014/main" id="{66802549-C410-065F-1A7C-ADDDA7071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114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11689" name="Object 73">
            <a:extLst>
              <a:ext uri="{FF2B5EF4-FFF2-40B4-BE49-F238E27FC236}">
                <a16:creationId xmlns:a16="http://schemas.microsoft.com/office/drawing/2014/main" id="{9F01A1F8-E47C-BDE0-7BFC-F32D4F9B4B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74113" y="2060575"/>
          <a:ext cx="1914525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0" name="Equation" r:id="rId8" imgW="799753" imgH="469696" progId="Equation.DSMT4">
                  <p:embed/>
                </p:oleObj>
              </mc:Choice>
              <mc:Fallback>
                <p:oleObj name="Equation" r:id="rId8" imgW="799753" imgH="469696" progId="Equation.DSMT4">
                  <p:embed/>
                  <p:pic>
                    <p:nvPicPr>
                      <p:cNvPr id="111689" name="Object 73">
                        <a:extLst>
                          <a:ext uri="{FF2B5EF4-FFF2-40B4-BE49-F238E27FC236}">
                            <a16:creationId xmlns:a16="http://schemas.microsoft.com/office/drawing/2014/main" id="{9F01A1F8-E47C-BDE0-7BFC-F32D4F9B4B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4113" y="2060575"/>
                        <a:ext cx="1914525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17" name="Rectangle 76">
            <a:extLst>
              <a:ext uri="{FF2B5EF4-FFF2-40B4-BE49-F238E27FC236}">
                <a16:creationId xmlns:a16="http://schemas.microsoft.com/office/drawing/2014/main" id="{27A18AC1-BB17-8C24-D634-A7E519280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162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11691" name="Object 75">
            <a:extLst>
              <a:ext uri="{FF2B5EF4-FFF2-40B4-BE49-F238E27FC236}">
                <a16:creationId xmlns:a16="http://schemas.microsoft.com/office/drawing/2014/main" id="{782C1A3D-0FB9-1BEC-8661-9DB9EBEC9C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5725" y="3357563"/>
          <a:ext cx="1487488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1" name="Equation" r:id="rId10" imgW="749300" imgH="660400" progId="Equation.DSMT4">
                  <p:embed/>
                </p:oleObj>
              </mc:Choice>
              <mc:Fallback>
                <p:oleObj name="Equation" r:id="rId10" imgW="749300" imgH="660400" progId="Equation.DSMT4">
                  <p:embed/>
                  <p:pic>
                    <p:nvPicPr>
                      <p:cNvPr id="111691" name="Object 75">
                        <a:extLst>
                          <a:ext uri="{FF2B5EF4-FFF2-40B4-BE49-F238E27FC236}">
                            <a16:creationId xmlns:a16="http://schemas.microsoft.com/office/drawing/2014/main" id="{782C1A3D-0FB9-1BEC-8661-9DB9EBEC9C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5725" y="3357563"/>
                        <a:ext cx="1487488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19" name="Rectangle 78">
            <a:extLst>
              <a:ext uri="{FF2B5EF4-FFF2-40B4-BE49-F238E27FC236}">
                <a16:creationId xmlns:a16="http://schemas.microsoft.com/office/drawing/2014/main" id="{37880B39-326C-7935-A9A4-4396D6F97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0671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11693" name="Object 77">
            <a:extLst>
              <a:ext uri="{FF2B5EF4-FFF2-40B4-BE49-F238E27FC236}">
                <a16:creationId xmlns:a16="http://schemas.microsoft.com/office/drawing/2014/main" id="{BE5AD83C-CE8A-DD1D-426D-966CC77654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05463" y="3425825"/>
          <a:ext cx="2203450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2" name="Equation" r:id="rId12" imgW="1028700" imgH="660400" progId="Equation.DSMT4">
                  <p:embed/>
                </p:oleObj>
              </mc:Choice>
              <mc:Fallback>
                <p:oleObj name="Equation" r:id="rId12" imgW="1028700" imgH="660400" progId="Equation.DSMT4">
                  <p:embed/>
                  <p:pic>
                    <p:nvPicPr>
                      <p:cNvPr id="111693" name="Object 77">
                        <a:extLst>
                          <a:ext uri="{FF2B5EF4-FFF2-40B4-BE49-F238E27FC236}">
                            <a16:creationId xmlns:a16="http://schemas.microsoft.com/office/drawing/2014/main" id="{BE5AD83C-CE8A-DD1D-426D-966CC77654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5463" y="3425825"/>
                        <a:ext cx="2203450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21" name="Rectangle 80">
            <a:extLst>
              <a:ext uri="{FF2B5EF4-FFF2-40B4-BE49-F238E27FC236}">
                <a16:creationId xmlns:a16="http://schemas.microsoft.com/office/drawing/2014/main" id="{CC4F8F43-E274-B96C-2650-D779B160D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876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11695" name="Object 79">
            <a:extLst>
              <a:ext uri="{FF2B5EF4-FFF2-40B4-BE49-F238E27FC236}">
                <a16:creationId xmlns:a16="http://schemas.microsoft.com/office/drawing/2014/main" id="{E61F357F-3748-D64B-1AE7-081DDE34FF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59825" y="3716338"/>
          <a:ext cx="2016125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3" name="Equation" r:id="rId14" imgW="901309" imgH="317362" progId="Equation.DSMT4">
                  <p:embed/>
                </p:oleObj>
              </mc:Choice>
              <mc:Fallback>
                <p:oleObj name="Equation" r:id="rId14" imgW="901309" imgH="317362" progId="Equation.DSMT4">
                  <p:embed/>
                  <p:pic>
                    <p:nvPicPr>
                      <p:cNvPr id="111695" name="Object 79">
                        <a:extLst>
                          <a:ext uri="{FF2B5EF4-FFF2-40B4-BE49-F238E27FC236}">
                            <a16:creationId xmlns:a16="http://schemas.microsoft.com/office/drawing/2014/main" id="{E61F357F-3748-D64B-1AE7-081DDE34FF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59825" y="3716338"/>
                        <a:ext cx="2016125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23" name="Rectangle 82">
            <a:extLst>
              <a:ext uri="{FF2B5EF4-FFF2-40B4-BE49-F238E27FC236}">
                <a16:creationId xmlns:a16="http://schemas.microsoft.com/office/drawing/2014/main" id="{34DAAB83-BD1A-752A-961C-ED2CF2CC1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876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11697" name="Object 81">
            <a:extLst>
              <a:ext uri="{FF2B5EF4-FFF2-40B4-BE49-F238E27FC236}">
                <a16:creationId xmlns:a16="http://schemas.microsoft.com/office/drawing/2014/main" id="{CB33C311-77C3-838F-B79F-C076E4662B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8763" y="5300663"/>
          <a:ext cx="186055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4" name="Equation" r:id="rId16" imgW="888614" imgH="317362" progId="Equation.DSMT4">
                  <p:embed/>
                </p:oleObj>
              </mc:Choice>
              <mc:Fallback>
                <p:oleObj name="Equation" r:id="rId16" imgW="888614" imgH="317362" progId="Equation.DSMT4">
                  <p:embed/>
                  <p:pic>
                    <p:nvPicPr>
                      <p:cNvPr id="111697" name="Object 81">
                        <a:extLst>
                          <a:ext uri="{FF2B5EF4-FFF2-40B4-BE49-F238E27FC236}">
                            <a16:creationId xmlns:a16="http://schemas.microsoft.com/office/drawing/2014/main" id="{CB33C311-77C3-838F-B79F-C076E4662B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8763" y="5300663"/>
                        <a:ext cx="1860550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25" name="Rectangle 84">
            <a:extLst>
              <a:ext uri="{FF2B5EF4-FFF2-40B4-BE49-F238E27FC236}">
                <a16:creationId xmlns:a16="http://schemas.microsoft.com/office/drawing/2014/main" id="{21F1875B-5DA5-DF29-75D3-2CD82A2C0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876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11699" name="Object 83">
            <a:extLst>
              <a:ext uri="{FF2B5EF4-FFF2-40B4-BE49-F238E27FC236}">
                <a16:creationId xmlns:a16="http://schemas.microsoft.com/office/drawing/2014/main" id="{CE64A10E-83BC-0D02-B2B1-18AB16A917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59375" y="5229225"/>
          <a:ext cx="2952750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5" name="Equation" r:id="rId18" imgW="1345616" imgH="317362" progId="Equation.DSMT4">
                  <p:embed/>
                </p:oleObj>
              </mc:Choice>
              <mc:Fallback>
                <p:oleObj name="Equation" r:id="rId18" imgW="1345616" imgH="317362" progId="Equation.DSMT4">
                  <p:embed/>
                  <p:pic>
                    <p:nvPicPr>
                      <p:cNvPr id="111699" name="Object 83">
                        <a:extLst>
                          <a:ext uri="{FF2B5EF4-FFF2-40B4-BE49-F238E27FC236}">
                            <a16:creationId xmlns:a16="http://schemas.microsoft.com/office/drawing/2014/main" id="{CE64A10E-83BC-0D02-B2B1-18AB16A917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75" y="5229225"/>
                        <a:ext cx="2952750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27" name="Rectangle 86">
            <a:extLst>
              <a:ext uri="{FF2B5EF4-FFF2-40B4-BE49-F238E27FC236}">
                <a16:creationId xmlns:a16="http://schemas.microsoft.com/office/drawing/2014/main" id="{555EE282-CEE8-9BA9-D1C4-4CCA71612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30876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111701" name="Object 85">
            <a:extLst>
              <a:ext uri="{FF2B5EF4-FFF2-40B4-BE49-F238E27FC236}">
                <a16:creationId xmlns:a16="http://schemas.microsoft.com/office/drawing/2014/main" id="{5864C765-30DC-F728-EE88-3A49CA12DC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72525" y="5192713"/>
          <a:ext cx="2133600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6" name="Equation" r:id="rId20" imgW="977476" imgH="317362" progId="Equation.DSMT4">
                  <p:embed/>
                </p:oleObj>
              </mc:Choice>
              <mc:Fallback>
                <p:oleObj name="Equation" r:id="rId20" imgW="977476" imgH="317362" progId="Equation.DSMT4">
                  <p:embed/>
                  <p:pic>
                    <p:nvPicPr>
                      <p:cNvPr id="111701" name="Object 85">
                        <a:extLst>
                          <a:ext uri="{FF2B5EF4-FFF2-40B4-BE49-F238E27FC236}">
                            <a16:creationId xmlns:a16="http://schemas.microsoft.com/office/drawing/2014/main" id="{5864C765-30DC-F728-EE88-3A49CA12DC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2525" y="5192713"/>
                        <a:ext cx="2133600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1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1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1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1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1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1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1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1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1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1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1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1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1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1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1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1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1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1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16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1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8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>
            <a:extLst>
              <a:ext uri="{FF2B5EF4-FFF2-40B4-BE49-F238E27FC236}">
                <a16:creationId xmlns:a16="http://schemas.microsoft.com/office/drawing/2014/main" id="{AF2F01FC-E15F-9047-1106-8BCE3F6DA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1B18148-95EB-44FF-8B61-E86C819BB16F}" type="slidenum">
              <a:rPr lang="vi-VN" altLang="en-US" sz="140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vi-VN" altLang="en-US" sz="1400"/>
          </a:p>
        </p:txBody>
      </p:sp>
      <p:graphicFrame>
        <p:nvGraphicFramePr>
          <p:cNvPr id="6" name="Object 73">
            <a:extLst>
              <a:ext uri="{FF2B5EF4-FFF2-40B4-BE49-F238E27FC236}">
                <a16:creationId xmlns:a16="http://schemas.microsoft.com/office/drawing/2014/main" id="{6961450B-FB3A-4DCD-A02C-5D0988A567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36013" y="422275"/>
          <a:ext cx="1914525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2" name="Equation" r:id="rId3" imgW="799753" imgH="469696" progId="Equation.DSMT4">
                  <p:embed/>
                </p:oleObj>
              </mc:Choice>
              <mc:Fallback>
                <p:oleObj name="Equation" r:id="rId3" imgW="799753" imgH="469696" progId="Equation.DSMT4">
                  <p:embed/>
                  <p:pic>
                    <p:nvPicPr>
                      <p:cNvPr id="6" name="Object 73">
                        <a:extLst>
                          <a:ext uri="{FF2B5EF4-FFF2-40B4-BE49-F238E27FC236}">
                            <a16:creationId xmlns:a16="http://schemas.microsoft.com/office/drawing/2014/main" id="{6961450B-FB3A-4DCD-A02C-5D0988A567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6013" y="422275"/>
                        <a:ext cx="1914525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9">
            <a:extLst>
              <a:ext uri="{FF2B5EF4-FFF2-40B4-BE49-F238E27FC236}">
                <a16:creationId xmlns:a16="http://schemas.microsoft.com/office/drawing/2014/main" id="{B574E897-2693-57AE-C5F7-F8A7A55C36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5325" y="577850"/>
          <a:ext cx="3424238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3" name="Equation" r:id="rId5" imgW="1332921" imgH="317362" progId="Equation.DSMT4">
                  <p:embed/>
                </p:oleObj>
              </mc:Choice>
              <mc:Fallback>
                <p:oleObj name="Equation" r:id="rId5" imgW="1332921" imgH="317362" progId="Equation.DSMT4">
                  <p:embed/>
                  <p:pic>
                    <p:nvPicPr>
                      <p:cNvPr id="7" name="Object 69">
                        <a:extLst>
                          <a:ext uri="{FF2B5EF4-FFF2-40B4-BE49-F238E27FC236}">
                            <a16:creationId xmlns:a16="http://schemas.microsoft.com/office/drawing/2014/main" id="{B574E897-2693-57AE-C5F7-F8A7A55C36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" y="577850"/>
                        <a:ext cx="3424238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E974D4A-A578-F846-45E3-1170B6737755}"/>
                  </a:ext>
                </a:extLst>
              </p14:cNvPr>
              <p14:cNvContentPartPr/>
              <p14:nvPr/>
            </p14:nvContentPartPr>
            <p14:xfrm>
              <a:off x="384120" y="865440"/>
              <a:ext cx="11311560" cy="3055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E974D4A-A578-F846-45E3-1170B673775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4760" y="856080"/>
                <a:ext cx="11330280" cy="307404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21510" name="Object 2">
            <a:extLst>
              <a:ext uri="{FF2B5EF4-FFF2-40B4-BE49-F238E27FC236}">
                <a16:creationId xmlns:a16="http://schemas.microsoft.com/office/drawing/2014/main" id="{E85261E1-A0C7-F4C0-D43A-59546848F0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8463" y="3940175"/>
          <a:ext cx="200977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4" name="Equation" r:id="rId9" imgW="2009747" imgH="1143080" progId="Equation.DSMT4">
                  <p:embed/>
                </p:oleObj>
              </mc:Choice>
              <mc:Fallback>
                <p:oleObj name="Equation" r:id="rId9" imgW="2009747" imgH="1143080" progId="Equation.DSMT4">
                  <p:embed/>
                  <p:pic>
                    <p:nvPicPr>
                      <p:cNvPr id="21510" name="Object 2">
                        <a:extLst>
                          <a:ext uri="{FF2B5EF4-FFF2-40B4-BE49-F238E27FC236}">
                            <a16:creationId xmlns:a16="http://schemas.microsoft.com/office/drawing/2014/main" id="{E85261E1-A0C7-F4C0-D43A-59546848F0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463" y="3940175"/>
                        <a:ext cx="2009775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5">
            <a:extLst>
              <a:ext uri="{FF2B5EF4-FFF2-40B4-BE49-F238E27FC236}">
                <a16:creationId xmlns:a16="http://schemas.microsoft.com/office/drawing/2014/main" id="{153B12EE-BB50-D0E6-CDCE-1F24897CE9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08888" y="3711575"/>
          <a:ext cx="1487487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5" name="Equation" r:id="rId11" imgW="749300" imgH="660400" progId="Equation.DSMT4">
                  <p:embed/>
                </p:oleObj>
              </mc:Choice>
              <mc:Fallback>
                <p:oleObj name="Equation" r:id="rId11" imgW="749300" imgH="660400" progId="Equation.DSMT4">
                  <p:embed/>
                  <p:pic>
                    <p:nvPicPr>
                      <p:cNvPr id="9" name="Object 75">
                        <a:extLst>
                          <a:ext uri="{FF2B5EF4-FFF2-40B4-BE49-F238E27FC236}">
                            <a16:creationId xmlns:a16="http://schemas.microsoft.com/office/drawing/2014/main" id="{153B12EE-BB50-D0E6-CDCE-1F24897CE9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8888" y="3711575"/>
                        <a:ext cx="1487487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78DB244-DFA6-7B31-D7B1-DA6D4FC39753}"/>
                  </a:ext>
                </a:extLst>
              </p14:cNvPr>
              <p14:cNvContentPartPr/>
              <p14:nvPr/>
            </p14:nvContentPartPr>
            <p14:xfrm>
              <a:off x="416880" y="4388760"/>
              <a:ext cx="11025360" cy="1875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78DB244-DFA6-7B31-D7B1-DA6D4FC3975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07520" y="4379400"/>
                <a:ext cx="11044080" cy="1894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3">
            <a:extLst>
              <a:ext uri="{FF2B5EF4-FFF2-40B4-BE49-F238E27FC236}">
                <a16:creationId xmlns:a16="http://schemas.microsoft.com/office/drawing/2014/main" id="{D1F2A21D-A942-A8C4-10E6-8C5B903B4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0F747D-16EC-495A-8425-0B225DCBD5E1}" type="slidenum">
              <a:rPr lang="vi-VN" altLang="en-US" sz="140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vi-VN" altLang="en-US" sz="1400"/>
          </a:p>
        </p:txBody>
      </p:sp>
      <p:graphicFrame>
        <p:nvGraphicFramePr>
          <p:cNvPr id="3" name="Object 77">
            <a:extLst>
              <a:ext uri="{FF2B5EF4-FFF2-40B4-BE49-F238E27FC236}">
                <a16:creationId xmlns:a16="http://schemas.microsoft.com/office/drawing/2014/main" id="{E40933E0-DC53-DADC-1298-66554EBC41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5325" y="404813"/>
          <a:ext cx="2203450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8" name="Equation" r:id="rId3" imgW="1028700" imgH="660400" progId="Equation.DSMT4">
                  <p:embed/>
                </p:oleObj>
              </mc:Choice>
              <mc:Fallback>
                <p:oleObj name="Equation" r:id="rId3" imgW="1028700" imgH="660400" progId="Equation.DSMT4">
                  <p:embed/>
                  <p:pic>
                    <p:nvPicPr>
                      <p:cNvPr id="3" name="Object 77">
                        <a:extLst>
                          <a:ext uri="{FF2B5EF4-FFF2-40B4-BE49-F238E27FC236}">
                            <a16:creationId xmlns:a16="http://schemas.microsoft.com/office/drawing/2014/main" id="{E40933E0-DC53-DADC-1298-66554EBC41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" y="404813"/>
                        <a:ext cx="2203450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85">
            <a:extLst>
              <a:ext uri="{FF2B5EF4-FFF2-40B4-BE49-F238E27FC236}">
                <a16:creationId xmlns:a16="http://schemas.microsoft.com/office/drawing/2014/main" id="{A956F23A-0FD4-E6F6-C3E5-03AE5CB4BD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69213" y="434975"/>
          <a:ext cx="2133600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9" name="Equation" r:id="rId5" imgW="977476" imgH="317362" progId="Equation.DSMT4">
                  <p:embed/>
                </p:oleObj>
              </mc:Choice>
              <mc:Fallback>
                <p:oleObj name="Equation" r:id="rId5" imgW="977476" imgH="317362" progId="Equation.DSMT4">
                  <p:embed/>
                  <p:pic>
                    <p:nvPicPr>
                      <p:cNvPr id="5" name="Object 85">
                        <a:extLst>
                          <a:ext uri="{FF2B5EF4-FFF2-40B4-BE49-F238E27FC236}">
                            <a16:creationId xmlns:a16="http://schemas.microsoft.com/office/drawing/2014/main" id="{A956F23A-0FD4-E6F6-C3E5-03AE5CB4BD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9213" y="434975"/>
                        <a:ext cx="2133600" cy="68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CC42B0E-2DAF-6903-B5DE-32CBCD667A96}"/>
                  </a:ext>
                </a:extLst>
              </p14:cNvPr>
              <p14:cNvContentPartPr/>
              <p14:nvPr/>
            </p14:nvContentPartPr>
            <p14:xfrm>
              <a:off x="424440" y="897840"/>
              <a:ext cx="4116240" cy="2212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CC42B0E-2DAF-6903-B5DE-32CBCD667A9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5080" y="888480"/>
                <a:ext cx="4134960" cy="223092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8" name="Object 79">
            <a:extLst>
              <a:ext uri="{FF2B5EF4-FFF2-40B4-BE49-F238E27FC236}">
                <a16:creationId xmlns:a16="http://schemas.microsoft.com/office/drawing/2014/main" id="{ED4F64B2-42F4-5992-8995-464816FFF6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2600" y="3587750"/>
          <a:ext cx="2016125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0" name="Equation" r:id="rId9" imgW="901309" imgH="317362" progId="Equation.DSMT4">
                  <p:embed/>
                </p:oleObj>
              </mc:Choice>
              <mc:Fallback>
                <p:oleObj name="Equation" r:id="rId9" imgW="901309" imgH="317362" progId="Equation.DSMT4">
                  <p:embed/>
                  <p:pic>
                    <p:nvPicPr>
                      <p:cNvPr id="8" name="Object 79">
                        <a:extLst>
                          <a:ext uri="{FF2B5EF4-FFF2-40B4-BE49-F238E27FC236}">
                            <a16:creationId xmlns:a16="http://schemas.microsoft.com/office/drawing/2014/main" id="{ED4F64B2-42F4-5992-8995-464816FFF6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600" y="3587750"/>
                        <a:ext cx="2016125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EB3DE29-0A20-82B3-DA92-9F6D44345D7C}"/>
                  </a:ext>
                </a:extLst>
              </p14:cNvPr>
              <p14:cNvContentPartPr/>
              <p14:nvPr/>
            </p14:nvContentPartPr>
            <p14:xfrm>
              <a:off x="421920" y="685800"/>
              <a:ext cx="10725120" cy="5404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EB3DE29-0A20-82B3-DA92-9F6D44345D7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12560" y="676440"/>
                <a:ext cx="10743840" cy="5423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3">
            <a:extLst>
              <a:ext uri="{FF2B5EF4-FFF2-40B4-BE49-F238E27FC236}">
                <a16:creationId xmlns:a16="http://schemas.microsoft.com/office/drawing/2014/main" id="{E26C23AF-1FFF-546B-F957-67744051C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9902C72-328D-4D87-ABAD-514785553C2C}" type="slidenum">
              <a:rPr lang="vi-VN" altLang="en-US" sz="140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vi-VN" altLang="en-US" sz="1400"/>
          </a:p>
        </p:txBody>
      </p:sp>
      <p:pic>
        <p:nvPicPr>
          <p:cNvPr id="30723" name="Picture 4">
            <a:extLst>
              <a:ext uri="{FF2B5EF4-FFF2-40B4-BE49-F238E27FC236}">
                <a16:creationId xmlns:a16="http://schemas.microsoft.com/office/drawing/2014/main" id="{F8059D58-49D4-96C6-AFD4-DF40D82176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468" y="1670050"/>
            <a:ext cx="11170176" cy="4436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7">
            <a:extLst>
              <a:ext uri="{FF2B5EF4-FFF2-40B4-BE49-F238E27FC236}">
                <a16:creationId xmlns:a16="http://schemas.microsoft.com/office/drawing/2014/main" id="{AE997F87-63AB-9BA3-2BEC-61C48DDAB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0838" y="554479"/>
            <a:ext cx="3448276" cy="63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500" b="1">
                <a:solidFill>
                  <a:srgbClr val="00B0F0"/>
                </a:solidFill>
              </a:rPr>
              <a:t>BÀI TẬP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3">
            <a:extLst>
              <a:ext uri="{FF2B5EF4-FFF2-40B4-BE49-F238E27FC236}">
                <a16:creationId xmlns:a16="http://schemas.microsoft.com/office/drawing/2014/main" id="{2CD19341-3F08-EB54-4409-4440AF0FF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8E9C124-7831-4514-BCA3-D45048042F0C}" type="slidenum">
              <a:rPr lang="vi-VN" altLang="en-US" sz="140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vi-VN" altLang="en-US" sz="1400"/>
          </a:p>
        </p:txBody>
      </p:sp>
      <p:pic>
        <p:nvPicPr>
          <p:cNvPr id="31747" name="Picture 4">
            <a:extLst>
              <a:ext uri="{FF2B5EF4-FFF2-40B4-BE49-F238E27FC236}">
                <a16:creationId xmlns:a16="http://schemas.microsoft.com/office/drawing/2014/main" id="{F3760811-2917-E749-AD65-932F9EBE3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3" y="476250"/>
            <a:ext cx="26479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C59BCF9-A1B7-FBE5-3339-59C9107FEFDD}"/>
                  </a:ext>
                </a:extLst>
              </p14:cNvPr>
              <p14:cNvContentPartPr/>
              <p14:nvPr/>
            </p14:nvContentPartPr>
            <p14:xfrm>
              <a:off x="485280" y="436680"/>
              <a:ext cx="11419920" cy="4071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C59BCF9-A1B7-FBE5-3339-59C9107FEFD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5920" y="427320"/>
                <a:ext cx="11438640" cy="4090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AB347317-37A7-89C9-99AB-8CFE3599B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E8B8B43-68D7-4A72-BF71-5A1465444F27}" type="slidenum">
              <a:rPr lang="vi-VN" altLang="en-US" sz="1400" smtClean="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vi-VN" altLang="en-US" sz="1400"/>
          </a:p>
        </p:txBody>
      </p:sp>
      <p:sp>
        <p:nvSpPr>
          <p:cNvPr id="5123" name="Rectangle 4">
            <a:extLst>
              <a:ext uri="{FF2B5EF4-FFF2-40B4-BE49-F238E27FC236}">
                <a16:creationId xmlns:a16="http://schemas.microsoft.com/office/drawing/2014/main" id="{0FB1B7A9-2013-4331-0FB6-2453DC68F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-1841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24" name="Rectangle 18">
            <a:extLst>
              <a:ext uri="{FF2B5EF4-FFF2-40B4-BE49-F238E27FC236}">
                <a16:creationId xmlns:a16="http://schemas.microsoft.com/office/drawing/2014/main" id="{859D374E-48EA-13F2-E15C-A6AF2CB79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788" y="3557588"/>
            <a:ext cx="230187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300">
                <a:ea typeface="Batang" panose="02030600000101010101" pitchFamily="18" charset="-127"/>
              </a:rPr>
              <a:t>.</a:t>
            </a:r>
            <a:endParaRPr lang="en-US" altLang="en-US" sz="1800"/>
          </a:p>
        </p:txBody>
      </p:sp>
      <p:sp>
        <p:nvSpPr>
          <p:cNvPr id="5125" name="Rectangle 27">
            <a:extLst>
              <a:ext uri="{FF2B5EF4-FFF2-40B4-BE49-F238E27FC236}">
                <a16:creationId xmlns:a16="http://schemas.microsoft.com/office/drawing/2014/main" id="{3E53FB9E-C564-6015-DBD1-0E33197DF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2438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26" name="Rectangle 47">
            <a:extLst>
              <a:ext uri="{FF2B5EF4-FFF2-40B4-BE49-F238E27FC236}">
                <a16:creationId xmlns:a16="http://schemas.microsoft.com/office/drawing/2014/main" id="{C489864B-BA0C-0494-7E1B-8D5F2FA4B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436813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890" name="Rectangle 74">
            <a:extLst>
              <a:ext uri="{FF2B5EF4-FFF2-40B4-BE49-F238E27FC236}">
                <a16:creationId xmlns:a16="http://schemas.microsoft.com/office/drawing/2014/main" id="{3A4007A9-8557-3A76-4ADA-C5F2D6971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843" y="997538"/>
            <a:ext cx="273344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 b="1">
                <a:solidFill>
                  <a:srgbClr val="FFC000"/>
                </a:solidFill>
              </a:rPr>
              <a:t>I. Định nghĩa :</a:t>
            </a:r>
          </a:p>
        </p:txBody>
      </p:sp>
      <p:sp>
        <p:nvSpPr>
          <p:cNvPr id="34891" name="Rectangle 75">
            <a:extLst>
              <a:ext uri="{FF2B5EF4-FFF2-40B4-BE49-F238E27FC236}">
                <a16:creationId xmlns:a16="http://schemas.microsoft.com/office/drawing/2014/main" id="{6B66EF1D-4D87-B313-AE74-54A68A5E9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8" y="2014538"/>
            <a:ext cx="11014075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 b="1">
                <a:solidFill>
                  <a:srgbClr val="00B0F0"/>
                </a:solidFill>
              </a:rPr>
              <a:t>Bài toán: </a:t>
            </a:r>
            <a:r>
              <a:rPr lang="en-US" altLang="en-US" sz="3000">
                <a:solidFill>
                  <a:schemeClr val="bg1"/>
                </a:solidFill>
              </a:rPr>
              <a:t>Tìm diện tích S miền phẳng giới hạn bởi đường cong y = f(x), trục hoành, hai đường thẳng  x = a và x = b.   </a:t>
            </a:r>
            <a:endParaRPr lang="en-US" altLang="en-US" sz="3000" b="1">
              <a:solidFill>
                <a:schemeClr val="bg1"/>
              </a:solidFill>
            </a:endParaRPr>
          </a:p>
        </p:txBody>
      </p:sp>
      <p:pic>
        <p:nvPicPr>
          <p:cNvPr id="34892" name="Picture 76" descr="ScreenHunter_1">
            <a:extLst>
              <a:ext uri="{FF2B5EF4-FFF2-40B4-BE49-F238E27FC236}">
                <a16:creationId xmlns:a16="http://schemas.microsoft.com/office/drawing/2014/main" id="{52938AB8-B096-69E8-0617-A14696548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25" y="3252788"/>
            <a:ext cx="6913563" cy="320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0" name="Rectangle 1">
            <a:extLst>
              <a:ext uri="{FF2B5EF4-FFF2-40B4-BE49-F238E27FC236}">
                <a16:creationId xmlns:a16="http://schemas.microsoft.com/office/drawing/2014/main" id="{22232748-F485-6345-BAF8-AA153F7DD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8" y="247650"/>
            <a:ext cx="55451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FF3300"/>
                </a:solidFill>
              </a:rPr>
              <a:t>B-TÍCH PHÂN XÁC ĐỊNH</a:t>
            </a:r>
            <a:endParaRPr lang="en-US" altLang="en-US" sz="36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477EDFB-0B85-2CCC-DF2B-7772BD974CFF}"/>
                  </a:ext>
                </a:extLst>
              </p14:cNvPr>
              <p14:cNvContentPartPr/>
              <p14:nvPr/>
            </p14:nvContentPartPr>
            <p14:xfrm>
              <a:off x="4277880" y="3443040"/>
              <a:ext cx="4916520" cy="1146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477EDFB-0B85-2CCC-DF2B-7772BD974CF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68520" y="3433680"/>
                <a:ext cx="4935240" cy="1164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90" grpId="0"/>
      <p:bldP spid="3489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>
            <a:extLst>
              <a:ext uri="{FF2B5EF4-FFF2-40B4-BE49-F238E27FC236}">
                <a16:creationId xmlns:a16="http://schemas.microsoft.com/office/drawing/2014/main" id="{8A2956BF-3EFB-3195-8939-78CC64153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113CAE6-C6AE-450A-A4A6-69C7A6094A5F}" type="slidenum">
              <a:rPr lang="vi-VN" altLang="en-US" sz="1400" smtClean="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vi-VN" altLang="en-US" sz="1400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FCEC8FC7-80D6-BAC2-D906-13D771EEB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-1841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6148" name="Rectangle 6">
            <a:extLst>
              <a:ext uri="{FF2B5EF4-FFF2-40B4-BE49-F238E27FC236}">
                <a16:creationId xmlns:a16="http://schemas.microsoft.com/office/drawing/2014/main" id="{D7F2C2B0-EDA7-9FB8-5C3C-11241B342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788" y="3557588"/>
            <a:ext cx="230187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300">
                <a:ea typeface="Batang" panose="02030600000101010101" pitchFamily="18" charset="-127"/>
              </a:rPr>
              <a:t>.</a:t>
            </a:r>
            <a:endParaRPr lang="en-US" altLang="en-US" sz="1800"/>
          </a:p>
        </p:txBody>
      </p:sp>
      <p:sp>
        <p:nvSpPr>
          <p:cNvPr id="6149" name="Rectangle 8">
            <a:extLst>
              <a:ext uri="{FF2B5EF4-FFF2-40B4-BE49-F238E27FC236}">
                <a16:creationId xmlns:a16="http://schemas.microsoft.com/office/drawing/2014/main" id="{896CEB00-3D63-7C12-2D8F-78F1DC518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436813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22890" name="Rectangle 10">
            <a:extLst>
              <a:ext uri="{FF2B5EF4-FFF2-40B4-BE49-F238E27FC236}">
                <a16:creationId xmlns:a16="http://schemas.microsoft.com/office/drawing/2014/main" id="{FC4CEF0D-76A2-F5C4-E248-12296321C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588" y="836613"/>
            <a:ext cx="9542462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bg1"/>
                </a:solidFill>
              </a:rPr>
              <a:t>Chia S một cách tuỳ ý ra làm n miền con : S</a:t>
            </a:r>
            <a:r>
              <a:rPr lang="en-US" altLang="en-US" sz="3000" baseline="-25000">
                <a:solidFill>
                  <a:schemeClr val="bg1"/>
                </a:solidFill>
              </a:rPr>
              <a:t>1</a:t>
            </a:r>
            <a:r>
              <a:rPr lang="en-US" altLang="en-US" sz="3000">
                <a:solidFill>
                  <a:schemeClr val="bg1"/>
                </a:solidFill>
              </a:rPr>
              <a:t>, S</a:t>
            </a:r>
            <a:r>
              <a:rPr lang="en-US" altLang="en-US" sz="3000" baseline="-25000">
                <a:solidFill>
                  <a:schemeClr val="bg1"/>
                </a:solidFill>
              </a:rPr>
              <a:t>2</a:t>
            </a:r>
            <a:r>
              <a:rPr lang="en-US" altLang="en-US" sz="3000">
                <a:solidFill>
                  <a:schemeClr val="bg1"/>
                </a:solidFill>
              </a:rPr>
              <a:t>, …, S</a:t>
            </a:r>
            <a:r>
              <a:rPr lang="en-US" altLang="en-US" sz="3000" baseline="-25000">
                <a:solidFill>
                  <a:schemeClr val="bg1"/>
                </a:solidFill>
              </a:rPr>
              <a:t>n</a:t>
            </a:r>
            <a:endParaRPr lang="en-US" altLang="en-US" sz="3000">
              <a:solidFill>
                <a:schemeClr val="bg1"/>
              </a:solidFill>
            </a:endParaRPr>
          </a:p>
        </p:txBody>
      </p:sp>
      <p:pic>
        <p:nvPicPr>
          <p:cNvPr id="122893" name="Picture 13">
            <a:extLst>
              <a:ext uri="{FF2B5EF4-FFF2-40B4-BE49-F238E27FC236}">
                <a16:creationId xmlns:a16="http://schemas.microsoft.com/office/drawing/2014/main" id="{075DA0EB-411B-EB94-AA5A-C4111D39B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888" y="1706563"/>
            <a:ext cx="8569325" cy="399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9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>
            <a:extLst>
              <a:ext uri="{FF2B5EF4-FFF2-40B4-BE49-F238E27FC236}">
                <a16:creationId xmlns:a16="http://schemas.microsoft.com/office/drawing/2014/main" id="{8AED8A7B-4AC1-A862-97FD-B5746D00C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4375FB-1200-4142-90E8-2461B778EA72}" type="slidenum">
              <a:rPr lang="vi-VN" altLang="en-US" sz="1400" smtClean="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vi-VN" altLang="en-US" sz="14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650E278A-B960-8F3C-87C5-34B8222C2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-1841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172" name="Rectangle 5">
            <a:extLst>
              <a:ext uri="{FF2B5EF4-FFF2-40B4-BE49-F238E27FC236}">
                <a16:creationId xmlns:a16="http://schemas.microsoft.com/office/drawing/2014/main" id="{7AA00BF6-E900-9EFC-C02D-53F6F4F45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1788" y="3557588"/>
            <a:ext cx="230187" cy="290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1300">
                <a:ea typeface="Batang" panose="02030600000101010101" pitchFamily="18" charset="-127"/>
              </a:rPr>
              <a:t>.</a:t>
            </a:r>
            <a:endParaRPr lang="en-US" altLang="en-US" sz="1800"/>
          </a:p>
        </p:txBody>
      </p:sp>
      <p:sp>
        <p:nvSpPr>
          <p:cNvPr id="7173" name="Rectangle 6">
            <a:extLst>
              <a:ext uri="{FF2B5EF4-FFF2-40B4-BE49-F238E27FC236}">
                <a16:creationId xmlns:a16="http://schemas.microsoft.com/office/drawing/2014/main" id="{0DC78243-A8A1-68A1-2EFC-A013AD0C9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2438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7174" name="Rectangle 7">
            <a:extLst>
              <a:ext uri="{FF2B5EF4-FFF2-40B4-BE49-F238E27FC236}">
                <a16:creationId xmlns:a16="http://schemas.microsoft.com/office/drawing/2014/main" id="{6E4DAAED-F96F-374F-C226-4231C2279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436813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23912" name="Rectangle 8">
            <a:extLst>
              <a:ext uri="{FF2B5EF4-FFF2-40B4-BE49-F238E27FC236}">
                <a16:creationId xmlns:a16="http://schemas.microsoft.com/office/drawing/2014/main" id="{CE299204-03D3-15FF-B58B-7EA0C61D2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7163" y="765175"/>
            <a:ext cx="6826250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bg1"/>
                </a:solidFill>
              </a:rPr>
              <a:t>Trên mỗi miền S lấy tuỳ ý một điểm x</a:t>
            </a:r>
            <a:r>
              <a:rPr lang="en-US" altLang="en-US" sz="3000" baseline="-25000">
                <a:solidFill>
                  <a:schemeClr val="bg1"/>
                </a:solidFill>
              </a:rPr>
              <a:t>i</a:t>
            </a:r>
            <a:r>
              <a:rPr lang="en-US" altLang="en-US" sz="300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123914" name="Picture 10">
            <a:extLst>
              <a:ext uri="{FF2B5EF4-FFF2-40B4-BE49-F238E27FC236}">
                <a16:creationId xmlns:a16="http://schemas.microsoft.com/office/drawing/2014/main" id="{A9F6B012-B11F-F1B8-4137-A9603FF7C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050" y="1628775"/>
            <a:ext cx="9145588" cy="458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39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3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3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3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>
            <a:extLst>
              <a:ext uri="{FF2B5EF4-FFF2-40B4-BE49-F238E27FC236}">
                <a16:creationId xmlns:a16="http://schemas.microsoft.com/office/drawing/2014/main" id="{C1E25B51-E8E1-BDD1-D8C6-46B18F55D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2AE0DC6-0F43-4DF0-8153-925F55687859}" type="slidenum">
              <a:rPr lang="vi-VN" altLang="en-US" sz="1400" smtClean="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vi-VN" altLang="en-US" sz="14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E8388A7A-7DAA-82E2-E515-17322BC83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-1841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196" name="Rectangle 6">
            <a:extLst>
              <a:ext uri="{FF2B5EF4-FFF2-40B4-BE49-F238E27FC236}">
                <a16:creationId xmlns:a16="http://schemas.microsoft.com/office/drawing/2014/main" id="{778B40D7-F18E-0722-E983-D2A45DC5C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992438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8197" name="Rectangle 7">
            <a:extLst>
              <a:ext uri="{FF2B5EF4-FFF2-40B4-BE49-F238E27FC236}">
                <a16:creationId xmlns:a16="http://schemas.microsoft.com/office/drawing/2014/main" id="{20D69D25-4E1F-4740-825E-DFD48F5B1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8" y="2436813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24936" name="Rectangle 8">
            <a:extLst>
              <a:ext uri="{FF2B5EF4-FFF2-40B4-BE49-F238E27FC236}">
                <a16:creationId xmlns:a16="http://schemas.microsoft.com/office/drawing/2014/main" id="{D8CDCD53-5A7E-FD8E-F69A-96F997898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9850" y="790575"/>
            <a:ext cx="1319213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bg1"/>
                </a:solidFill>
              </a:rPr>
              <a:t>Ta có: </a:t>
            </a:r>
          </a:p>
        </p:txBody>
      </p:sp>
      <p:graphicFrame>
        <p:nvGraphicFramePr>
          <p:cNvPr id="124938" name="Object 10">
            <a:extLst>
              <a:ext uri="{FF2B5EF4-FFF2-40B4-BE49-F238E27FC236}">
                <a16:creationId xmlns:a16="http://schemas.microsoft.com/office/drawing/2014/main" id="{B388B8A2-3B9D-6B63-E895-D49C9F768F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27325" y="817563"/>
          <a:ext cx="3424238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3" name="Equation" r:id="rId3" imgW="1308100" imgH="228600" progId="Equation.DSMT4">
                  <p:embed/>
                </p:oleObj>
              </mc:Choice>
              <mc:Fallback>
                <p:oleObj name="Equation" r:id="rId3" imgW="1308100" imgH="228600" progId="Equation.DSMT4">
                  <p:embed/>
                  <p:pic>
                    <p:nvPicPr>
                      <p:cNvPr id="124938" name="Object 10">
                        <a:extLst>
                          <a:ext uri="{FF2B5EF4-FFF2-40B4-BE49-F238E27FC236}">
                            <a16:creationId xmlns:a16="http://schemas.microsoft.com/office/drawing/2014/main" id="{B388B8A2-3B9D-6B63-E895-D49C9F768F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7325" y="817563"/>
                        <a:ext cx="3424238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39" name="Object 11">
            <a:extLst>
              <a:ext uri="{FF2B5EF4-FFF2-40B4-BE49-F238E27FC236}">
                <a16:creationId xmlns:a16="http://schemas.microsoft.com/office/drawing/2014/main" id="{0937DD01-2486-89C4-41D8-1C2D747FFF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89063" y="1412875"/>
          <a:ext cx="9412287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4" name="Equation" r:id="rId5" imgW="3860800" imgH="254000" progId="Equation.DSMT4">
                  <p:embed/>
                </p:oleObj>
              </mc:Choice>
              <mc:Fallback>
                <p:oleObj name="Equation" r:id="rId5" imgW="3860800" imgH="254000" progId="Equation.DSMT4">
                  <p:embed/>
                  <p:pic>
                    <p:nvPicPr>
                      <p:cNvPr id="124939" name="Object 11">
                        <a:extLst>
                          <a:ext uri="{FF2B5EF4-FFF2-40B4-BE49-F238E27FC236}">
                            <a16:creationId xmlns:a16="http://schemas.microsoft.com/office/drawing/2014/main" id="{0937DD01-2486-89C4-41D8-1C2D747FFF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9063" y="1412875"/>
                        <a:ext cx="9412287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40" name="Object 12">
            <a:extLst>
              <a:ext uri="{FF2B5EF4-FFF2-40B4-BE49-F238E27FC236}">
                <a16:creationId xmlns:a16="http://schemas.microsoft.com/office/drawing/2014/main" id="{D376B68B-3A72-AE7C-0FC2-E3199B1AF7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6363" y="1916113"/>
          <a:ext cx="5692775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5" name="Equation" r:id="rId7" imgW="2120900" imgH="469900" progId="Equation.DSMT4">
                  <p:embed/>
                </p:oleObj>
              </mc:Choice>
              <mc:Fallback>
                <p:oleObj name="Equation" r:id="rId7" imgW="2120900" imgH="469900" progId="Equation.DSMT4">
                  <p:embed/>
                  <p:pic>
                    <p:nvPicPr>
                      <p:cNvPr id="124940" name="Object 12">
                        <a:extLst>
                          <a:ext uri="{FF2B5EF4-FFF2-40B4-BE49-F238E27FC236}">
                            <a16:creationId xmlns:a16="http://schemas.microsoft.com/office/drawing/2014/main" id="{D376B68B-3A72-AE7C-0FC2-E3199B1AF7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6363" y="1916113"/>
                        <a:ext cx="5692775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41" name="Rectangle 13">
            <a:extLst>
              <a:ext uri="{FF2B5EF4-FFF2-40B4-BE49-F238E27FC236}">
                <a16:creationId xmlns:a16="http://schemas.microsoft.com/office/drawing/2014/main" id="{CE3FCB92-B4A4-F0BB-691C-2100D0741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588" y="3306763"/>
            <a:ext cx="256857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bg1"/>
                </a:solidFill>
              </a:rPr>
              <a:t>Nếu giới hạn  </a:t>
            </a:r>
          </a:p>
        </p:txBody>
      </p:sp>
      <p:graphicFrame>
        <p:nvGraphicFramePr>
          <p:cNvPr id="124942" name="Object 14">
            <a:extLst>
              <a:ext uri="{FF2B5EF4-FFF2-40B4-BE49-F238E27FC236}">
                <a16:creationId xmlns:a16="http://schemas.microsoft.com/office/drawing/2014/main" id="{DA78CC01-B21B-0427-B227-8098B12E03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19488" y="3068638"/>
          <a:ext cx="4075112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6" name="Equation" r:id="rId9" imgW="1764534" imgH="495085" progId="Equation.DSMT4">
                  <p:embed/>
                </p:oleObj>
              </mc:Choice>
              <mc:Fallback>
                <p:oleObj name="Equation" r:id="rId9" imgW="1764534" imgH="495085" progId="Equation.DSMT4">
                  <p:embed/>
                  <p:pic>
                    <p:nvPicPr>
                      <p:cNvPr id="124942" name="Object 14">
                        <a:extLst>
                          <a:ext uri="{FF2B5EF4-FFF2-40B4-BE49-F238E27FC236}">
                            <a16:creationId xmlns:a16="http://schemas.microsoft.com/office/drawing/2014/main" id="{DA78CC01-B21B-0427-B227-8098B12E03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9488" y="3068638"/>
                        <a:ext cx="4075112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43" name="Rectangle 15">
            <a:extLst>
              <a:ext uri="{FF2B5EF4-FFF2-40B4-BE49-F238E27FC236}">
                <a16:creationId xmlns:a16="http://schemas.microsoft.com/office/drawing/2014/main" id="{FEF1CB7E-3E39-66F9-8043-82BE4D01C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5863" y="3387725"/>
            <a:ext cx="3208337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bg1"/>
                </a:solidFill>
              </a:rPr>
              <a:t>tồn tại, không phụ</a:t>
            </a:r>
          </a:p>
        </p:txBody>
      </p:sp>
      <p:sp>
        <p:nvSpPr>
          <p:cNvPr id="124944" name="Rectangle 16">
            <a:extLst>
              <a:ext uri="{FF2B5EF4-FFF2-40B4-BE49-F238E27FC236}">
                <a16:creationId xmlns:a16="http://schemas.microsoft.com/office/drawing/2014/main" id="{CDD52F8C-42CE-C7D1-C4F6-3B29045EC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3025" y="4030663"/>
            <a:ext cx="9213850" cy="1235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bg1"/>
                </a:solidFill>
              </a:rPr>
              <a:t>thuộc cách chia S và cách lấy điểm x</a:t>
            </a:r>
            <a:r>
              <a:rPr lang="en-US" altLang="en-US" sz="3000" baseline="-25000">
                <a:solidFill>
                  <a:schemeClr val="bg1"/>
                </a:solidFill>
              </a:rPr>
              <a:t>i</a:t>
            </a:r>
            <a:r>
              <a:rPr lang="en-US" altLang="en-US" sz="3000">
                <a:solidFill>
                  <a:schemeClr val="bg1"/>
                </a:solidFill>
              </a:rPr>
              <a:t>*, thì I gọi là tích</a:t>
            </a:r>
          </a:p>
          <a:p>
            <a:pPr algn="just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chemeClr val="bg1"/>
                </a:solidFill>
              </a:rPr>
              <a:t>phân xác định của hàm y = f(x) trên đoạn [a, b] và </a:t>
            </a:r>
          </a:p>
        </p:txBody>
      </p:sp>
      <p:graphicFrame>
        <p:nvGraphicFramePr>
          <p:cNvPr id="124945" name="Object 17">
            <a:extLst>
              <a:ext uri="{FF2B5EF4-FFF2-40B4-BE49-F238E27FC236}">
                <a16:creationId xmlns:a16="http://schemas.microsoft.com/office/drawing/2014/main" id="{A53E3C20-7CD5-95EE-2565-2ED44DD22A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6300" y="5300663"/>
          <a:ext cx="6205538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7" name="Equation" r:id="rId11" imgW="2527300" imgH="508000" progId="Equation.DSMT4">
                  <p:embed/>
                </p:oleObj>
              </mc:Choice>
              <mc:Fallback>
                <p:oleObj name="Equation" r:id="rId11" imgW="2527300" imgH="508000" progId="Equation.DSMT4">
                  <p:embed/>
                  <p:pic>
                    <p:nvPicPr>
                      <p:cNvPr id="124945" name="Object 17">
                        <a:extLst>
                          <a:ext uri="{FF2B5EF4-FFF2-40B4-BE49-F238E27FC236}">
                            <a16:creationId xmlns:a16="http://schemas.microsoft.com/office/drawing/2014/main" id="{A53E3C20-7CD5-95EE-2565-2ED44DD22A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" y="5300663"/>
                        <a:ext cx="6205538" cy="124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46" name="Rectangle 18">
            <a:extLst>
              <a:ext uri="{FF2B5EF4-FFF2-40B4-BE49-F238E27FC236}">
                <a16:creationId xmlns:a16="http://schemas.microsoft.com/office/drawing/2014/main" id="{23C6598B-9F01-03C6-09ED-58A1D1EE8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6613" y="5421313"/>
            <a:ext cx="439737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rgbClr val="00B0F0"/>
                </a:solidFill>
              </a:rPr>
              <a:t>Khi đó, hàm f(x) gọi là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3000">
                <a:solidFill>
                  <a:srgbClr val="00B0F0"/>
                </a:solidFill>
              </a:rPr>
              <a:t>khả tích trên đoạn [a,b]  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4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4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4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4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4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4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4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4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4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4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4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4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4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4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4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4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4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4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6" grpId="0"/>
      <p:bldP spid="124941" grpId="0"/>
      <p:bldP spid="124943" grpId="0"/>
      <p:bldP spid="124944" grpId="0"/>
      <p:bldP spid="12494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>
            <a:extLst>
              <a:ext uri="{FF2B5EF4-FFF2-40B4-BE49-F238E27FC236}">
                <a16:creationId xmlns:a16="http://schemas.microsoft.com/office/drawing/2014/main" id="{1D927BD0-A567-4880-2F8C-B8A96B825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4BE3643-0C3B-47FC-ABC9-8FECB4436524}" type="slidenum">
              <a:rPr lang="vi-VN" altLang="en-US" sz="1400" smtClean="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vi-VN" altLang="en-US" sz="1400"/>
          </a:p>
        </p:txBody>
      </p:sp>
      <p:pic>
        <p:nvPicPr>
          <p:cNvPr id="9219" name="Picture 1">
            <a:extLst>
              <a:ext uri="{FF2B5EF4-FFF2-40B4-BE49-F238E27FC236}">
                <a16:creationId xmlns:a16="http://schemas.microsoft.com/office/drawing/2014/main" id="{29D3413C-9C10-F56F-7C11-7CE70871C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88" y="260350"/>
            <a:ext cx="6272212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98AEB0B-154A-AD6E-F6D1-F10787BA96B5}"/>
                  </a:ext>
                </a:extLst>
              </p14:cNvPr>
              <p14:cNvContentPartPr/>
              <p14:nvPr/>
            </p14:nvContentPartPr>
            <p14:xfrm>
              <a:off x="566280" y="261720"/>
              <a:ext cx="11598120" cy="4950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98AEB0B-154A-AD6E-F6D1-F10787BA96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6920" y="252360"/>
                <a:ext cx="11616840" cy="4968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>
            <a:extLst>
              <a:ext uri="{FF2B5EF4-FFF2-40B4-BE49-F238E27FC236}">
                <a16:creationId xmlns:a16="http://schemas.microsoft.com/office/drawing/2014/main" id="{B92D2186-FAA9-6848-A7B9-63D57E5DE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662744-1031-49F3-A194-EC7939FCAE17}" type="slidenum">
              <a:rPr lang="vi-VN" altLang="en-US" sz="1400" smtClean="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vi-VN" altLang="en-US" sz="1400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EDD37187-5A11-4A44-98C6-161EED92EE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0498156"/>
              </p:ext>
            </p:extLst>
          </p:nvPr>
        </p:nvGraphicFramePr>
        <p:xfrm>
          <a:off x="561520" y="328838"/>
          <a:ext cx="4353379" cy="195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0" name="Equation" r:id="rId3" imgW="1130040" imgH="507960" progId="Equation.DSMT4">
                  <p:embed/>
                </p:oleObj>
              </mc:Choice>
              <mc:Fallback>
                <p:oleObj name="Equation" r:id="rId3" imgW="113004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1520" y="328838"/>
                        <a:ext cx="4353379" cy="1956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7" name="Picture 4">
            <a:extLst>
              <a:ext uri="{FF2B5EF4-FFF2-40B4-BE49-F238E27FC236}">
                <a16:creationId xmlns:a16="http://schemas.microsoft.com/office/drawing/2014/main" id="{80021D15-AB9A-1577-CD6C-5B933F007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068" y="312964"/>
            <a:ext cx="11246410" cy="2699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70F5F0-3D7D-4DDB-BAA7-CD441D007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302" y="3608709"/>
            <a:ext cx="4662176" cy="940990"/>
          </a:xfrm>
          <a:prstGeom prst="rect">
            <a:avLst/>
          </a:prstGeom>
        </p:spPr>
      </p:pic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D56758F2-D734-4D1B-B7A7-0B3EE22921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7318867"/>
              </p:ext>
            </p:extLst>
          </p:nvPr>
        </p:nvGraphicFramePr>
        <p:xfrm>
          <a:off x="434068" y="3221954"/>
          <a:ext cx="2304866" cy="1581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4" name="Equation" r:id="rId5" imgW="647640" imgH="444240" progId="Equation.DSMT4">
                  <p:embed/>
                </p:oleObj>
              </mc:Choice>
              <mc:Fallback>
                <p:oleObj name="Equation" r:id="rId5" imgW="647640" imgH="4442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068" y="3221954"/>
                        <a:ext cx="2304866" cy="15817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6D74DA0-CB83-4D78-81AF-0D8E4ED486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8066749"/>
              </p:ext>
            </p:extLst>
          </p:nvPr>
        </p:nvGraphicFramePr>
        <p:xfrm>
          <a:off x="3626157" y="3221954"/>
          <a:ext cx="2498271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5" name="Equation" r:id="rId7" imgW="647640" imgH="444240" progId="Equation.DSMT4">
                  <p:embed/>
                </p:oleObj>
              </mc:Choice>
              <mc:Fallback>
                <p:oleObj name="Equation" r:id="rId7" imgW="647640" imgH="4442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6157" y="3221954"/>
                        <a:ext cx="2498271" cy="17145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37E4F2C-E3AD-4D4F-8C2E-DD4E119D0F79}"/>
                  </a:ext>
                </a:extLst>
              </p14:cNvPr>
              <p14:cNvContentPartPr/>
              <p14:nvPr/>
            </p14:nvContentPartPr>
            <p14:xfrm>
              <a:off x="9339609" y="692331"/>
              <a:ext cx="1564200" cy="638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37E4F2C-E3AD-4D4F-8C2E-DD4E119D0F7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330969" y="683331"/>
                <a:ext cx="1581840" cy="656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A60DB1-02D3-43A8-A08D-F4C3477E9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98" y="230733"/>
            <a:ext cx="8824416" cy="640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24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795</TotalTime>
  <Words>613</Words>
  <Application>Microsoft Office PowerPoint</Application>
  <PresentationFormat>Widescreen</PresentationFormat>
  <Paragraphs>99</Paragraphs>
  <Slides>30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Times New Roman</vt:lpstr>
      <vt:lpstr>Office Theme</vt:lpstr>
      <vt:lpstr>Equation</vt:lpstr>
      <vt:lpstr>CHƯƠNG 5: TÍCH PHÂN</vt:lpstr>
      <vt:lpstr>A-TÍCH PHÂN BẤT ĐỊNH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II- PHƯƠNG PHÁP ĐỔI BIẾN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11</dc:creator>
  <cp:lastModifiedBy>Nguyễn Điệp</cp:lastModifiedBy>
  <cp:revision>21</cp:revision>
  <dcterms:created xsi:type="dcterms:W3CDTF">2021-11-16T10:15:54Z</dcterms:created>
  <dcterms:modified xsi:type="dcterms:W3CDTF">2024-11-13T01:33:33Z</dcterms:modified>
</cp:coreProperties>
</file>