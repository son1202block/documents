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1" r:id="rId2"/>
    <p:sldId id="262" r:id="rId3"/>
    <p:sldId id="263" r:id="rId4"/>
    <p:sldId id="324" r:id="rId5"/>
    <p:sldId id="275" r:id="rId6"/>
    <p:sldId id="325" r:id="rId7"/>
    <p:sldId id="326" r:id="rId8"/>
    <p:sldId id="278" r:id="rId9"/>
    <p:sldId id="267" r:id="rId10"/>
    <p:sldId id="279" r:id="rId11"/>
    <p:sldId id="328" r:id="rId12"/>
    <p:sldId id="270" r:id="rId13"/>
    <p:sldId id="281" r:id="rId14"/>
    <p:sldId id="284" r:id="rId15"/>
    <p:sldId id="327" r:id="rId16"/>
    <p:sldId id="282" r:id="rId17"/>
    <p:sldId id="285" r:id="rId18"/>
    <p:sldId id="286" r:id="rId19"/>
    <p:sldId id="287" r:id="rId2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8.w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12:02.25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22677 1365 975 0,'0'0'156'16,"0"0"-134"-16,0 0-9 15,0 0 348-15,0 0-137 16,0 0-122-16,27 3-52 0,-27-3 53 15,0 0-11 1,0 0-43-16,0 0 8 0,0 0-5 16,0 0-11-16,0 0 19 15,0 0-44-15,0-7 2 16,0 2 10-16,0-2-21 16,0 2 24-16,0 3-10 15,0 2 13-15,0 0 2 16,0 0-27-16,0 0-5 15,0 5-3-15,0 13 0 16,0 10 81-16,0 6-46 16,0 4-22-16,0 1 6 15,0-1-14-15,0-6-6 16,-9-5 0-16,7-6-17 16,-1-7-44-16,-4-6-77 0,3-8-98 15,0-12-27-15,-5-7-502 16</inkml:trace>
  <inkml:trace contextRef="#ctx0" brushRef="#br0" timeOffset="174.94">22755 1342 629 0,'0'0'714'0,"0"0"-486"16,0 0-108-16,0 0 35 16,115 5-32-16,-88 17-27 15,0 7 65-15,0 3-87 16,-2 0-25-16,-5-2-5 15,4-2-43-15,-4-6 20 0,3-4-21 16,-4-9-121-16,-1-4-162 16,-5-5-566-16</inkml:trace>
  <inkml:trace contextRef="#ctx0" brushRef="#br0" timeOffset="934.82">23181 1163 1676 0,'0'0'310'0,"0"0"-184"15,0 0 75-15,-14 121-59 16,5-72-38-16,3 3-66 0,2-3-37 16,4-6 4-1,0-6-5-15,0-8-93 0,10-3 0 16,13-9-51-16,-6-2 17 15,8-3 43-15,-7-5 84 16,4 0 0-16,-4-7 65 16,-3 0 24-16,1 0 8 15,-1 0-51-15,1-11 0 16,-3-11-46-16,-3-3-3 16,-6-5-13-16,-4 0-82 15,0 5-17-15,-2 1 50 16,-14 8 22-16,1 6 43 15,1 10 1-15,-1 0 12 16,6 14 75-16,4 10 16 16,3 6-24-16,2 0-21 0,0 0-43 15,7-6 20-15,15-6-20 16,5-4-15-16,2-8-1 16,2-6-21-16,0 0-49 15,-2-8-50-15,0-12-94 16,-4-4 36-16,-10-5 24 15,-1 4 32-15,-10 1 59 16,-4 4 63-16,0 8 19 16,0 10 190-16,0 2-63 15,-4 10-13-15,-10 17 41 16,5 6-42-16,5 1-24 16,4-2-72-16,0-1-19 0,0-10 3 15,2-3-19 1,16-8 6-16,4-6-7 0,-2-4-55 15,5 0 11-15,0-16-91 16,-8-6-54-16,-1-4 42 16,-3-6 45-16,-1-2 5 15,-8 0 59-15,0 2 19 16,1 6 19-16,-3 6 47 16,-2 12 93-16,0 8 20 15,0 0-100-15,0 9 15 16,0 15-5-16,0 7-45 15,0 1 13-15,0-1-38 16,0 0-2-16,0-1-29 16,0-9-208-16,0-6-349 0</inkml:trace>
  <inkml:trace contextRef="#ctx0" brushRef="#br0" timeOffset="1120.2">23214 1342 1245 0,'0'0'1021'0,"0"0"-772"15,0 0-198-15,0 0-13 16,0 0-38-16,0 0 0 16,0 0-8-16,136-57-29 15,-101 35-85-15,-6 4-208 16,-6-6-700-16</inkml:trace>
  <inkml:trace contextRef="#ctx0" brushRef="#br0" timeOffset="1252.7">23528 962 1273 0,'0'0'935'0,"0"0"-742"16,0 0-150-16,0 0 35 16,0 0-55-16,-8 143-23 15,-11-71-29-15,9-14-301 16,1-9-1432-16</inkml:trace>
  <inkml:trace contextRef="#ctx0" brushRef="#br0" timeOffset="2390.27">24081 1608 1726 0,'0'0'549'0,"0"0"-455"15,0 0-93-15,0 0 85 0,0 0-17 16,0 0-63 0,0 0 23-16,145-124-29 0,-103 79-18 15,-1 1 0-15,-10 3-35 16,-6-3 19-16,-15 9 17 15,-3 3 4-15,-7 6 12 16,0 8 2-16,-2 6-1 16,-11 10 59-16,-1 2-59 15,-3 2 0-15,-4 24-1 16,5 16 2-16,5 16 1 16,5 14 26-16,6 15 6 15,0 5 41-15,0 3-41 16,0 1 15-16,0-9-30 15,0-8-13-15,0-12 6 16,0-16-12-16,0-13 0 0,-7-11 14 16,-9-13-13-1,-3-14 16-15,1 0 15 0,-5-19-31 16,8-20-2-16,5-7-39 16,10-12-4-16,0-2 10 15,19-1-58-15,10 3-24 16,22-9-61-16,-7 16-177 15,-2 10-535-15</inkml:trace>
  <inkml:trace contextRef="#ctx0" brushRef="#br0" timeOffset="2673.6">24658 1135 1370 0,'0'0'533'16,"0"0"-452"-16,0 0 32 16,0 0 95-16,-116 114-63 15,99-58 17-15,10 4-35 16,7 2-69-16,0-4-25 15,5-4-32-15,12-9 10 0,10-11-22 16,18-6-98 0,-10-10-117-16,1-11-331 0</inkml:trace>
  <inkml:trace contextRef="#ctx0" brushRef="#br0" timeOffset="2839.51">24703 1465 2058 0,'0'0'563'0,"0"0"-435"16,0 0-26-16,0 0-87 15,0 0 0-15,0 0-15 16,0 0-55-16,156 0-224 0,-116 0-629 16</inkml:trace>
  <inkml:trace contextRef="#ctx0" brushRef="#br0" timeOffset="3261.65">24966 1365 1958 0,'0'0'289'0,"0"0"-186"16,0 0 19-16,0 0-84 15,0 0-2-15,0 0 4 16,0 0 38-16,43 81 13 16,-37-42-42-16,3 2-3 15,-7-1-6-15,-2-5-28 16,0-4 21-16,0-9-33 0,0-5 0 16,0-14-12-16,0-3-18 15,3-3-22-15,6-26-62 16,-3-12-111-16,5-5 47 15,1-5-96-15,-6 3 79 16,3 9 195-16,-9 13 69 16,0 15 226-16,0 11-69 15,0 0-94-15,0 13-31 16,0 11-17-16,0 5-14 16,0-1-28-16,14-5-36 15,3-2-12-15,10-7-50 16,16-14-149-16,-10 0-61 15,-4 0-407-15</inkml:trace>
  <inkml:trace contextRef="#ctx0" brushRef="#br0" timeOffset="3447.4">25287 1177 1862 0,'0'0'589'0,"0"0"-467"15,0 0-81-15,0 0-21 16,0 0 36-16,94 116 15 15,-88-58 16-15,2 5-28 16,-8 0-57-16,0 2-4 16,-12-6-1-16,-1-6-138 15,-12-5-90-15,9-14-288 0,3-15-988 0</inkml:trace>
  <inkml:trace contextRef="#ctx0" brushRef="#br0" timeOffset="3755.74">25646 1388 1558 0,'0'0'821'0,"0"0"-666"15,0 0-121-15,0 0 8 16,0 0-36-16,0 0 10 16,0 0-16-16,96 31-21 15,-76-20-89-15,-11 3-182 16,-7-2-268-16,-2-3-986 0</inkml:trace>
  <inkml:trace contextRef="#ctx0" brushRef="#br0" timeOffset="3862.63">25640 1535 1639 0,'0'3'399'16,"0"-2"-259"-16,13 6-3 16,9 2-72-16,16 0-65 0,-5-1-74 15,-4 0-645-15</inkml:trace>
  <inkml:trace contextRef="#ctx0" brushRef="#br0" timeOffset="4423.25">25998 1474 1815 0,'0'0'602'0,"0"0"-530"16,0 0-34-16,0 0 1 15,0 0 19-15,0 0 34 0,116 15-92 16,-52-15-3 0,-10 0-254-16,-7-4-887 0</inkml:trace>
  <inkml:trace contextRef="#ctx0" brushRef="#br0" timeOffset="5016.63">26406 1538 1741 0,'0'0'635'0,"0"0"-441"16,0 0-158-16,0 0-28 15,0 0-4-15,73-119 8 0,-48 81-10 16,0 1-2 0,-12 3-33-16,-4 1 32 0,-9 8 2 15,0 4 5-15,-2 9 73 16,-12 6 1-16,-1 6-14 15,-1 0-66-15,3 18 10 16,-1 15-28-16,8 13 17 16,-3 12 1-16,5 12 0 15,-4 10 8-15,4 3-8 16,0 4 0-16,2 0 6 16,-7-7-14-16,7-10 9 15,-10-12-1-15,8-14 0 16,-9-14 8-16,3-16-8 15,-3-10 0-15,5-4 1 16,-6-15-11-16,3-20-1 0,9-11-48 16,2-10-8-16,0-7-68 15,21-3 36-15,16-2 19 16,3 1-28-16,4 0-27 16,3 1 2-16,-3 3 35 15,-5 3 48-15,-10 8 50 16,-12 11 19-16,-5 8 151 15,-12 11 48-15,0 12 16 16,0 6-55-16,0 4-93 16,-16 4-66-16,3 22-18 15,3 10-2-15,6 11 0 16,4 2 8-16,0 4 7 16,2-7-15-16,18-5-6 0,3-6-16 15,4-9-108-15,4-12-38 16,-7-5-189-16,-6-9-303 0</inkml:trace>
  <inkml:trace contextRef="#ctx0" brushRef="#br0" timeOffset="5334.58">26756 1434 738 0,'0'0'1156'0,"0"0"-856"16,0 0-174-16,0 0-33 15,0 0-22-15,0 0 21 16,0 0 4-16,49 51-40 15,-42-16 13-15,-5 0-53 16,-2-2-16-16,0-3 12 0,0-10-12 16,0-6 0-1,0-12-74-15,0-2-62 0,0-6 45 16,7-20-140-16,2-8-50 16,2-6-25-16,-7 0 38 15,6 6 185-15,-6 9 83 16,-2 15 386-16,-2 10-42 15,2 0-129-15,0 24 11 16,7 2-86-16,5 3-100 16,3-5-7-16,8-4-30 15,2-8-3-15,18-12-78 16,-14 0-170-16,-3-5-333 0</inkml:trace>
  <inkml:trace contextRef="#ctx0" brushRef="#br0" timeOffset="5498.21">27059 1206 697 0,'0'0'1603'16,"0"0"-1346"-16,0 0-205 15,0 0 20-15,0 0-22 16,83 125 11-16,-81-68 25 16,-2 6-73-16,0 7-4 15,-42 29-9-15,4-17-228 16,-3-16-308-16</inkml:trace>
  <inkml:trace contextRef="#ctx0" brushRef="#br0" timeOffset="6023.95">27501 1492 1182 0,'0'0'920'16,"0"0"-608"-1,0 0-89-15,0 0-17 0,0 0-96 16,0 0-13-16,131-11-35 16,-71 4-61-16,7 0 29 15,-7 2-30-15,2-1-12 16,-4 1-19-16,5-5-249 15,-16 3-281-15,-9-4-657 0</inkml:trace>
  <inkml:trace contextRef="#ctx0" brushRef="#br0" timeOffset="6212.11">28016 1279 1453 0,'0'0'1055'0,"0"0"-828"0,0 0-121 15,0 0-42-15,0 0-34 16,0 0 31-16,0 0-34 16,102 137-27-16,-102-91 0 15,-11 1-24-15,-49 22-142 16,4-13-289-16,-4-10-659 0</inkml:trace>
  <inkml:trace contextRef="#ctx0" brushRef="#br0" timeOffset="6923.55">28575 1421 1363 0,'0'0'756'0,"0"0"-645"15,0 0-102-15,0 0 16 16,0 0-7-16,145-72-17 15,-105 42 21-15,-4 0-22 16,-10-2 1-16,-8 1 21 16,-9 6-22-16,-7 4 128 15,-2 4 40-15,0 7-29 16,0 5-53-16,0 5-69 0,-6 7-7 16,-5 23-20-16,4 14 1 15,0 18 9-15,5 12-9 16,0 9 25-16,-3 7-16 15,1-1 0-15,0 3 2 16,-10-9-4-16,-1-8 2 16,-10-10 0-16,-6-10 0 15,-11-15 11-15,-3-14-19 16,3-16 8-16,6-10 0 16,14-8-3-16,8-26 3 15,14-14-7-15,7-12-7 16,29-7-17-16,12 0 31 15,10 0-23-15,7 4-78 0,22-12-75 16,-23 14-338-16,-8 14-873 16</inkml:trace>
  <inkml:trace contextRef="#ctx0" brushRef="#br0" timeOffset="7059.82">29119 1339 1670 0,'0'0'663'15,"0"0"-455"-15,0 0 64 16,0 0-161-16,0 0-111 16,0 0-60-16,0 0-229 15,-15 49-393-15</inkml:trace>
  <inkml:trace contextRef="#ctx0" brushRef="#br0" timeOffset="7173.34">29065 1688 2027 0,'0'0'554'15,"0"0"-554"-15,0 0-10 16,0 0-337-16,0 0-773 0</inkml:trace>
  <inkml:trace contextRef="#ctx0" brushRef="#br0" timeOffset="8478.91">29806 844 614 0,'0'0'1088'0,"0"0"-933"0,0 0-140 15,0 0 52-15,-29 114 111 16,20-47 2-16,7 10 22 16,-3 8-28-16,5-1-76 15,-5-1-29-15,5-14-56 16,0-11-12-16,0-11 11 16,0-18-4-16,0-10-8 15,0-14 1-15,0-5 11 16,10-12-24-16,3-19 9 15,5-15-81-15,4-7-33 16,2-3-1-16,1 6 63 16,-2 13 37-16,-8 12 18 15,-9 18 45-15,-4 7-33 0,-2 7-3 16,0 20 102-16,0 2-42 16,0 5-11-16,0-4-25 15,8-4-32-15,11-5 31 16,10-10-31-16,10-7-1 15,3-4-20-15,2 0-120 16,-1-12 36-16,-5-8 4 16,-14-1-7-16,-9-2 79 15,-9 5 28-15,-6 8 123 16,-8 10 96-16,-23 0-141 16,-11 14-23-16,-5 14 9 15,3 7-24-15,1-3 25 0,15-2-43 16,12-9-11-16,9-4 5 15,7-9-15-15,9-7-1 16,24-1 0-16,12-5-33 16,6-21-45-16,5-6-149 15,-7-5 23-15,-5 4 33 16,-8 2 15-16,-14 9 113 16,-10 12 43-16,-8 10 122 15,-4 0-8-15,0 20-16 16,-4 10 45-16,-8 2-25 15,4 0-51-15,1-1-9 16,7-7-32-16,0-6-20 16,0-6 14-16,2-7-20 0,11-5-11 15,8 0 1 1,-2-20-85-16,4-6-63 0,6-4-5 16,-7 2 9-16,3 3 93 15,-8 4 61-15,-3 13 3 16,-5 8 111-16,-9 0-41 15,0 24 29-15,0 6 29 16,-7 5-44-16,-1-3 4 16,-4-6-50-16,8-8-29 15,-1-8 14-15,5-8-20 16,0-2 9-16,0 0 25 16,9-16-40-16,11-10-6 15,7-6-48-15,2-3-7 0,2 1 12 16,-2 8-35-1,-5 9 41-15,-1 9 28 0,-9 8 11 16,-10 3 4-16,-4 26 52 16,0 6-25-16,0 4 19 15,-2-2-45-15,-8-6 18 16,4-9-16-16,6-10 8 16,0-10-5-16,0-2-6 15,8-2-83-15,17-14-89 16,8-5 1-16,2 2 17 15,0 3 13-15,-4 8 28 16,-4 8 91-16,-7 0 22 0,-4 18 64 16,-12 7 32-1,-4 5-74-15,0 2-6 0,0-3-16 16,-9-11-49-16,-2-7-103 16,-2-8-356-16</inkml:trace>
  <inkml:trace contextRef="#ctx0" brushRef="#br0" timeOffset="8635.76">30134 1097 1302 0,'0'0'1278'16,"0"0"-1140"-16,0 0-137 0,160-26-1 15,-77 19-30 1,50 7-39-16,-21 0-168 0,-8 0-674 15</inkml:trace>
  <inkml:trace contextRef="#ctx0" brushRef="#br0" timeOffset="9063.19">31355 984 1478 0,'0'0'344'0,"0"0"-240"16,0 0 38-16,0 0 26 16,0 0-32-16,0 0 16 15,-56 138 15-15,50-75-81 0,-1 4 5 16,7 0-46-16,0-6-33 16,2-7 21-16,20-11-32 15,7-6 7-15,12-13-2 16,1-12-6-16,1-12-39 15,1 0-84-15,-2-27-59 16,-11-11 11-16,-6-3-51 16,-19-5 75-16,-6 6 123 15,0 5 24-15,-13 15 201 16,-7 10 11-16,-4 10-78 16,4 6-20-16,-1 22-39 15,10 6-21-15,9 3 8 16,2 0-35-16,13 2 6 15,18-9-33-15,12-4-31 16,4-10-96-16,17-12-155 0,-10-4-245 16,-9 0-453-16</inkml:trace>
  <inkml:trace contextRef="#ctx0" brushRef="#br0" timeOffset="9273.57">31708 1015 1377 0,'0'0'777'0,"0"0"-541"0,0 0 9 16,0 0-67-1,0 0-111-15,0 0-61 0,0 0 0 16,91 27-6-16,-94 30-109 15,-21-5-103-15,-12-6-655 0</inkml:trace>
  <inkml:trace contextRef="#ctx0" brushRef="#br0" timeOffset="10205.79">22880 2784 1345 0,'0'0'296'16,"0"0"-103"-16,0 0-38 0,138 114-13 16,-91-74-66-1,-3-6-54-15,16 0-22 0,-10-12-64 16,-17-11-293-16</inkml:trace>
  <inkml:trace contextRef="#ctx0" brushRef="#br0" timeOffset="10551.88">23310 2757 1833 0,'0'0'574'0,"0"0"-515"16,0 0-33-16,0 0 8 16,0 0-25-16,-29 136 28 15,29-94-37-15,13-5-6 0,23-7-5 16,6-11-100-16,10-10-49 15,1-9-45-15,-4 0-32 16,5-12 50-16,-14-10 49 16,-18 0-19-16,-13 1 157 15,-9 6 165-15,-21 7 109 16,-16 8-32-16,-12 0-30 16,0 19-6-16,7 9-90 15,11 1-49-15,8-3 9 16,19-6-66-16,4-8 4 15,6-10-14-15,28-2-64 16,17-20-56-16,0-12-231 16,-10-5-537-16</inkml:trace>
  <inkml:trace contextRef="#ctx0" brushRef="#br0" timeOffset="10677.9">23651 2617 1696 0,'0'0'970'16,"0"0"-779"-16,0 0-142 15,0 0-49-15,0 108 57 16,0-46-56-16,0 36-1 16,0-16-9-16,0-11-504 0</inkml:trace>
  <inkml:trace contextRef="#ctx0" brushRef="#br0" timeOffset="11615.06">23290 3288 1534 0,'0'0'1046'0,"0"0"-797"16,0 0-143-16,0 0-46 15,0 0-32-15,0 0 18 16,167-15-35-16,-96 6-10 16,10 5-2-16,10 0-66 15,-13 2-301-15,-18-2-652 0</inkml:trace>
  <inkml:trace contextRef="#ctx0" brushRef="#br0" timeOffset="12441.71">24487 2898 1478 0,'0'0'966'16,"0"0"-703"-16,0 0-212 16,0 0-7-16,0 0 18 15,0 0-61-15,0 0-2 16,136-127-38-16,-103 91-64 15,-2 2 9-15,-8 1-28 16,-10 10 48-16,-13 2 48 16,0 7 26-16,-13 9 12 15,-12 5 3-15,-2 0-9 16,6 24 21-16,-2 15-26 16,7 14 50-16,12 13 2 15,4 9-12-15,0 4 26 0,0 3-23 16,2-4-32-16,10-5 6 15,-6-10-10-15,3-13-8 16,-7-14 0-16,-2-12 13 16,0-15-6-16,0-9 1 15,0 0 8-15,0-23-13 16,0-16-3-16,0-11-41 16,22-12-73-16,14-4-6 15,11-4-30-15,8-2-109 16,11 3 20-16,-6 3-67 15,-2 4 21-15,-16 8 178 16,-9 11 107-16,-17 9 129 16,-9 15 182-16,-7 13-7 0,-12 6-117 15,-17 3-54 1,-7 28-32-16,5 8 8 0,2 14 4 16,10 5-53-16,9 0 13 15,10-2-59-15,0-8-13 16,25-9 18-16,6-10-19 15,7-9-45-15,-2-11-58 16,2-9-97-16,-3-7-84 16,-8-16-247-16,-6-4-97 0</inkml:trace>
  <inkml:trace contextRef="#ctx0" brushRef="#br0" timeOffset="12743.37">25162 2821 1343 0,'0'0'599'15,"0"0"-432"1,0 0-92-16,0 0 20 0,0 0-23 15,0 0 8-15,36 118-20 16,-36-82 5-16,2-2-53 16,-2-8-6-16,2-6 4 15,0-8-2-15,6-12-8 16,-4 0 0-16,7-12-21 16,2-22-86-16,1-7-115 15,-1-12-25-15,-8 1 15 16,-1 4 2-16,-4 10 230 15,0 16 240-15,0 16 94 16,0 6-111-16,0 18-73 0,-2 13-10 16,2 10-16-1,0-3-75-15,11 0-21 0,16-9-28 16,2-8-13-16,4-9-96 16,7-12-140-16,-11-4-284 15,-9-14-642-15</inkml:trace>
  <inkml:trace contextRef="#ctx0" brushRef="#br0" timeOffset="12893.37">25532 2655 461 0,'0'0'1766'0,"0"0"-1498"16,0 0-204-16,0 0 24 16,31 116-15-16,-31-56-3 15,-4 7 3-15,-14 2-73 16,1-1-9-16,-8-3-218 0,12-17-283 15,3-20-418-15</inkml:trace>
  <inkml:trace contextRef="#ctx0" brushRef="#br0" timeOffset="13147.58">25906 2888 1476 0,'0'0'1162'16,"0"0"-881"-16,0 0-199 0,0 0-71 16,0 0 37-16,0 0-47 15,0 0-1-15,126 1 0 16,-86 8-57-16,-5 2-174 15,-8-3-236-15,-14-2-345 0</inkml:trace>
  <inkml:trace contextRef="#ctx0" brushRef="#br0" timeOffset="13295.54">25970 2939 1086 0,'0'0'1114'0,"0"0"-975"16,0 0-92-1,0 0-47-15,148-5-3 0,-82-6-15 16,-20 4-230-16,-1-2-423 0</inkml:trace>
  <inkml:trace contextRef="#ctx0" brushRef="#br0" timeOffset="13679.47">26493 2729 1635 0,'0'0'304'16,"0"0"-188"-16,0 0 12 15,0 0 48-15,0 0-41 16,0 0-31-16,0 0 38 0,92 84-71 16,-88-40-26-16,-4-1 0 15,0-8-39-15,0-5 4 16,0-7-10-16,0-9 9 15,0-10-13-15,0-4 4 16,0-2-58-16,11-22-108 16,5-12-123-16,1-10 4 15,-1-5-65-15,-5 3-31 16,-1 10 381-16,-10 12 113 16,0 16 554-16,-6 10-323 15,-11 8-215-15,-1 22-51 16,3 3 25-16,5 10-32 0,10-3 0 15,0 0-71-15,43 0-15 16,3-11-208-16,6-11-386 0</inkml:trace>
  <inkml:trace contextRef="#ctx0" brushRef="#br0" timeOffset="13891.34">27258 3016 1940 0,'0'0'798'0,"0"0"-798"0,0 0-58 15,0 0 49-15,-79 126-14 16,44-60-53-16,4-10-129 15,2-7-607-15</inkml:trace>
  <inkml:trace contextRef="#ctx0" brushRef="#br0" timeOffset="14717.44">27650 2965 1971 0,'0'0'344'0,"0"0"-344"16,0 0-24-16,0 0 23 16,0 0-14-16,125-58 15 15,-85 26-24-15,-9-1-80 16,-4 1-43-16,-19 1 52 16,-8 2 95-16,0 8 30 15,-17 5 115-15,-8 8 3 16,1 8-24-16,-3 1-45 15,5 28-62-15,4 15 25 0,9 12 46 16,7 14-2-16,2 9 23 16,0 3-66-16,7-2-29 15,1-6 13-15,-1-10-21 16,-7-7 0-16,0-11-6 16,0-15 10-16,0-8 1 15,-9-15-11-15,3-8 0 16,-3-2 46-16,7-27-37 15,2-10-4-15,13-16-5 16,22-11-63-16,15-8-18 16,8-6-105-16,4-3-21 15,-2 6 61-15,-6 4 45 16,-14 12 80-16,-13 15 21 16,-14 13 15-16,-11 15 150 15,-2 11 25-15,-4 7-71 0,-21 9-52 16,0 23-61-16,6 12 29 15,5 7 20-15,7 0-12 16,7 2 1-16,9-5-44 16,20-10-7-16,4-8-2 15,6-11-104-15,1-8-42 16,-5-11-111-16,-8 0-247 16,-9-14-182-16</inkml:trace>
  <inkml:trace contextRef="#ctx0" brushRef="#br0" timeOffset="15051.1">28261 2885 1217 0,'0'0'675'16,"0"0"-341"-16,0 0-162 16,0 0-113-16,0 0 46 0,0 0-12 15,0 0-13 1,35 99 20-16,-35-60-65 0,0 0 2 16,0-7-37-16,0-8 1 15,0-10 11-15,0-12-12 16,5-2-15-16,4-9-43 15,4-20-196-15,3-10 14 16,-3-6-99-16,-2-5-20 16,-1-3 108-16,-8 9 148 15,-2 10 103-15,0 13 584 16,0 18-214-16,0 3-204 16,0 10-94-16,0 15 70 0,0 6-22 15,6-1-74 1,15-2-25-16,-2-6-21 0,6-8-32 15,2-6-103-15,-3-8-103 16,-4-5-262-16,-6-12-229 0</inkml:trace>
  <inkml:trace contextRef="#ctx0" brushRef="#br0" timeOffset="15189.73">28582 2723 401 0,'0'0'1812'0,"0"0"-1441"16,0 0-227-16,0 0-44 15,0 0-30-15,86 134-7 16,-80-75-34-16,-6 5 11 16,0-2-40-16,-19 4-160 15,11-18-312-15,-2-19-177 0</inkml:trace>
  <inkml:trace contextRef="#ctx0" brushRef="#br0" timeOffset="15393.42">28909 2851 2068 0,'0'0'609'16,"0"0"-450"-16,0 0-54 16,0 0-23-16,0 0-45 15,0 0-29-15,0 0-8 16,83 18-25-16,-56 1-259 0,-7-7-311 15,-13 2-446-15</inkml:trace>
  <inkml:trace contextRef="#ctx0" brushRef="#br0" timeOffset="15519.23">28861 3020 2414 0,'0'0'530'16,"0"0"-480"-16,0 0-34 15,0 0 22-15,0 0-38 16,164 0-25-16,-85-2-215 15,-13-7-467-15</inkml:trace>
  <inkml:trace contextRef="#ctx0" brushRef="#br0" timeOffset="15972.72">29337 2709 2160 0,'0'0'518'0,"0"0"-518"16,0 0-19-16,0 0 19 15,0 0 35-15,0 0 42 0,23 124-12 16,-30-69-48-16,-6-5 20 15,4-4-37-15,-2-12 1 16,4-10 5-16,5-11 3 16,2-13-9-16,0 0 3 15,7-16-3-15,8-16-182 16,7-10-50-16,-1-7 36 16,-4-8-27-16,-1 1-71 15,-7 5-14-15,-5 14 308 16,-4 16 561-16,0 19-75 15,-4 2-350-15,-9 25-44 16,-1 10 35-16,7 6-60 16,7-3 19-16,5 0-28 15,19-7-46-15,16-10-12 16,5-7-15-16,28-14-123 0,-10 0-215 16,-14-16-428-16</inkml:trace>
  <inkml:trace contextRef="#ctx0" brushRef="#br0" timeOffset="16724.39">29619 2284 975 0,'0'0'275'15,"0"0"-201"-15,0 0-25 16,0 0 80-16,0 0 12 16,0 0-5-16,0 0-31 15,-29 9-39-15,29-9 13 16,0 0-29-16,0 0-24 15,0 0 8-15,0 0-33 16,0 0-1-16,0 0 0 16,0 0 11-16,0 0-12 15,0 0 1-15,0 0 0 0,0 0 81 16,0 0-14-16,0 0 8 16,0 0 13-16,0 0-36 15,0 0 16-15,0 0-44 16,0 0-22-16,0-1 2 15,0-2-3-15,0 3-1 16,0 0 0-16,0 0 10 16,0 0-5-16,0 0-5 15,0 0 0-15,-5 0-4 16,-2 0 4-16,5 0 0 16,-5 0 0-16,3 0 9 15,2 0-18-15,2 3 9 16,0-3 0-16,0 1 0 15,0-1 9-15,0 0-6 16,0 0 17-16,0 0-20 0,13-1-9 16,1-3-15-16,1 4 12 15,-1 0 0-15,-1 0 21 16,-7 8-9-16,-4 12 27 16,-2 4-5-16,0 2 38 15,-6 2-29-15,-5-1-13 16,2-6 15-16,4-3-32 15,5-4-1-15,0-2 8 16,16-2 2-16,7 0-10 16,-2 2 0-16,0 0-11 15,-5 4-4-15,-14 4 2 16,-2 2-78-16,-14 7-1 16,-13-5-196-16,2-8-633 0</inkml:trace>
  <inkml:trace contextRef="#ctx0" brushRef="#br0" timeOffset="16909.47">29814 2985 1553 0,'0'0'324'16,"0"0"-208"-16,0 0 56 15,-66 123-78-15,39-72-74 0,10-8-20 16,-2-8-247-16</inkml:trace>
  <inkml:trace contextRef="#ctx0" brushRef="#br0" timeOffset="17861.21">29893 2907 1380 0,'0'0'799'16,"0"0"-719"-16,0 0-51 15,0 0 1-15,147-58-30 16,-109 30 21-16,-7-6-21 16,0-3-62-16,-6 0-68 15,-12 4-42-15,-7-1 1 16,-6 9 76-16,0 6 95 16,-6 9 143-16,-9 10-49 0,-6 0-41 15,1 27 43 1,3 17 22-16,3 18 31 0,5 16-9 15,7 10-55-15,2 6 6 16,0 1-63-16,0-7-22 16,0-6 12-16,0-9-9 15,0-15-9-15,0-9 0 16,-16-17 1-16,1-15 24 16,-10-13-25-16,0-4 0 15,6-15 25-15,3-18-19 16,14-15 14-16,2-11-20 15,18-11-29-15,24-6-21 16,14-6-98-16,4-2-6 0,9-1 47 16,0 5-72-1,-7 6 40-15,-13 10 54 0,-15 14 85 16,-16 11 0-16,-14 16 215 16,-4 10 40-16,-8 13-107 15,-21 0-123-15,0 21 36 16,-10 16 36-16,8 14-24 15,5 4 14-15,8 8-59 16,11-3-26-16,7-5 16 16,0-11-18-16,15-9-26 15,10-9-62-15,2-11-94 16,0-10-27-16,0-5-146 16,-12-20-289-16,-1-3-191 0</inkml:trace>
  <inkml:trace contextRef="#ctx0" brushRef="#br0" timeOffset="18178.43">30406 2810 1534 0,'0'0'538'16,"0"0"-383"-16,0 0-71 16,0 0 55-16,0 0-61 15,0 0-19-15,35 139 41 16,-35-99-57-16,0-4-37 16,0-6 14-16,7-9-19 15,-5-9-1-15,4-10 0 16,6-2-45-16,3-14 45 15,1-19-91-15,6-8-48 16,-6-10-4-16,2-2-81 16,-5-3 74-16,-2 13 150 15,-4 11 18-15,0 15 239 0,-7 16-52 16,0 1-149 0,4 20 17-16,0 14 50 0,5 2-45 15,3 4-38-15,5-3-38 16,3-7-2-16,3-9-29 15,-4-7-121-15,4-14-55 16,-7-1-182-16,-7-17-700 0</inkml:trace>
  <inkml:trace contextRef="#ctx0" brushRef="#br0" timeOffset="18328">30811 2614 1595 0,'0'0'906'0,"0"0"-748"16,0 0-126-1,0 0-10-15,54 112 91 0,-50-54-43 16,-4 7-11-16,0 3-44 16,0 0-15-16,-11-7-112 15,11-13-188-15,0-18-230 16,0-18-416-16</inkml:trace>
  <inkml:trace contextRef="#ctx0" brushRef="#br0" timeOffset="18561.55">31224 2763 1949 0,'0'0'657'15,"0"0"-450"-15,0 0-73 16,0 0-74-16,0 0 19 15,0 0-58-15,0 0-9 16,115 1-12-16,-74 8-101 16,-8 5-152-16,-8-2-126 15,-12-2-386-15</inkml:trace>
  <inkml:trace contextRef="#ctx0" brushRef="#br0" timeOffset="18696.91">31208 2948 1639 0,'0'0'1001'0,"0"0"-869"0,0 0-124 16,0 0-6 0,0 0 28-16,114 17-30 0,-48-17-70 15,-8-2-215-15,-8-5-685 0</inkml:trace>
  <inkml:trace contextRef="#ctx0" brushRef="#br0" timeOffset="19232.22">31890 2537 1053 0,'0'0'678'0,"0"0"-529"16,0 0-65-16,-122 15 31 15,90 11-14-15,4 6 17 16,9 6 3-16,11 6-33 16,8 2-2-16,0-5 14 15,2 1-55-15,11-4 13 16,-1-2-42-16,-6-4-4 0,-4-3-3 15,-2-5-1 1,0-5-2-16,-16-4-6 0,-3-8 7 16,-2-5-13-16,5-2 6 15,8 0 0-15,1-17 0 16,7-8-50-16,7-5-69 16,24-2-25-16,10-2-64 15,-2 6 84-15,3 8 62 16,-4 10 6-16,-9 10 56 15,-6 0 37-15,-7 6 143 16,-10 16-14-16,-4 6-44 16,-2 1-25-16,0-2-68 15,0-3-17-15,0-6-12 16,-2-5-34-16,0-13-82 16,0 0-181-16,0-13-205 0</inkml:trace>
  <inkml:trace contextRef="#ctx0" brushRef="#br0" timeOffset="19357.64">32008 2622 1798 0,'0'0'805'0,"0"0"-805"16,0 0-120-16,0 0-14 16,0 0-79-16,0 0-14 15,-7 116-402-15</inkml:trace>
  <inkml:trace contextRef="#ctx0" brushRef="#br0" timeOffset="19667.84">32059 2959 1520 0,'0'0'557'0,"0"0"-321"0,0 0-86 15,0 0-103-15,0 0-15 16,0 0 11-16,0 0 12 16,7 93 31-16,-7-93-47 15,0-2-3-15,0-16-36 16,0-7-158-16,4-5 57 15,10-3-24-15,11-6-133 16,-1 5-36-16,4 2 13 16,1 10 281-16,-4 12 57 15,-2 10 134-15,-7 0 23 16,-3 16 22-16,-7 10-89 16,-4 4-18-16,-2 3-28 15,0 1-41-15,0-5-15 0,-4 0-45 16,-7-10 0-16,2-4-39 15,-4-10-121-15,6-5-110 16,3-8-222-16,4-11-1057 0</inkml:trace>
  <inkml:trace contextRef="#ctx0" brushRef="#br0" timeOffset="20002.46">32376 2745 1502 0,'0'0'602'0,"0"0"-531"15,0 0-64-15,-16 114 110 16,8-73 65-16,-4-2-5 16,3-4-40-16,3-7-111 0,1-9-4 15,5-10-22-15,0-9 11 16,5 0-28-16,15-16 8 16,6-13-165-16,5-7 32 15,0-4-43-15,-2-1 133 16,-4 0-47-16,-9 10 99 15,-7 8 9-15,-9 14 275 16,0 9-46-16,-2 7-133 16,-15 23-78-16,5 8 40 15,-1 2 0-15,5 2-47 16,8-5 2-16,0-7-22 16,23-6-75-16,12-13-116 15,32-11-132-15,-9 0-301 16,-7-3-355-16</inkml:trace>
  <inkml:trace contextRef="#ctx0" brushRef="#br0" timeOffset="20069.46">32824 2970 1139 0,'0'0'901'0,"0"0"-335"16,0 0-365-16,0 0-201 15,0 0-305-15,0 0-612 0</inkml:trace>
  <inkml:trace contextRef="#ctx0" brushRef="#br0" timeOffset="20851.22">29837 2769 1283 0,'0'0'1401'0,"0"0"-1322"16,0 0-79-16,0 0-84 16,0 0-145-16,0 0-736 0</inkml:trace>
  <inkml:trace contextRef="#ctx0" brushRef="#br0" timeOffset="21707.85">27285 2888 1905 0,'0'0'69'16,"0"0"-69"-16,0 0-297 0</inkml:trace>
  <inkml:trace contextRef="#ctx0" brushRef="#br0" timeOffset="24298.23">22238 1729 1375 0,'0'0'393'0,"0"0"-278"15,0 0-20-15,0 0 8 16,0 0-24-16,0 0 0 16,0 0-29-16,-43 73 12 15,52-69 11-15,7-4-30 16,2 0 30-16,-1-1-53 16,-1-17-9-16,-7-5 13 0,-5 2-23 15,-4-3 8 1,0 1 27-16,-2 5 38 0,-9 4 2 15,2 9-76-15,-4 5 0 16,-3 21-86-16,1 11-223 16,1 0-575-16</inkml:trace>
  <inkml:trace contextRef="#ctx0" brushRef="#br0" timeOffset="25432.23">22318 4496 1322 0,'0'0'643'0,"0"0"-453"16,0 0-44-16,0 0-22 0,0 0-8 16,0 0 36-16,0 0-63 15,0 0-38-15,0-3 27 16,0-5-60-16,0-3-11 15,0 0-7-15,0-1 11 16,0 4-19-16,-5 4 8 16,-13 4-15-16,1 0 3 15,-6 0-1-15,3 17 13 16,7 2-1-16,4 3 8 16,7 2 13-16,2-6-20 15,9-2 0-15,13-7-6 16,7-7 6-16,5-2-6 0,-7 0-33 15,-10-11-110-15,-3-2 42 16,-12 3-20-16,-2 3-163 16,-16 3-239-16,3 4-940 0</inkml:trace>
  <inkml:trace contextRef="#ctx0" brushRef="#br0" timeOffset="26725.03">22806 4427 1631 0,'0'0'648'15,"0"0"-445"-15,0 0-84 16,0 0-119-16,0 0 20 16,0 0 56-16,-7 116 2 15,7-58-18-15,0 3 4 16,0-9-58-16,0-8 16 15,0-15-22-15,0-11 8 16,0-13-2-16,0-5-6 16,0-5-1-16,9-25-10 15,7-13-193-15,7-9 99 16,-2-8-11-16,10 2-14 0,6 5 90 16,3 14 6-16,-5 15 34 15,3 17 52-15,-7 7-8 16,-4 22 67-16,-5 16 22 15,1 9-41-15,-4 3 16 16,4-1-68-16,-7-10-16 16,3-6-11-16,4-12-13 15,-5-16 0-15,4-5-50 16,0-7-49-16,1-24-80 16,-6-12-181-16,-3-9-175 15,-5-6 20-15,-9-2-14 16,0 2 529-16,0 10 268 15,-11 17 501-15,-5 18-157 0,-7 13-445 16,2 23-101-16,-4 24 96 16,7 8-58-16,7 10 26 15,11-1-31-15,0-1-56 16,18-8 5-16,20-8-48 16,4-13 0-16,3-10-1 15,8-12-14-15,-6-12-3 16,-3 0-18-16,-3-12-46 15,-10-15 3-15,-4-4-80 16,-14-6 53-16,-11 5 57 16,-2 4 49-16,0 9 103 15,-13 10 21-15,-5 9-97 16,-3 2 15-16,4 22-41 0,6 8 51 16,8 4 17-1,3 0-48-15,3-4 19 0,19-6-35 16,9-5 7-16,10-10-24 15,-1-7 12-15,4-4-51 16,-1-5-1-16,-6-17-30 16,-1-9-63-16,-7-5-15 15,-9-1 7-15,-2 0 75 16,-11 7 78-16,-3 10 74 16,-4 10 177-16,0 10-115 15,0 0-79-15,-2 16-35 16,-2 10-4-16,2 6 85 0,2 2-61 15,0-2-26 1,2-4 1-16,13-7-16 0,5-11-1 16,3-7 0-16,-4-3-63 15,4-3-7-15,-6-18-127 16,-1-7-1-16,0-5 28 16,-5-4-26-16,0-1 70 15,1 2 64-15,-8 8 62 16,0 10 142-16,3 10 94 15,-5 8-141-15,4 2-55 16,2 25-17-16,-8 5 18 16,2 7-4-16,-2 1-36 15,0-1-2-15,0-10-101 16,0-7-160-16,-12-8-284 16,-1-9-585-16</inkml:trace>
  <inkml:trace contextRef="#ctx0" brushRef="#br0" timeOffset="26879.36">23566 4391 1440 0,'0'0'1041'15,"0"0"-694"-15,0 0-161 16,0 0-92-16,0 0-93 16,0 0 8-16,0 0-9 15,120-110-15-15,-77 92-58 16,-5 2-310-16,-9-2-503 0</inkml:trace>
  <inkml:trace contextRef="#ctx0" brushRef="#br0" timeOffset="27009.62">23910 4016 1425 0,'0'0'1206'16,"0"0"-992"-16,0 0-162 16,0 0-40-16,-10 129-5 15,4-36-14-15,-3-15-66 16,7-17-626-16</inkml:trace>
  <inkml:trace contextRef="#ctx0" brushRef="#br0" timeOffset="27998.19">24668 4754 314 0,'0'0'1611'0,"0"0"-1258"0,0 0-205 15,0 0 9 1,0 0 36-16,0 0-86 0,0 0-107 16,86-120-6-16,-57 73-75 15,-2-1-36-15,-7-3 6 16,-7 0-59-16,-5 3-7 15,-8 6 132-15,0 8 45 16,0 12 71-16,-12 10 114 16,1 12-76-16,0 0-65 15,4 32-44-15,0 18 15 16,7 30 46-16,0 34 11 16,7-7-25-16,7-6 45 15,-10-18-48-15,-2-20 3 16,-2 1-23-16,0 2-14 0,0-16 3 15,-2-12-13-15,-9-15 0 16,-3-10 24-16,1-10-18 16,-3-3 20-16,3-16 0 15,6-17-20-15,7-11-11 16,0-12 5-16,25-7-68 16,10-2-10-16,12-5-145 15,34-32-10-15,-10 23-239 16,-4 5-454-16</inkml:trace>
  <inkml:trace contextRef="#ctx0" brushRef="#br0" timeOffset="28193.93">25281 4145 1407 0,'0'0'380'0,"0"0"-196"16,0 0 48-16,0 0-50 15,-141 162-23-15,116-90-41 16,14 8-2-16,11-1-70 15,0-7-46-15,21-11 15 16,8-10-15-16,6-10-52 16,5-17-105-16,12-16-137 15,-15-8-311-15,-3 0-1064 0</inkml:trace>
  <inkml:trace contextRef="#ctx0" brushRef="#br0" timeOffset="28343.3">25233 4586 2063 0,'0'0'624'0,"0"0"-503"16,0 0 19-16,0 0-40 16,0 0-74-16,0 0 8 15,0 0-34-15,135-12-79 16,-69 2-162-16,-5-2-359 16,-15-1-647-16</inkml:trace>
  <inkml:trace contextRef="#ctx0" brushRef="#br0" timeOffset="28733.32">25626 4416 1743 0,'0'0'469'16,"0"0"-311"-16,0 0-82 0,0 0-47 16,0 0 65-16,0 0-21 15,80 116-9-15,-60-68-54 16,-4 2-1-16,-12-2 15 15,-4-6-24-15,0-4 0 16,0-9 6-16,-11-9 6 16,2-11-24-16,2-9 10 15,3 0-38-15,4-16-5 16,0-18-151-16,0-10-38 16,16-7-21-16,1 0-104 15,2 5 164-15,-9 11 195 16,-3 17 211-16,-2 14 104 15,-5 4-149-15,0 22 66 0,0 13-45 16,2 1-96-16,7 0-29 16,6-4-33-16,5-7-29 15,7-14-1-15,2-8-100 16,7-14-91-16,-5-17-331 16,-6-2-1191-16</inkml:trace>
  <inkml:trace contextRef="#ctx0" brushRef="#br0" timeOffset="28900.65">26027 4203 2102 0,'0'0'512'15,"0"0"-397"-15,0 0-39 16,0 0 36-16,76 156 11 0,-65-85-67 16,-9 6-18-1,-2 3-37-15,0-3-1 0,-4-5-1 16,-9-12-123-16,-1-14-130 15,7-16-57-15,7-18-673 0</inkml:trace>
  <inkml:trace contextRef="#ctx0" brushRef="#br0" timeOffset="29147.05">26388 4448 1962 0,'0'0'766'16,"0"0"-628"-16,0 0-138 15,0 0 12-15,0 0-12 16,0 0-17-16,0 0-138 15,139 41-330-15,-124-34-549 0</inkml:trace>
  <inkml:trace contextRef="#ctx0" brushRef="#br0" timeOffset="29284.22">26348 4620 2111 0,'0'0'353'0,"0"0"-228"15,0 0-21 1,0 0-8-16,0 0-62 0,121 22-34 15,-77-22-271-15,-6 0-560 0</inkml:trace>
  <inkml:trace contextRef="#ctx0" brushRef="#br0" timeOffset="44103.38">26734 4550 912 0,'0'0'268'15,"0"0"-131"-15,0 0-90 16,0 0 28-16,0 0-4 15,0 0-40-15,0-7 1 0,0 7-31 16,0 0 212-16,0 0 102 16,0 0-98-16,0 0-39 15,0 0-28-15,0 0-10 16,0 0-14-16,0 0-63 16,0 0 10-16,0 0-21 15,0 0-35-15,0-1 34 16,9-7-39-16,18-6-11 15,4-9 13-15,11-4-7 16,3-6-8-16,1-4 1 16,-1 2-42-16,-5 0 41 15,-4 1-45-15,-14 2 9 16,-9 6 28-16,-3 5-31 0,-10 4 20 16,0 6 20-16,0 4 0 15,-10 7-6-15,-3 0 6 16,-5 10-5-16,3 19-5 15,-8 13 7-15,8 18 3 16,-1 26 6-16,10 2 3 16,-3 7 28-16,7 1-23 15,-1-18-13-15,-4 6 11 16,1-9-4-16,-5-12-8 16,-3-12 0-16,-3-12 10 15,-6-13-1-15,-4-13-9 16,-4-9-3-16,-2-4-12 0,2-10-7 15,6-20 22 1,12-14-1-16,13-8-48 0,11-10 43 16,24-3-21-16,21-1-6 15,11 3 13-15,7 5-129 16,1 7-7-16,19-5-55 16,-20 16-278-16,-14 8-272 0</inkml:trace>
  <inkml:trace contextRef="#ctx0" brushRef="#br0" timeOffset="44335.17">27389 4225 1498 0,'0'0'484'0,"0"0"-274"0,0 0-90 15,0 0-83-15,0 0 49 16,0 0-4-16,-127 130 31 15,110-58-33-15,1 7-50 16,7-5 15-16,9-6-45 16,0-10 0-16,9-14-1 15,9-16-165-15,20-19-75 16,-7-9-300-16,-4 0-487 0</inkml:trace>
  <inkml:trace contextRef="#ctx0" brushRef="#br0" timeOffset="44688.42">27389 4456 1181 0,'0'0'587'16,"0"0"-407"-16,0 0-41 15,0 0-36-15,0 0 1 16,0 0-11-16,0 0 23 16,83 137-12-16,-83-92-47 15,0-1 8-15,-7-6-54 16,1-8 4-16,-4-10-14 15,6-12 11-15,4-8-7 16,0 0-5-16,2-26-115 16,14-9-105-16,-1-14 15 15,-1-3-23-15,-5 2 16 16,-5 5 97-16,-4 16 115 0,0 17 282 16,0 12-84-1,0 13-41-15,0 23 56 0,0 9-53 16,0 3-41-16,0-4-83 15,16-4 7-15,6-10-43 16,7-8-6-16,0-12-48 16,8-10-131-16,-2-12-94 15,-14-8-490-15</inkml:trace>
  <inkml:trace contextRef="#ctx0" brushRef="#br0" timeOffset="44867.02">27837 4316 1927 0,'0'0'313'0,"0"0"-94"16,0 0-108-16,42 101 19 0,-34-52 15 15,-6 5-68-15,-2 4-27 16,-8 4-50-16,-13 1-6 16,-15-3-23-16,-2-7-235 15,2-13-275-15,14-15-791 0</inkml:trace>
  <inkml:trace contextRef="#ctx0" brushRef="#br0" timeOffset="45243.36">28167 4666 500 0,'0'0'1539'15,"0"0"-1033"-15,0 0-221 16,0 0-122-16,0 0-33 0,0 0-13 16,0 0-98-1,92-10 17-15,-43 6-36 16,4 0 0-16,3 4-20 0,-9-2-52 16,-5 2-52-16,3-4-190 15,-14 2-306-15,-7-4-390 0</inkml:trace>
  <inkml:trace contextRef="#ctx0" brushRef="#br0" timeOffset="45453.82">28597 4493 1324 0,'0'0'1109'0,"0"0"-741"15,0 0-249-15,0 0-53 16,0 0-49-16,0 0-10 0,0 0 13 15,85 97-19-15,-72-57-1 16,-5 4 10-16,-8 2 3 16,-23 0-14-16,-20 2 1 15,-34 9-113-15,8-12-174 16,9-12-523-16</inkml:trace>
  <inkml:trace contextRef="#ctx0" brushRef="#br0" timeOffset="46227.6">28959 4671 2043 0,'0'0'351'16,"0"0"-278"-16,0 0-28 15,120-78-45-15,-66 40 0 16,4-3-2-16,-10-2 7 0,-3 2-11 16,-11 2 0-16,-12 7-22 15,-13 3 17-15,-9 6 22 16,0 9-8-16,-7 5 34 15,-11 9-30-15,0 0 1 16,3 29 7-16,-1 17-14 16,5 16 86-16,9 26-51 15,0-1 13-15,-5 8 15 16,3-4-35-16,-6-15 5 16,-3 5 2-16,-7-12-36 15,-3-8 31-15,0-15-31 16,-9-11 0-16,-2-14 9 15,5-13-3-15,10-8 8 0,5-20-1 16,14-22-2-16,9-16-22 16,33-13-7-16,16-3-16 15,19 1-12-15,0 0-135 16,33-9 1-16,-21 18-150 16,-16 12-346-16</inkml:trace>
  <inkml:trace contextRef="#ctx0" brushRef="#br0" timeOffset="46383.17">29712 4434 1515 0,'0'0'726'0,"0"0"-492"16,0 0-20-16,0 0-74 15,0 0-140-15,0 0-1 0,0 0-104 16,0 51-352-16,-2-32-577 15</inkml:trace>
  <inkml:trace contextRef="#ctx0" brushRef="#br0" timeOffset="46493.81">29671 4742 1515 0,'0'0'594'16,"0"0"-363"-16,0 0-170 16,0 0-61-16,0 0-181 15,0 0-679-15</inkml:trace>
  <inkml:trace contextRef="#ctx0" brushRef="#br0" timeOffset="48201.17">30215 4060 1285 0,'0'0'650'0,"0"0"-395"16,0 0-16-16,0 0-100 15,-21-107 0-15,19 100-47 16,2 7-45-16,0 0-19 16,0 28-28-16,0 39 0 15,-6 34 60-15,2 30-27 16,0-4 25-16,-7-25-43 15,7-34-15-15,-6-25 37 16,6 3-31-16,-3-7-6 16,5-1 0-16,0-13 23 0,2-14-29 15,0-8 6-15,0-3 0 16,0-9 9-16,11-23-9 16,5-14-53-16,11-10 6 15,4-4-72-15,4 5 13 16,1 13 56-16,-7 16 42 15,-2 18-7-15,-10 8 21 16,-5 17-6-16,-4 14 30 16,-1 8-12-16,-1-1 27 15,8-3-32-15,7-8-13 16,8-9 29-16,13-10-28 16,4-8 13-16,8 0-14 15,-3-22-66-15,-7-6 17 16,-7-1-18-16,-18 2-43 15,-9 3 77-15,-10 6 33 0,-8 11 55 16,-23 7 11-16,-6 5-41 16,-15 23 82-16,1 7-21 15,4 6-49-15,12-3 27 16,8-8-62-16,12-8 8 16,9-12-7-16,6-8-2 15,6-2-2-15,17-2-18 16,14-20-6-16,7-8-32 15,3-6-106-15,-5-4 35 16,-4-1 34-16,-11 11 38 16,-9 9 56-16,-9 13 27 15,-7 8 6-15,-2 0 28 16,0 24-17-16,0 6 31 0,0 2-11 16,0-5-27-16,0-2-1 15,0-9-33-15,0-5 6 16,8-8 6-16,11-3-15 15,1-2-6-15,4-19-24 16,3-3-65-16,-3-2-4 16,-1 3 6-16,-4 5 50 15,-5 5 32-15,-3 13 11 16,-7 0 0-16,2 13 55 16,-6 15-9-16,0 6 21 15,0-2-16-15,0-4-26 16,-6-6 47-16,4-8-62 0,0-6-9 15,2-8 27-15,0 0-16 16,0-9-4-16,4-16-8 16,17-5-118-16,-1-6 70 15,7 2-16-15,-3 6 1 16,3 6 52-16,-11 12-3 16,-3 10 14-16,-7 0 6 15,-1 22-6-15,-5 12 67 16,0 2-33-16,-2 0 7 15,-7-6 14-15,-2-8-49 16,9-8 12-16,-3-8-15 16,5-6 6-16,0 0 34 15,5-10-43-15,17-12-158 0,4-2 89 16,5-1 23-16,4 8 39 16,-12 7 1-16,2 8 6 15,-2 2 3-15,-13 12-2 16,0 14 10-16,-6 6 26 15,-4 2-26-15,0-4 5 16,0-4-16-16,0-7-27 16,-9-7-26-16,-20-12-117 15,1-9-307-15,-1-11-1086 0</inkml:trace>
  <inkml:trace contextRef="#ctx0" brushRef="#br0" timeOffset="48342.65">30555 4257 2096 0,'0'0'574'0,"0"0"-367"0,0 0-69 16,0 0-119-16,113-48-18 15,-45 46 8-15,9 2-9 16,39 4-131-16,-20 14-355 16,-13 0-803-16</inkml:trace>
  <inkml:trace contextRef="#ctx0" brushRef="#br0" timeOffset="48952.7">31881 4409 751 0,'0'0'208'0,"0"0"77"16,0 0-28-16,0 0-37 16,0 0-62-16,0 0-23 15,0 0-2-15,0-6-24 16,0 6 22-16,0 0-11 15,0 0-67-15,0 0 13 16,0-3-29-16,0 3-6 16,-7 0 38-16,-1 0-50 15,-15 0 4-15,-8 3-23 16,-7 17 6-16,0 10 16 0,-2 10 1 16,9 6-4-1,8 2 31-15,12-3-49 0,11-6 14 16,0-7-4-16,21-15-1 15,12-8-20-15,13-9-2 16,10-9-64-16,4-23-39 16,1-10-122-16,-8-8-101 15,1-37-46-15,-14 15-314 16,-15 2-351-16</inkml:trace>
  <inkml:trace contextRef="#ctx0" brushRef="#br0" timeOffset="49839.51">32082 4110 221 0,'0'0'1426'16,"0"0"-1066"-16,0 0-100 15,0 0-138-15,0 0-103 0,0 0-18 16,0 0 102 0,-87 108-37-16,74-39 26 0,3 5 10 15,4 0-67-15,1-5 28 16,1-9-39-16,0-11-24 16,4-10 15-16,0-15-13 15,0-12-2-15,0-9 0 16,0-3-5-16,17-5 4 15,8-19-83-15,6-4-32 16,-2-2 4-16,-4 4 39 16,-8 10 73-16,-5 9-9 15,-4 7 8-15,-1 0 1 16,-1 12 25-16,8 5-10 16,3-1 19-16,8-3-32 0,4-8 14 15,7-5-1-15,0 0-15 16,-3-5-13-16,-1-10-22 15,-13-1 23-15,-7 0-2 16,-10 2 28-16,-2 5-14 16,-9 8 72-16,-20 1-42 15,-5 6 28-15,-8 20-10 16,2 6-1-16,7 2 19 16,6 0-47-16,13-5 8 15,12-10-7-15,2-7-14 16,12-6-5-16,11-6-1 15,14 0-42-15,3-16-70 16,2-10-107-16,-6-8-72 0,-5 0-15 16,-5 0-74-16,-5 4 135 15,-13 7 245-15,-6 14 35 16,-2 9 364-16,0 0-160 16,-6 18 3-16,-7 8-63 15,1 4-95-15,3-2 44 16,7-2-37-16,2-8-38 15,0-6 4-15,0-6-39 16,2-6-2-16,15 0 1 16,-2-2-17-16,7-18-18 15,1-4-106-15,-2-6-19 16,0 1 64-16,-1 6-6 16,-5 3 53-16,-1 9 32 15,-5 10 37-15,-5 1 24 16,-4 12-40-16,0 16 40 0,0 2 28 15,-4 2-52-15,-7-4 42 16,4-5-25-16,2-11-53 16,3-5 22-16,2-7-11 15,0 0-6-15,16-4-6 16,11-16-15-16,9-4-114 16,-3-4 47-16,2 4-50 15,-3 6 89-15,-3 10 8 16,-5 8 35-16,-1 0 4 15,-6 14 2-15,-6 12 27 0,-2 2-15 16,-4 0-18 0,-5-2 28-16,0-6-28 0,0-6-40 15,-9-14-46-15,-9 0-162 16,0 0-378-16</inkml:trace>
  <inkml:trace contextRef="#ctx0" brushRef="#br0" timeOffset="50017.55">32289 4099 1487 0,'0'0'777'16,"0"0"-695"-16,0 0-35 16,0 0 4-16,-72 126 33 15,72-88-39-15,8-5-21 0,21-8-24 16,21-13-2-1,-2-8-221-15,-7-4-435 0</inkml:trace>
  <inkml:trace contextRef="#ctx0" brushRef="#br0" timeOffset="50223.81">32525 4076 1679 0,'0'0'301'16,"0"0"-43"-16,0 0-78 15,36 106-64-15,-12-77-10 16,7-7 19-16,8-8-26 16,9-8-44-16,8-6 11 15,9-3-66-15,1-14-69 16,27-17-142-16,-22 6-178 0,-13 2-457 0</inkml:trace>
  <inkml:trace contextRef="#ctx0" brushRef="#br0" timeOffset="51339.16">23270 5921 1159 0,'0'0'1147'16,"0"0"-862"-16,0 0-136 16,0 0-37-16,0 0-66 15,0 0 11-15,0 0-27 16,11-21-21-16,16 50 7 15,0 5-16-15,4 2 0 16,-2 3-6-16,0-10 14 16,0-6-16-16,0-12-7 15,2-8-130-15,-2-3-41 16,7-25-149-16,-13-4-238 0,0-5-245 16</inkml:trace>
  <inkml:trace contextRef="#ctx0" brushRef="#br0" timeOffset="51645.63">23638 5833 1119 0,'0'0'935'0,"0"0"-681"16,0 0-156-16,0 0-3 16,-72 126 0-16,63-79-32 15,9-3 23-15,0-7-63 16,23-6-22-16,17-13-1 16,5-9-4-16,3-9-64 15,6 0-6-15,-5-7-11 16,-7-11 61-16,-6-3 7 15,-18 4 17-15,-7-1 13 16,-11 4 12-16,0 3 50 16,-13 10 21-16,-12 1-78 0,-2 5 15 15,5 22-24-15,-1 4 9 16,10 1 30-16,11-1-48 16,2-7 12-16,4-9-12 15,19-8-55-15,8-7 0 16,13-22-90-16,-5-10-347 15,-10-6-414-15</inkml:trace>
  <inkml:trace contextRef="#ctx0" brushRef="#br0" timeOffset="51789.5">24010 5731 2107 0,'0'0'577'0,"0"0"-518"0,0 0-50 15,0 0 60-15,0 138 7 16,-7-80-42-16,5 5-16 15,2-3-18-15,0 1-215 16,9-13-161-16,4-16-543 0</inkml:trace>
  <inkml:trace contextRef="#ctx0" brushRef="#br0" timeOffset="51903.02">24199 6240 1761 0,'0'0'655'0,"0"0"-645"15,0 0-10-15,0 0-337 16,0 0-247-16</inkml:trace>
  <inkml:trace contextRef="#ctx0" brushRef="#br0" timeOffset="53117.53">24612 6132 363 0,'0'0'1476'0,"0"0"-1105"16,0 0-208-16,0 0-64 15,0 0-23-15,0 0-67 16,149-107 6-16,-86 60-30 16,-3-6-24-16,-4 2-69 15,-14 0-30-15,-11 7-43 0,-15 6 71 16,-14 9 64-16,-2 14 46 16,-5 9 96-16,-12 6-62 15,-10 16-16-15,4 22 50 16,4 13 35-16,-4 18 44 15,9 7-33-15,8 8-37 16,-3 2 20-16,5-3-52 16,2-7-8-16,-6-10-7 15,2-13-23-15,4-12-1 16,-7-12-6-16,-3-12 2 16,-1-10 14-16,-2-7-10 15,-1 0 5-15,3-22-5 16,8-16-6-16,5-13-47 15,16-9-41-15,26-6-37 0,16-6 12 16,14-5-59-16,10 4-122 16,-4-2-215-16,-5 5 23 15,-8 4 267-15,-22 10 202 16,-14 11 17-16,-18 11 311 16,-11 15 215-16,-7 13-255 15,-20 6-79-15,-6 20-50 16,0 22 40-16,-3 13-57 15,9 6-27-15,11 3 8 16,12-1-60-16,4-5-22 0,4-10-3 16,21-8-11-1,2-12-20-15,2-8-31 0,4-13-146 16,-4-4-36-16,-4-3-124 16,-10-17-197-16,-8-4-141 0</inkml:trace>
  <inkml:trace contextRef="#ctx0" brushRef="#br0" timeOffset="53301.31">25381 5921 567 0,'0'0'836'0,"0"0"-562"16,0 0-95-16,0 0 1 15,0 0-38-15,80 107-18 16,-78-61 30-16,-2-2-55 16,0-3-40-16,0-9-16 15,0-7-36-15,0-12-2 16,0-10 5-16,0-3-8 0,9-15-4 15,14-18-162-15,-1-40-147 16,-5 10-60-16,-5 0-511 16</inkml:trace>
  <inkml:trace contextRef="#ctx0" brushRef="#br0" timeOffset="53427.99">25555 5879 1228 0,'0'0'607'0,"0"0"-339"16,0 0 21-16,0 0-101 15,-14 127-51-15,14-85-56 16,12-6-53-16,5-7 16 15,3-4-44-15,5-11-33 16,2-7-49-16,0-7-172 16,-8-14-227-16,-3-7-364 0</inkml:trace>
  <inkml:trace contextRef="#ctx0" brushRef="#br0" timeOffset="53598.95">25869 5761 1624 0,'0'0'296'16,"0"0"-155"-16,27 139-9 16,-27-72 43-16,0 2-107 15,-9-4 14-15,-16 0-66 16,-2-9-15-16,-4-8-1 16,9-16-187-16,7-15-333 0</inkml:trace>
  <inkml:trace contextRef="#ctx0" brushRef="#br0" timeOffset="53830.78">26089 5978 1810 0,'0'0'789'15,"0"0"-551"-15,0 0-181 16,0 0-30-16,0 0-23 16,116 3 16-16,-66-1-40 15,-8 5-51-15,-9 0-214 16,-8 2-326-16,-19-4-748 0</inkml:trace>
  <inkml:trace contextRef="#ctx0" brushRef="#br0" timeOffset="53970.35">26141 6138 1482 0,'0'0'552'16,"0"0"-431"-16,0 0-66 15,0 0-54-15,151 7-1 16,-82-16-63-16,-13-5-229 16,-2-2-661-16</inkml:trace>
  <inkml:trace contextRef="#ctx0" brushRef="#br0" timeOffset="54372.85">26676 5900 123 0,'0'0'1750'0,"0"0"-1479"16,0 0-225-16,0 0 59 15,0 0 49-15,0 0-29 16,36 107 22-16,-34-62-93 15,-2-1-17-15,0-4-17 16,0-5-11-16,0-15 4 16,0-3-13-16,0-11 0 15,0-6 19-15,0 0-18 16,2-8-1-16,12-20-36 16,1-10-130-16,1-8 74 0,1-7-49 15,-3 0-2 1,-3 6 44-16,0 11 99 0,-11 17 135 15,0 19 89-15,0 0-181 16,-7 31-6-16,-6 10 14 16,4 7 21-16,7-2 34 15,2-4-68-15,4-6-5 16,25-9-21-16,4-6-12 16,6-11-21-16,17-10-138 15,-10 0-132-15,-6-17-474 0</inkml:trace>
  <inkml:trace contextRef="#ctx0" brushRef="#br0" timeOffset="54772.68">26990 5538 939 0,'0'0'763'0,"0"0"-498"16,0 0-115-16,0 0-12 15,0 0 31-15,0 0-72 16,0 0-26-16,9-52-51 0,20 52-6 15,2 2-12-15,-2 23-2 16,-9 12 0-16,-13 9 60 16,-7 7-3-16,0 1 32 15,-25-7 5-15,8-6-59 16,1-11 23-16,5-9-49 16,11-9 2-16,0-7-7 15,18-5-4-15,18 0-6 16,28 0-34-16,-8-14-261 15,-5 0-520-15</inkml:trace>
  <inkml:trace contextRef="#ctx0" brushRef="#br0" timeOffset="54943.07">27378 6249 1283 0,'0'0'1418'15,"0"0"-1278"-15,0 0-131 16,0 0-4-16,-33 104-5 16,15-76-39-16,-22 12 16 15,2-7-273-15,5-4-717 0</inkml:trace>
  <inkml:trace contextRef="#ctx0" brushRef="#br0" timeOffset="55534.73">27316 6016 354 0,'0'0'1983'15,"0"0"-1487"-15,0 0-408 16,0 0-58-16,0 0 5 15,0 0-35-15,0 0-11 16,0 0-86-16,6 0-598 0</inkml:trace>
  <inkml:trace contextRef="#ctx0" brushRef="#br0" timeOffset="55993.97">27993 6152 1753 0,'0'0'498'0,"0"0"-451"16,0 0 51-16,0 0-37 16,0 0-61-16,114-131 0 15,-58 85 0-15,-2 0-9 16,-8 0-7-16,-8 5-30 0,-18 8 35 15,-9 5 11-15,-11 10 43 16,0 10 69-16,-11 8-42 16,-9 2-63-16,-7 28 4 15,-2 14-9-15,5 18 24 16,8 15 44-16,5 8-37 16,7 8 28-16,4 3-4 15,0-4-56-15,0-5 39 16,0-11-40-16,0-10 9 15,0-16-12-15,-2-15 9 16,-6-10-6-16,2-15 3 16,4-10 8-16,-5 0 55 15,3-23-7-15,4-22-57 0,0-17-4 16,27-12-47 0,21-26-71-16,26-35-166 0,-9 21-285 15,-3 14-196-15</inkml:trace>
  <inkml:trace contextRef="#ctx0" brushRef="#br0" timeOffset="56167.01">28589 5770 1650 0,'0'0'551'16,"0"0"-412"-16,0 0-79 15,0 0 29-15,0 0 25 16,-63 147-29-16,54-86-16 16,9-1-20-16,0-4-49 15,9-8 9-15,13-8-9 16,5-10-75-16,0-13-20 15,-5-14-63-15,-1-3-60 16,-6-22-133-16,-9-8-315 0,2-5-449 16</inkml:trace>
  <inkml:trace contextRef="#ctx0" brushRef="#br0" timeOffset="56347.95">28674 6009 927 0,'0'0'536'16,"0"0"-154"-16,0 0-12 16,0 0-166-16,0 0-100 15,0 0-26-15,0 0-14 16,52 73 15-16,-47-25-23 15,-5 0 0-15,0-4-34 16,0-5-9-16,0-13-1 16,0-9-12-16,0-11 0 15,0-6-15-15,0-6-28 16,3-23-162-16,12-38-178 0,-1 4-93 16,-1 0-238-16</inkml:trace>
  <inkml:trace contextRef="#ctx0" brushRef="#br0" timeOffset="56481.06">28674 6009 1126 0,'144'-88'894'15,"-144"90"-640"-15,0 22-88 16,0 8 29-16,7 9-98 16,2-1-8-16,4-1-4 15,5-5-74-15,5-5 1 16,-4-9-12-16,1-11-102 16,3-9-56-16,-8-5-121 15,-3-13-352-15</inkml:trace>
  <inkml:trace contextRef="#ctx0" brushRef="#br0" timeOffset="56655.21">29121 5803 385 0,'0'0'1910'15,"0"0"-1686"-15,0 0-155 16,0 0 23-16,87 126 23 16,-77-70-48-16,-10 5-22 15,0 4 3-15,-10-2-48 16,-7-5-30-16,-4-15-185 15,13-16-101-15,-2-15-193 16,10-12-1277-16</inkml:trace>
  <inkml:trace contextRef="#ctx0" brushRef="#br0" timeOffset="56856.83">29476 5920 738 0,'0'0'1618'16,"0"0"-1233"-16,0 0-154 16,0 0-150-16,0 0-44 15,0 0-22-15,0 0-3 16,129 0-24-16,-86 0-53 16,-10 9-209-16,-8-1-111 15,-19 1-575-15</inkml:trace>
  <inkml:trace contextRef="#ctx0" brushRef="#br0" timeOffset="56981.54">29482 6041 329 0,'0'0'1985'0,"0"0"-1612"0,0 0-324 15,0 0-34-15,0 0-30 16,123 34-67-16,-72-23-163 16,1-5-251-16</inkml:trace>
  <inkml:trace contextRef="#ctx0" brushRef="#br0" timeOffset="57567.16">30151 5854 2083 0,'0'0'352'0,"0"0"-133"16,0 0-61-16,0 0-83 16,0 0 19-16,0 0-72 15,0 0-4-15,33 51-18 0,-19-3 2 16,-7 8 33-16,-7 2-34 16,0-3 8-16,-7-11 10 15,-5-10-11-15,4-14-5 16,6-11-3-16,2-9 6 15,0 0-23-15,2-29-29 16,20-12-321-16,5-10 121 16,4-7-83-16,-2 0-210 15,-4 10 170-15,-8 13 369 16,-10 17 391-16,-7 18-69 16,0 0-134-16,-2 30 116 15,-11 8-126-15,4 7-48 0,6-1-39 16,3-5-39-16,3-2 14 15,19-11-36-15,9-5-29 16,10-14-1-16,1-7-136 16,16-4-129-16,-14-18-381 15,-1-2-1046-15</inkml:trace>
  <inkml:trace contextRef="#ctx0" brushRef="#br0" timeOffset="57938.78">30472 5502 1510 0,'0'0'332'0,"0"0"-96"16,0 0 31-16,0 0-84 16,0 0-64-16,0 0-95 15,0 0 13-15,71-52-37 16,-46 60-5-16,-9 26-1 16,-12 15 12-16,-4 6 47 15,-9 6 23-15,-15-6-24 0,4-9 26 16,-3-8-64-1,17-15-13-15,6-9 11 0,0-5-4 16,29-9-16-16,13 0-11 16,30-5-170-16,-10-9-134 15,-9-2-530-15</inkml:trace>
  <inkml:trace contextRef="#ctx0" brushRef="#br0" timeOffset="58118.78">30809 6011 1487 0,'0'0'558'0,"0"0"-498"15,0 0 71 1,0 0 2-16,141-7-39 0,-91-2-38 16,6 4-56-1,15-4-6-15,-11 3-151 0,-10 1-467 0</inkml:trace>
  <inkml:trace contextRef="#ctx0" brushRef="#br0" timeOffset="58291.32">31103 5789 1776 0,'0'0'940'15,"0"0"-829"-15,0 0-93 16,-58 146-17-16,42-93 4 0,1-3-4 15,8-6-2-15,7 2-38 16,0-15-228-16,9-10-377 0</inkml:trace>
  <inkml:trace contextRef="#ctx0" brushRef="#br0" timeOffset="58500.37">31582 5770 1302 0,'0'0'535'16,"0"0"-321"-16,0 0 126 16,0 0 29-16,0 0-148 15,0 0-115-15,0 0-106 0,18-46 1 16,-36 95-2 0,-4 11-3-16,2 4-31 0,2 2-208 15,-4 10-101-15,6-18-236 16,7-15-1043-16</inkml:trace>
  <inkml:trace contextRef="#ctx0" brushRef="#br0" timeOffset="58674.04">31660 6120 2739 0,'0'0'173'16,"0"0"-173"-16,0 0-87 15,-8 138-44-15,-21-77 25 0,-12 4 99 16,-35 22-8-16,8-17-231 16,5-14-929-16</inkml:trace>
  <inkml:trace contextRef="#ctx0" brushRef="#br0" timeOffset="59991.57">31293 6050 1543 0,'0'0'480'0,"0"0"-358"15,0 0 9-15,0 0-8 16,0 0-12-16,0 0-32 0,0 0-19 16,75-60-44-16,-50 33-2 15,-1-2-13-15,3-5-1 16,2-3 0-16,-4 2-7 16,-1 0 14-16,-8 5-7 15,-3 8 8-15,-11 3 33 16,1 9 83-16,-3 7-13 15,0 3-48-15,0 0-20 16,0 2-43-16,-5 25 0 16,-10 14 21-16,-6 15-13 15,4 9 17-15,-1 9-25 16,3-2-9-16,1-2-16 16,-1 5-207-16,3-22-311 0,5-13-1122 15</inkml:trace>
  <inkml:trace contextRef="#ctx0" brushRef="#br0" timeOffset="61363.59">25123 7302 1957 0,'0'0'476'16,"0"0"-460"-16,0 0 4 16,0 0-5-16,0 0-15 15,131-113-14-15,-73 63-38 0,-7-5-50 16,-2 3-21-16,-16 6-39 16,-8 6 50-16,-23 10 112 15,-2 9 7-15,-2 16 71 16,-21 5 8-16,2 22-31 15,0 26 70-15,5 17 6 16,10 18-51-16,6 9 6 16,0 1-59-16,0-5 5 15,0-8 9-15,0-8-41 16,0-9 28-16,-13-14-28 16,-5-11 8-16,-9-11 7 15,2-15-14-15,-1-10 5 16,6-2 14-16,9-21-19 0,11-16 34 15,0-14-35 1,33-12-16-16,18-10 0 0,17-9-77 16,5-4-5-16,2-3-18 15,-3 6 8-15,-10 8 78 16,-15 17 23-16,-23 16 7 16,-14 19 87-16,-10 20 59 15,-3 3-42-15,-21 20-28 16,-5 24-10-16,2 13 48 15,7 4-45-15,13 4-49 16,7-10 31-16,7-8-51 16,24-13 0-16,7-10-1 15,7-15-48-15,-1-3-43 16,-3-6-103-16,-8-6-77 0,-8-20-76 16,-17 0-334-16,-8-1-196 15</inkml:trace>
  <inkml:trace contextRef="#ctx0" brushRef="#br0" timeOffset="61680.59">25869 7166 689 0,'0'0'684'15,"0"0"-317"-15,0 0-61 16,0 0-181-16,0 0-14 16,0 0 31-16,0 0-71 15,91 24 11-15,-75 17-6 16,-7 1-11-16,-7 0 28 16,-2-3-51-16,0-7-8 15,-4-5 2-15,-7-11-35 16,9-10 7-16,-1-6 1 15,3-2-9-15,0-25-41 0,9-14-229 16,13-11 71-16,5-5-52 16,-7 0-47-16,-2 8 176 15,-5 17 122-15,-6 20 291 16,-7 12-63-16,0 16-125 16,0 21 114-16,0 8-71 15,0 1-70-15,2-3-4 16,12-8-50-16,-1-10-13 15,5-9-18-15,1-10 5 16,2-6-111-16,1-14-51 16,-1-12-305-16,-15-1-146 0</inkml:trace>
  <inkml:trace contextRef="#ctx0" brushRef="#br0" timeOffset="61834">26290 6927 1194 0,'0'0'1005'16,"0"0"-849"-16,0 0 31 15,0 0-80-15,89 133-1 16,-82-71 37-16,-7 5-89 16,0 2-29-16,-9 1-17 15,-11-12-8-15,3 0-136 16,-2-21-180-16,11-15-360 0</inkml:trace>
  <inkml:trace contextRef="#ctx0" brushRef="#br0" timeOffset="62035.58">26699 7175 363 0,'0'0'1872'0,"0"0"-1351"16,0 0-431-16,0 0-16 15,0 0-14-15,0 0-49 16,0 0 28-16,102 29-39 15,-67-21-29-15,1 2-150 16,-9 1-167-16,-19-4-242 0</inkml:trace>
  <inkml:trace contextRef="#ctx0" brushRef="#br0" timeOffset="62149.84">26714 7351 1378 0,'0'0'772'0,"0"0"-618"0,0 0-74 16,0 0-80-16,0 0 0 15,145 30-148-15,-91-30-409 0</inkml:trace>
  <inkml:trace contextRef="#ctx0" brushRef="#br0" timeOffset="63020.51">27795 6860 175 0,'0'0'1768'16,"0"0"-1452"-16,0 0-173 16,-116-13-43-16,67 40-80 0,-2 19 103 15,2 13 22 1,7 12-66-16,13 3 8 0,8-3-60 15,17-13-6-15,4-9 1 16,13-18-16-16,16-10 13 16,11-12-19-16,3-9-34 15,3 0 12-15,1-23-93 16,0-4-32-16,-11-5-17 16,-7-2-18-16,-12 6 133 15,-8 8 49-15,-9 10 35 16,0 10 84-16,0 0-101 15,-4 14-2-15,-9 10 96 16,6 5-33-16,5-4 1 16,2-3-44-16,0-4-35 0,9-4 21 15,8-9-22-15,1-5-18 16,-2 0 17-16,-3-1-33 16,-6-15 33-16,-5-4-24 15,-2-4-54-15,-2 1 79 16,-11-4-22-16,-8 2 22 15,11 8 68-15,-2 5 11 16,10 3 39-16,2 7-53 16,2 1-52-16,20-1-2 15,16-2-11-15,7-4-2 16,7-5-58-16,-2-5-94 16,0-1 42-16,-13-6 62 15,-10 1-72-15,-12-4 55 0,-7 2-19 16,-8 0 86-1,0 6 34-15,-2 6 116 0,-6 8 51 16,6 6-90-16,2 0-92 16,0 16 23-16,0 20-26 15,0 13 8-15,0 8-4 16,0 5-10-16,0-1-7 16,0-7-3-16,0-8-11 15,-9-12 10-15,1-10-128 16,-4-18-102-16,8-6-108 15,-3 0-508-15</inkml:trace>
  <inkml:trace contextRef="#ctx0" brushRef="#br0" timeOffset="63336.28">28274 7045 1587 0,'0'0'380'0,"0"0"-263"15,0 0 58-15,0 0-50 16,7 130 31-16,-7-88 15 15,0-6-44-15,0-8-74 16,0-6-53-16,0-10 30 16,0-11-30-16,0-1-6 15,11-5 5-15,2-21-169 16,1-12-103-16,-3-6-74 16,-2-9-169-16,-2 3 177 0,-7 9 98 15,0 10 241 1,0 19 765-16,0 12-396 0,0 9-141 15,-10 26 16-15,6 9-132 16,4 2 13-16,0-1-56 16,7-4-47-16,19-7-22 15,28-9-107-15,0-9-361 16,-7-8-209-16</inkml:trace>
  <inkml:trace contextRef="#ctx0" brushRef="#br0" timeOffset="63440.46">28849 7331 2362 0,'0'0'657'16,"0"0"-657"-16,0 0-176 15,0 0-371-15,0 0 39 0</inkml:trace>
  <inkml:trace contextRef="#ctx0" brushRef="#br0" timeOffset="71309.78">23408 8346 568 0,'0'0'113'0,"0"0"491"16,0 0-252-16,0 0-143 15,0 0-95-15,0 0 40 16,0-45 73-16,0 40-78 15,0-2-1-15,0 4 4 0,0 0-92 16,0 3 9 0,0 0-24-16,0 0-38 0,0 0 37 15,0 0-34-15,0 0-10 16,0 0 11-16,0 17-10 16,-9 11-1-16,3 13 48 15,-6 10-47-15,1 3 27 16,7-4-28-16,2-5 0 15,2-11-18-15,0-9-19 16,0-8-44-16,0-8-176 16,0-9-100-16,0 0-37 15,0-9-375-15</inkml:trace>
  <inkml:trace contextRef="#ctx0" brushRef="#br0" timeOffset="71633.84">23183 8472 1104 0,'0'0'40'0,"0"0"985"15,0 0-800-15,0 0-163 16,0 0-45-16,140-58-4 16,-97 51-8-16,-10 6-5 15,-2 1 0-15,-8 0-17 16,-10 0 17-16,-11 8-7 16,-2 4-67-16,-4 1 10 15,-23-2 63-15,-13 3-52 16,-5-4-23-16,-1-2 53 15,-6-4-42-15,6-4 12 16,7 0 41-16,12-21-3 0,12-3 15 16,13 1 2-16,2 0 58 15,0 6 45-15,17 7-14 16,8 10-40-16,2 0-29 16,4 13-16-16,0 10 3 15,5 6-9-15,7 6-101 16,-10-11-203-16,-6-10-1033 0</inkml:trace>
  <inkml:trace contextRef="#ctx0" brushRef="#br0" timeOffset="71918.7">23900 8265 679 0,'0'0'1285'16,"0"0"-766"-16,0 0-361 15,0 0-157-15,0 0 0 16,0 0 50-16,0 0 15 16,0 91 7-16,0-52-46 15,0 2-26-15,8-5 14 16,-6-2-15-16,4-8-34 15,1-6-83-15,-5-8-148 16,-2-12-75-16,0 0-256 16,-2 0-257-16</inkml:trace>
  <inkml:trace contextRef="#ctx0" brushRef="#br0" timeOffset="72218.53">23731 8368 704 0,'0'0'50'0,"0"0"1157"15,0 0-743-15,0 0-407 16,61-107-19-16,-22 86 1 15,13 0-38-15,4 5 17 16,2 2-18-16,1 7 0 16,-3 0-17-16,-2 3 17 15,-14 4 0-15,-16 0-1 16,-3 0 10-16,-17 0-9 16,-4 0 2-16,0 0 26 15,-11 0 44-15,-9 12-59 0,-7 8-1 16,4 6 46-16,4 6-34 15,5 7 37-15,10-3-10 16,4 2-42-16,0-6 30 16,16-5-39-16,13-4-8 15,2-7 8-15,9-8-121 16,6-8-78-16,-3 0-295 16,-5-4-526-16</inkml:trace>
  <inkml:trace contextRef="#ctx0" brushRef="#br0" timeOffset="72443.17">24754 8053 1982 0,'0'0'349'0,"0"0"-283"16,0 0-66-16,-69 122 74 15,29-55 7-15,-7 5 3 16,3 2-6-16,4-2-68 16,9-6-10-16,13 0-99 15,7-20-208-15,11-13-512 0</inkml:trace>
  <inkml:trace contextRef="#ctx0" brushRef="#br0" timeOffset="72629.92">24961 8301 2333 0,'0'0'528'16,"0"0"-528"-16,0 0-50 15,0 0-105-15,0 0-50 16,0 0-88-16,0 0-534 0</inkml:trace>
  <inkml:trace contextRef="#ctx0" brushRef="#br0" timeOffset="72719.2">24917 8624 1781 0,'0'0'293'0,"0"0"-293"0,0 0-233 16</inkml:trace>
  <inkml:trace contextRef="#ctx0" brushRef="#br0" timeOffset="72983.59">23522 8863 874 0,'0'0'1711'0,"0"0"-1379"16,0 0-215-16,0 0-115 16,149-47 8-16,-66 30 6 15,13 0-15-15,4 5 27 16,2 7-28-16,1 3-21 16,26 2-131-16,-25 0-489 15,-14 0-747-15</inkml:trace>
  <inkml:trace contextRef="#ctx0" brushRef="#br0" timeOffset="74743.42">25773 8171 664 0,'0'0'679'15,"0"0"-400"-15,0 0-57 16,0 0-16-16,0 0 2 16,0 0 33-16,0 0-79 15,-47-90-83-15,32 90-2 16,-10 6-76-16,-2 26-1 0,0 17 34 15,1 11-4-15,6 10 37 16,8-3-51-16,10 0-15 16,2-13 4-16,10-12-5 15,14-13 0-15,12-17-20 16,10-12-93-16,8-7-53 16,15-44-145-16,-18 5-392 15,-7-3-834-15</inkml:trace>
  <inkml:trace contextRef="#ctx0" brushRef="#br0" timeOffset="75629.11">25987 7853 1681 0,'0'0'384'0,"0"0"-180"16,0 0-181-16,0 0-2 0,0 0 71 16,-29 153-3-16,27-78 78 15,2 5-96-15,0 4 5 16,0-4-14-16,-7-7-46 15,5-13 23-15,0-14-39 16,2-14 0-16,0-13-4 16,0-14 4-16,0-5-9 15,9-10 8-15,9-24-46 16,8-10-50-16,3-4-14 16,2 0-5-16,-2 8 107 15,-2 11-16-15,-9 18 25 0,-1 11 0 16,4 0 8-1,-1 15 4-15,5 6 17 0,6-4-20 16,9-5 27-16,6-8-36 16,8-4 21-16,2-1-15 15,-9-16 9-15,-7 0-7 16,-11 2-8-16,-14 1 0 16,-15 6 11-16,0 8-10 15,-22 0 31-15,-16 10-20 16,-11 19-5-16,0 4 41 15,7 8-8-15,11-1-10 16,4-6 45-16,16-8-57 16,8-6-3-16,3-8-12 15,12-10 7-15,19-2-20 16,11-4 1-16,7-21-90 0,3-6 10 16,-6-1-72-16,-8-2 39 15,-9 6 51-15,-13 6 51 16,-5 7 20-16,-9 15 100 15,-2 0-21-15,0 15-29 16,-2 13 16-16,-9 4-5 16,7 0-3-16,-2-6-43 15,6-4 15-15,0-10-30 16,0-6 1-16,16-6-7 16,7 0 4-16,4-11-10 15,2-10-46-15,0-7-77 16,-1 2 59-16,-1 0 18 0,-5 6 52 15,-6 11 6 1,-5 6 12-16,-4 3 1 0,-7 17 78 16,0 12-35-16,0 0 17 15,-11 0-40-15,4-9-8 16,0-8 27-16,5-8-51 16,2-4 15-16,0 0 31 15,16-19-47-15,11-8-56 16,6-5-26-16,5 2 10 15,-1 3 65-15,2 12-26 16,-8 11 31-16,-5 4 2 16,-3 5-14-16,-7 21 14 15,-8 6 0-15,-3 3 6 0,-5 0-6 16,0-8 0 0,-5-3-28-16,-8-8-45 0,-9-14-41 15,6-2-102-15,-4 0-425 0</inkml:trace>
  <inkml:trace contextRef="#ctx0" brushRef="#br0" timeOffset="75814.05">26513 7932 1942 0,'0'0'500'16,"0"0"-460"-16,0 0 0 15,0 0-39-15,-42 119 39 16,42-87 1-16,0-8-40 0,20-9-2 16,24-15-17-16,-4 0-197 15,-1-19-353-15</inkml:trace>
  <inkml:trace contextRef="#ctx0" brushRef="#br0" timeOffset="75964.14">26683 7863 2072 0,'0'0'301'16,"0"0"-243"-16,0 0-26 16,31 104-32-16,-2-82 8 15,11-11 22-15,11-8-30 16,45-6-111-16,-11-14-262 0,-10-5-935 16</inkml:trace>
  <inkml:trace contextRef="#ctx0" brushRef="#br0" timeOffset="76361.82">27358 8468 819 0,'0'0'1362'16,"0"0"-1069"-16,0 0-186 15,0 0-73-15,0 0 6 16,0 0 0-16,0 0 17 16,-7-10 46-16,16 0-92 15,3-6-10-15,-4 0-2 16,-1 0-29-16,-5 4-17 16,-2 2-94-16,0 8-85 15,0 2-71-15,0 0-719 0</inkml:trace>
  <inkml:trace contextRef="#ctx0" brushRef="#br0" timeOffset="76749.89">27922 8090 2006 0,'0'0'622'0,"0"0"-513"16,0 0-108-16,0 0-1 15,0 0 0-15,0 0 20 16,0 0 5-16,-83-9-1 15,61 52 30-15,7 12-36 16,1 8 32-16,5-4-45 16,9-4-4-16,0-9 4 15,11-15-5-15,14-11-9 16,6-15-28-16,10-5-69 16,1-22-45-16,9-40-181 15,-7 6-347-15,-8-1-165 0</inkml:trace>
  <inkml:trace contextRef="#ctx0" brushRef="#br0" timeOffset="77603.11">28120 7870 1265 0,'0'0'1061'0,"0"0"-951"15,0 0-103-15,0 0-14 16,-19 141 14-16,9-77 29 16,8 2 1-16,0-4 16 15,2-4 26-15,0-9-77 16,0-10 16-16,0-12-18 15,0-11 15-15,0-13-18 16,0-3 3-16,16 0-14 16,3-21 8-16,6-6-97 15,2 2-12-15,-5 1 43 0,-1 9 47 16,-13 11 16-16,3 4 9 16,1 0 0-16,-1 14 18 15,4 3-17-15,5-4 9 16,7-6 5-16,11-7-15 15,-1 0 32-15,2-7-30 16,-1-9 5-16,-14-2-5 16,-6 1 5-16,-16 5-7 15,-2 4 34-15,-13 8 35 16,-16 0-26-16,-7 22-33 16,1 11 32-16,-2 6 15 15,14 1-41-15,2-4 2 16,17-5 13-16,4-10-31 0,0-7 0 15,20-10-1-15,6-4-65 16,13-4-20-16,-4-22-202 16,3-4-39-16,2-7-207 15,-11 0 290-15,0 1-156 16,-9 3 400-16,-7 11 254 16,-3 12 490-16,-10 10-442 15,0 0-197-15,0 20-40 16,-10 9 44-16,-1 5 4 15,3 0-36-15,6-4-51 16,2-4 8-16,0-10-27 16,0-6-2-16,8-8-5 15,15-2-37-15,-2-5 19 0,8-16-76 16,6-5-136-16,-7-2 34 16,-4 4 63-16,-3 6 111 15,-8 12 22-15,-11 6 45 16,-2 7 52-16,0 24 16 15,-4 3-43-15,-9-3 17 16,-1-2-17-16,3-11 19 16,9-8-17-16,2-8-63 15,0-2 36-15,0-2-14 16,18-18-31-16,11-10-90 16,9-3-52-16,-1 0 40 15,11 1 64-15,-4 8-7 16,-7 9 45-16,-1 13 1 15,-9 2 27-15,-13 17 36 0,-8 12-9 16,-6 7 6-16,0 1-32 16,0-4-23-16,-13-4 0 15,-1-9-6-15,-3-8-44 16,-12-12-32-16,2-3-222 16,0-11-754-16</inkml:trace>
  <inkml:trace contextRef="#ctx0" brushRef="#br0" timeOffset="77774.13">28435 7833 1958 0,'0'0'507'16,"0"0"-406"-16,0 0-101 0,0 0 0 16,0 0 38-16,-43 120-13 15,43-92 17-15,25-10-42 16,4-10-35-16,20-8-72 15,-5-18-279-15,-6-9-718 0</inkml:trace>
  <inkml:trace contextRef="#ctx0" brushRef="#br0" timeOffset="77920.95">28649 7781 476 0,'0'0'1696'0,"0"0"-1521"15,0 0-113-15,0 0-41 16,0 0-14-16,69 111 21 0,-24-103-16 15,12-8-12-15,42-5-24 16,-20-18-243 0,-2 1-468-16</inkml:trace>
  <inkml:trace contextRef="#ctx0" brushRef="#br0" timeOffset="78321.89">29498 8372 1217 0,'0'0'931'0,"0"0"-674"16,0 0-109-16,0 0-29 15,0 0 1-15,0 0 13 16,0 0-61-16,65 0-48 15,-9 0-15-15,4 0-3 16,9 0-6-16,2 0 0 0,-7-8-86 16,-4-5-60-16,1-8-146 15,-23 1-222-15,-14-1-207 0</inkml:trace>
  <inkml:trace contextRef="#ctx0" brushRef="#br0" timeOffset="78471.57">30049 8161 1829 0,'0'0'666'15,"0"0"-513"-15,0 0-87 16,0 0-36-16,143 34-20 16,-101-3-1-16,-11 4-9 15,-13 7 0-15,-18 4-9 16,-7 9 3-16,-75 21-28 16,8-13-145-16,-6-14-424 0</inkml:trace>
  <inkml:trace contextRef="#ctx0" brushRef="#br0" timeOffset="81901.3">30971 7977 1776 0,'0'0'327'0,"0"0"-163"16,0 0 18-16,0 0-68 0,0 0-75 15,0 0 15 1,0 0-30-16,-135 50 38 0,101 1 23 15,10 4-71-15,10 1 23 16,9-3-37-16,5-9 0 16,14-12-17-16,20-10 16 15,10-16-23-15,12-6-24 16,8-18-104-16,3-21 8 16,-4-10-54-16,-6-9-96 15,-12-11-61-15,-11-3-13 16,-18-2-22-16,-10 2 390 15,-6 9 86-15,0 15 438 16,0 18-148-16,-4 18-47 16,-8 12-186-16,-1 16-132 0,-1 26 8 15,-1 14 85-15,1 13-36 16,6 3 41-16,3 0-57 16,3-5-39-16,2-12 16 15,0-6-23-15,0-14-6 16,7-9 0-16,7-12-15 15,5-9-40-15,8-5-4 16,6-9-16-16,3-14-41 16,0-8-93-16,-8 5 107 15,-7 9 102-15,-5 4 44 16,-8 13 51-16,-1 0-88 16,5 0-5-16,-4 10 39 15,5 2-41-15,5-2 13 0,7-5 12 16,2-3-24-16,-1-2 19 15,-8 0-20-15,-7 0-4 16,-9 0-2-16,-2 0 12 16,-4 0 1-16,-23 7 2 15,-4 11 3-15,-9 10 44 16,4 4-20-16,5 1-28 16,11-3 17-16,13-6-16 15,7-10-9-15,5-8 1 16,19-6 14-16,16 0-30 15,7-20-55-15,0-9-105 16,-4 0 37-16,-12-3 17 16,-12 6 79-16,-5 4 42 15,-7 8 12-15,-7 7 183 16,0 7-60-16,0 0-116 0,0 14 2 16,0 12 1-16,0 3 32 15,0-4-4-15,0 2-41 16,8-9 18-16,13-8-27 15,1-6 1-15,3-4-13 16,2-4-41-16,-1-15-115 16,-8-4-68-16,2-1 47 15,-5-1 91-15,-3 7 98 16,-3 7 2-16,-3 6 234 16,-1 5-106-16,-5 0-91 15,0 21 37-15,0 3-25 16,0 0-2-16,0-6-20 15,0-6-29-15,0-6 24 0,0-6-23 16,18 0 26-16,9-10 6 16,8-6-32-16,1-3-2 15,-1 7-7-15,-4 7 8 16,-6 5-15-16,-2 0 5 16,-8 13 1-16,-1 10 8 15,-12-3-49-15,-2-1-24 16,0-4-53-16,-16-9-45 15,1-6-313-15</inkml:trace>
  <inkml:trace contextRef="#ctx0" brushRef="#br0" timeOffset="82075.64">31596 7800 2076 0,'0'0'228'0,"0"0"-191"16,0 0 3-16,-7 116-39 16,12-82 27-16,19-7-28 15,29-23-8-15,-1-4-78 16,-5-7-412-16</inkml:trace>
  <inkml:trace contextRef="#ctx0" brushRef="#br0" timeOffset="82235.67">31912 7656 1670 0,'0'0'727'0,"0"0"-655"16,0 0-27-16,0 0-38 15,0 0 47-15,154 112 17 16,-94-105 11-16,14-7-82 16,37-1-30-16,-20-17-163 15,-10 0-556-15</inkml:trace>
  <inkml:trace contextRef="#ctx0" brushRef="#br0" timeOffset="83775.13">25833 9342 874 0,'0'0'696'0,"0"0"-429"16,0 0-152-16,0 0 16 15,0 0-42-15,0 0-2 16,0 0 31-16,-109-30-97 16,75 66 22-16,3 13 37 15,4 12-17-15,8 6 5 0,9-3-51 16,10-6-16-16,8-11 5 16,21-15-6-16,8-16-1 15,15-16-28-15,5 0-66 16,26-48-80-16,-14 1-162 15,-16-1-277-15</inkml:trace>
  <inkml:trace contextRef="#ctx0" brushRef="#br0" timeOffset="84594.72">26018 9150 1691 0,'0'0'346'0,"0"0"-257"15,0 0-60-15,0 0 1 0,-31 155 97 16,29-90-13-16,0 5-28 15,-3-4 40-15,3-6-90 16,2-9-9-16,0-15-20 16,0-14 5-16,0-10-22 15,2-10 10-15,11-2-67 16,10-12 65-16,4-14-80 16,-5-3-65-16,2-4 41 15,-6 8 46-15,-5 10 60 16,-3 10 15-16,-4 5-8 15,3 0 21-15,7 15 11 16,3-1-1-16,10-2 1 16,10-7-39-16,12-5 37 0,2-1-37 15,3-22-3-15,-4 0-6 16,-10-2-40-16,-13 4-1 16,-16 0 14-16,-13 10 32 15,0 6 4-15,-20 5 55 16,-13 5-33-16,-6 23 55 15,2 8-32-15,3 4 7 16,10-2 40-16,9-6-56 16,7-6 17-16,8-9-53 15,0-5 9-15,23-9-6 16,6-3-3-16,4-3-18 16,8-20-64-16,-1-5-78 15,-7-5 8-15,-2-4-3 16,-6 3 33-16,-10 6 78 15,-3 6 44-15,-6 12 87 0,-6 10 16 16,0 0-88-16,0 14 44 16,0 11 43-16,0 4-41 15,0-1 25-15,0-6-65 16,0-6-11-16,2-7 0 16,3-9-1-16,-1 0 2 15,6 0-11-15,0-9-6 16,9-9-6-16,-4-2-42 15,3 2 20-15,-3 4 34 16,-1 8-18-16,-3 6 18 0,-5 0-13 16,-4 22 13-1,-2 4 23-15,0-1-22 0,0-6 12 16,0-7 13-16,0-8-18 16,5-4 2-16,15 0 24 15,16-16-33-15,9-8-1 16,5 0-39-16,6 2 39 15,-4 7-12-15,-6 14 3 16,-5 1 9-16,-12 6-8 16,-10 14-17-16,-7 1 24 15,-12 2-69-15,0-3 3 16,-18-6-13-16,-9-5-135 16,0-8-369-16</inkml:trace>
  <inkml:trace contextRef="#ctx0" brushRef="#br0" timeOffset="84772.04">26564 9166 1965 0,'0'0'327'0,"0"0"-250"16,0 0-53-16,0 0-4 15,-24 139 53-15,33-110-64 16,25-5-9-16,16-19-22 15,0-5-230-15,-11 0-698 0</inkml:trace>
  <inkml:trace contextRef="#ctx0" brushRef="#br0" timeOffset="84928.65">26814 9046 2191 0,'0'0'252'0,"0"0"-211"16,0 0-23-16,0 0-8 15,43 110-5-15,-1-94 1 16,14-8-6-16,44-8-73 16,-13 0-313-16,-9-6-706 0</inkml:trace>
  <inkml:trace contextRef="#ctx0" brushRef="#br0" timeOffset="85169.74">27960 9622 1528 0,'0'0'1299'0,"0"0"-1299"15,0 0-16-15,0 0-328 16,0 0 57-16,0 0-384 16,0 0-238-16</inkml:trace>
  <inkml:trace contextRef="#ctx0" brushRef="#br0" timeOffset="85565.27">28188 8993 1884 0,'0'0'115'15,"0"0"-108"-15,-52 152-7 16,36-82 92-16,12 3 119 16,4-5 38-16,0-3-91 15,16-10-46-15,13-6-94 16,11-10 0-16,4-18-6 15,1-16-3-15,4-5-18 16,0-12-73-16,-2-19-130 16,-7-10 27-16,-13 0-121 0,-19-3 11 15,-8 5 55-15,0 11 240 16,-13 16 245-16,-9 12-33 16,-3 11-46-16,6 22 32 15,5 7-107-15,14 5-14 16,0-5 29-16,16-4-59 15,17-10 15-15,9-10-62 16,3-8-8-16,4-8-53 16,11-4-170-16,-11-16-113 15,-13-4-386-15</inkml:trace>
  <inkml:trace contextRef="#ctx0" brushRef="#br0" timeOffset="85732.17">28591 9007 1662 0,'0'0'534'16,"0"0"-334"-16,0 0-143 16,0 0-24-16,0 0 0 15,0 0-21-15,0 0 35 16,114 92-39-16,-114-35-8 16,-12 15-46-16,-7-14-334 15,-2-12-1175-15</inkml:trace>
  <inkml:trace contextRef="#ctx0" brushRef="#br0" timeOffset="86039.93">29868 9610 1365 0,'0'0'915'16,"0"0"-661"-16,0 0 20 16,0 0-147-16,0 0-64 0,0 0-33 15,0 0-29-15,81-9 25 16,-37 3-26-16,12 0-45 15,0-5-91-15,17-16-205 16,-17 1-326-16,-14 0-877 0</inkml:trace>
  <inkml:trace contextRef="#ctx0" brushRef="#br0" timeOffset="86197.59">30392 9274 2621 0,'0'0'319'0,"0"0"-257"15,0 0-38-15,0 0-24 16,89 147-1-16,-89-94 0 16,-4 5-24-16,-32 3 23 15,-13 9-228-15,0-14-157 0,11-14-494 0</inkml:trace>
  <inkml:trace contextRef="#ctx0" brushRef="#br0" timeOffset="86573.98">31222 9034 1744 0,'0'0'517'16,"0"0"-427"-16,0 0-45 15,0 0-35-15,-119 108 61 16,95-47 75-16,8 8-49 15,9-5-40-15,7-6-38 16,7-9-10-16,15-13 2 16,7-9-11-16,7-13-49 0,13-14-27 15,-9 0-183-15,-9 0-458 16</inkml:trace>
  <inkml:trace contextRef="#ctx0" brushRef="#br0" timeOffset="86797.52">31386 8828 477 0,'0'0'309'0,"0"0"-66"15,0 0-180-15,0 0-44 16,0 0-19-16,0 0-139 16,0 0-268-16</inkml:trace>
  <inkml:trace contextRef="#ctx0" brushRef="#br0" timeOffset="87555.3">31328 8867 783 0,'0'0'303'16,"0"0"-105"-16,0 0-60 16,0 0 13-16,0 0 5 15,0 0-94-15,0 0 33 16,-6-10-37-16,1 10-56 0,5 0 9 15,0 0-11 1,0 0 0-16,0 0-7 0,0 0 17 16,0 0-3-16,-2 0 87 15,0 0-1-15,-3 0 26 16,-6 0-30-16,-2 8-43 16,-5 13 12-16,-3 8-15 15,2 9-7-15,-4 15 35 16,-1 6 4-16,3 12 29 15,2 7-14-15,1 1-49 16,7-4 34-16,9-3-49 16,2-9 3-16,0-9-15 15,2-10-2-15,13-9-3 0,5-12-9 16,3-5 0 0,2-6 2-16,4-7-2 0,4-5 0 15,5-5-1-15,4-19-20 16,-2-10 2-16,0-10-47 15,-4-2-25-15,-7-5 40 16,-11 5 5-16,-12 8 46 16,-6 9 24-16,0 8 4 15,-16 13 20-15,-5 8-38 16,-6 0 4-16,0 29 4 16,2 8-17-16,9 7 22 15,12 6 5-15,4-1-26 16,12-7 29-16,17-5-31 15,13-5 8-15,3-11-20 16,5-9 9-16,2-10-72 0,15-2-95 16,-16-21-152-16,-11-4-284 15</inkml:trace>
  <inkml:trace contextRef="#ctx0" brushRef="#br0" timeOffset="87760.2">31598 9043 1016 0,'0'0'978'16,"0"0"-635"-16,0 0-99 0,0 0-59 15,0 0-82 1,0 0-33-16,0 0-70 0,110-53 0 16,-95 80-2-16,-13 9-14 15,-2 8-41-15,-7 15-119 16,-13-12-138-16,0-15-502 0</inkml:trace>
  <inkml:trace contextRef="#ctx0" brushRef="#br0" timeOffset="87885.64">32258 9108 1923 0,'0'0'0'0,"0"0"-73"15,0 0-459-15</inkml:trace>
  <inkml:trace contextRef="#ctx0" brushRef="#br0" timeOffset="88876.25">25773 10244 1205 0,'0'0'576'16,"0"0"-443"-16,0 0-58 15,0 0-15-15,0 0 24 16,0 0-12-16,0 0-54 15,2 57 139-15,-8 9-38 16,-1 8-51-16,5 4 51 0,2-5-49 16,0-10-42-1,9-8 2-15,18-16-22 0,4-12 4 16,11-15 6-16,9-12-18 16,3-8 0-16,1-20-125 15,-1-10-23-15,-19-4 4 16,-12-1-107-16,-17 4 64 15,-6 6 98-15,-6 11 89 16,-21 16 133-16,-2 6-20 16,2 17-42-16,8 17 62 15,5 5-54-15,14 4-8 16,0-5-28-16,22-8-42 16,20-6 24-16,12-8-25 15,22-16-124-15,-11 0-183 0,-17-10-688 0</inkml:trace>
  <inkml:trace contextRef="#ctx0" brushRef="#br0" timeOffset="89036.12">26257 10277 1820 0,'0'0'563'16,"0"0"-450"-16,0 0-68 15,0 0-10-15,0 0-33 16,118-16 5-16,-101 57-7 15,-5 17-13-15,-12 26-18 16,0-9-282-16,0-12-594 0</inkml:trace>
  <inkml:trace contextRef="#ctx0" brushRef="#br0" timeOffset="89319.46">26923 10819 1711 0,'0'0'1049'16,"0"0"-1036"-16,0 0-13 16,0 0-220-16,0 0 107 15,0 0-102-15,0 0-139 0</inkml:trace>
  <inkml:trace contextRef="#ctx0" brushRef="#br0" timeOffset="89745.76">27362 10247 1876 0,'0'0'324'0,"0"0"-194"0,0 0-87 16,0 0-34-16,0 0 19 15,0 0 53-15,-40 125 12 16,36-53 44-16,4 1-50 15,0 0-41-15,9-8-7 16,11-8-33-16,7-13-6 16,6-10 6-16,7-14 1 15,7-12 8-15,2-8-15 16,-2-11-36-16,-1-20-28 16,-7-10-94-16,-12-5 38 15,-14-1 30-15,-13 2 19 16,0 8 71-16,-16 11 22 0,-8 11 86 15,1 15 17-15,3 0-96 16,7 23 17-16,9 10 28 16,4 3-35-16,0 3 18 15,19-7-57-15,12-2 7 16,8-10-15-16,1-5-7 16,16-15-123-16,-17 0-140 15,-5-3-522-15</inkml:trace>
  <inkml:trace contextRef="#ctx0" brushRef="#br0" timeOffset="89899.48">27746 10221 1510 0,'0'0'633'0,"0"0"-353"16,0 0-151-16,0 0-81 15,0 0 8-15,0 0-54 16,114 26 10-16,-114 43-24 15,0-6-90-15,-10-7-447 0</inkml:trace>
  <inkml:trace contextRef="#ctx0" brushRef="#br0" timeOffset="90341.49">28689 10650 1746 0,'0'0'651'0,"0"0"-304"15,0 0-107-15,0 0-152 16,0 0-28-16,0 0-60 16,133-22 9-16,-65 20-22 15,-6 0-1-15,3-3-77 16,6-6-218-16,-20-3-285 16,-13-2-353-16</inkml:trace>
  <inkml:trace contextRef="#ctx0" brushRef="#br0" timeOffset="90483.47">29306 10367 1788 0,'0'0'928'16,"0"0"-762"-16,0 0-151 15,0 0-14-15,0 0-1 16,49 150 12-16,-53-84-27 16,-29 25 5-16,-1-18-324 15,12-15-647-15</inkml:trace>
  <inkml:trace contextRef="#ctx0" brushRef="#br0" timeOffset="90801.14">30354 10353 2221 0,'0'0'321'15,"0"0"-262"-15,0 0-59 16,0 0-21-16,0 0 21 16,0 0 26-16,-105 146 69 15,92-88-71-15,11-4-11 16,2-10-13-16,15-13 15 0,19-14-31 15,10-14 14 1,8-3-90-16,19-49-63 16,-13 2-362-16,-9-6-330 0</inkml:trace>
  <inkml:trace contextRef="#ctx0" brushRef="#br0" timeOffset="91687.56">30649 10055 1698 0,'0'0'799'16,"0"0"-681"-16,0 0-118 15,0 0-21-15,-14 130 21 16,3-59 85-16,7 8-44 16,-4-3 10-16,6-6-11 15,2-9-40-15,0-13 21 16,0-12-21-16,10-17-15 16,5-9 14-16,3-10-55 15,7 0 22-15,6-24-59 0,4-8-186 16,1-2 1-16,-5 3 85 15,-2 7 111-15,-4 7 82 16,-10 9 35-16,1 8 10 16,-3 0 53-16,5 3-25 15,5 4 5-15,0-3-14 16,11-4 45-16,4 0-21 16,0 0-82-16,-7-11 2 15,-8-4 7-15,-10 3-7 16,-13 2 21-16,0 8 58 15,-29 2-50-15,-13 4-13 16,-6 22-24-16,2 8 0 16,11 1 3-16,6-3 7 15,8-8 17-15,19-6-18 0,2-7 1 16,9-8-19-16,22-3 9 16,10-5-71-16,-4-18-128 15,5-5-142-15,-4-4-42 16,-9-1 40-16,-4 7 179 15,-11 4 164-15,-10 8 306 16,-4 10 275-16,0 4-358 16,0 4-179-16,0 19 103 15,-4 4-64-15,-6 1-1 16,6 1 30-16,4-9-54 16,0-4-25-16,0-6-20 15,6-6-4-15,10-4-18 16,7 0 2-16,4-9-71 0,1-9 7 15,-4-1-17-15,-1-2 59 16,-3 7 28-16,-9 7 2 16,-2 7 45-16,-5 0-33 15,-4 7-11-15,0 17 58 16,0 5-38-16,-2-1 0 16,-7-5 11-16,5-6-3 15,0-5 19-15,4-8-49 16,0-4 6-16,0 0 28 15,4 0-34-15,14-12-8 16,4-6-28-16,0-3-43 16,1 3 43-16,-8 4 15 0,-5 9 17 15,-6 2-17 1,-4 3 0-16,0 0-46 0,0 8 57 16,0 3 1-16,0-4 9 15,0-2 0-15,0-3 1 16,0-2 57-16,0 0-36 15,0 0-1-15,0 0-21 16,0 0-56-16,0 0-10 16,-2 2-111-16,-6-2-94 15,4 0-335-15</inkml:trace>
  <inkml:trace contextRef="#ctx0" brushRef="#br0" timeOffset="92001.43">31366 10546 1452 0,'0'0'698'16,"0"0"-532"-16,0 0-75 15,0 0-10-15,0 0-50 16,0 0 3-16,140-79-28 16,-106 79 3-16,-5 2-9 15,-4 19 0-15,-12 6 0 16,-5 6 5-16,-5 2 1 0,-3 2 5 16,0-4-11-16,0-2-11 15,-5-5 10-15,-1-6-188 16,-3-12-315-16</inkml:trace>
  <inkml:trace contextRef="#ctx0" brushRef="#br0" timeOffset="92233.35">31041 10020 1739 0,'0'0'481'16,"0"0"-370"-16,0 0 22 16,0 0-39-16,0 0 12 15,-62 134-11-15,66-98-58 16,25-5 10-16,11-8-47 16,29-18-9-16,-11-5-140 15,-2 0-443-15</inkml:trace>
  <inkml:trace contextRef="#ctx0" brushRef="#br0" timeOffset="92405.75">31522 10014 1506 0,'0'0'1022'0,"0"0"-914"16,0 0-97 0,0 0-2-16,0 0 18 0,0 0-14 15,138 103 35-15,-98-98-17 16,7-5-31-16,29 0-133 15,-16-16-161-15,-4-1-533 0</inkml:trace>
  <inkml:trace contextRef="#ctx0" brushRef="#br0" timeOffset="96429.52">25698 11594 684 0,'0'0'178'15,"0"0"30"-15,0 0-29 16,0 0-12-16,0 0 36 15,0 0-82-15,0 0-56 16,0-26 24-16,0 22-63 0,0 0-14 16,0 2-8-1,0-1 10-15,0 3-28 0,0 0 6 16,0 0 0-16,0-3-5 16,0 3 15-16,0 0-2 15,0 0 36-15,0 0-6 16,0 0 37-16,0 0-47 15,0 0-19-15,0 0 17 16,0 0-9-16,0 0 5 16,0 0 28-16,0 0-16 15,0 0 57-15,0 0-37 16,0 0-24-16,0 0 11 16,0 0-32-16,0 0 10 15,0 0-11-15,0 0 9 16,0 0-14-16,0 0 5 0,0 0 0 15,0 0-16 1,0 0-5-16,0 0-54 0,0 0-59 16,2 0-104-16,-2 0-102 0</inkml:trace>
  <inkml:trace contextRef="#ctx0" brushRef="#br0" timeOffset="97673.48">25673 11613 1315 0,'0'0'298'0,"0"0"-211"16,0 0-20-16,-127 46-1 15,82-7 48-15,-1 16 58 16,3 8-16-16,5 10 10 16,11 3-63-16,11-6-25 15,12-5 7-15,4-10-55 0,7-10-18 16,22-10 9-1,9-12-13-15,6-11-10 0,10-12 2 16,2 0-94-16,2-23 11 16,-2-10-59-16,-6-11-105 15,0-9 30-15,-8-7-80 16,-11-8 0-16,-4-3 52 16,-19-4 171-16,0 5 74 15,-8 7 220-15,0 13 126 16,-16 12-58-16,5 17-118 15,-1 14 19-15,1 7-108 16,-4 19-80-16,1 22 45 16,-1 22 41-16,6 13-21 15,-2 8 49-15,2 4-66 16,2-6 22-16,0-7-27 0,3-15-43 16,4-12 21-16,0-16-22 15,0-12 0-15,0-9-11 16,0-11 10-16,11 0 0 15,7-14-8-15,11-18-54 16,4-6-29-16,1-1-20 16,-7 5 50-16,-9 8 62 15,-5 13-6-15,1 13 6 16,-6 0 6-16,3 15 1 16,3 6 51-16,3 1-44 15,8-4-8-15,8-5 27 16,7-10-32-16,3-3 20 15,-1 0-21-15,-3-12-53 16,-13-3 29-16,-15-4-27 0,-11 4 7 16,0 2-14-16,-22 8 18 15,-14 5 40-15,-7 5 10 16,-1 27 2-16,2 8 62 16,6 8-23-16,12-3-5 15,8-5 40-15,14-9-40 16,2-6 14-16,0-9-38 15,27-10-14-15,8-6-16 16,10-3-1-16,6-24-125 16,-2-7-47-16,0-7-130 15,-11 0 3-15,-4 1-12 0,-12 4 52 16,-7 6 268 0,-8 12 146-16,-5 12 358 0,-2 6-353 15,0 11-132-15,0 19 156 16,0 8-31-16,-4 3-48 15,-5-3 13-15,7-6-45 16,0-5-45-16,2-15 5 16,0 0-23-16,0-12-1 15,0 0 0-15,13-7-12 16,5-17-35-16,11-10-84 16,4-4-79-16,3-1 14 15,-1 2 41-15,1 4 89 16,-9 13 66-16,-7 12 88 15,-5 8 30-15,-5 6-68 16,-8 20 83-16,-2 6 4 0,0 2-45 16,-4-8 36-1,-8-3-27-15,10-9-58 0,2-5-10 16,0-6-33-16,0-3 0 16,14 0 33-16,5 0-32 15,6 2-2-15,-3 2-8 16,-1 2-54-16,-13 4-26 15,-1 2-54-15,-7 2-35 16,0-7 2-16,-15-2-201 16,-6-5-1340-16</inkml:trace>
  <inkml:trace contextRef="#ctx0" brushRef="#br0" timeOffset="97887.52">26092 11640 1960 0,'0'0'259'16,"0"0"-185"-16,0 0 30 16,-22 128-45-16,30-94-12 15,26-5-23-15,9-9-24 16,21-11-16-16,-6-9-218 15,-7 0-578-15</inkml:trace>
  <inkml:trace contextRef="#ctx0" brushRef="#br0" timeOffset="98091.42">26444 11465 1737 0,'0'0'324'16,"0"0"-237"-16,0 0 7 15,0 0 63-15,62 136-35 16,-53-95-6-16,3-10-51 16,3-4-56-16,3-6 35 15,13-12-44-15,36-9-69 16,-7 0-111-16,0-12-512 0</inkml:trace>
  <inkml:trace contextRef="#ctx0" brushRef="#br0" timeOffset="98428.09">26999 11814 310 0,'0'0'1645'15,"0"0"-1440"-15,0 0-177 16,0 0-10-16,0 0 102 16,51 169-37-16,-46-91 30 15,-5 7-48-15,0-3-13 16,-18-2 6-16,-11-3-58 15,-4-7 16-15,-8-9-16 16,-3-8-18-16,-25-5-63 16,9-14-188-16,4-14-496 0</inkml:trace>
  <inkml:trace contextRef="#ctx0" brushRef="#br0" timeOffset="98749.08">24839 11976 1452 0,'0'0'492'0,"0"0"-380"16,0 0-25-1,-111 117 11-15,111-52 44 0,0 7-22 16,40 0-52-16,18 0-2 16,13-7-66-16,16-12-24 15,40-8-52-15,-15-20-164 16,-21-12-417-16</inkml:trace>
  <inkml:trace contextRef="#ctx0" brushRef="#br0" timeOffset="101671.98">27380 11407 1098 0,'0'0'665'0,"0"0"-470"15,0 0 87-15,0 0-89 16,0 0-91-16,0 0 31 16,0 0-74-16,0-29-18 15,0 29-41-15,-2 18 0 0,0 18 0 16,0 12 68-16,-5 8-35 16,2 4 15-16,1-4-42 15,-3-5-3-15,7-7-3 16,0-8 9-16,0-5-29 15,0-5-81-15,0-1-169 16,0-7-93-16,0-8-518 0</inkml:trace>
  <inkml:trace contextRef="#ctx0" brushRef="#br0" timeOffset="102325.3">27208 11662 1781 0,'0'0'219'0,"0"0"-188"16,0 0 2-16,135-40-20 0,-91 39 49 16,-1 1 34-16,-8 7-40 15,1 15 48-15,-14 7-18 16,-2 2-22-16,-4-1 20 16,-10-2-55-16,1-5-11 15,-3-7-17-15,6-4 17 16,-4-8-18-16,5-4 0 15,5 0-27-15,3-12-3 16,2-8-99-16,-3-4 12 16,-7 4 54-16,0 2 63 15,-8 7 8-15,-3 7 93 16,0 4-49-16,0 0-32 0,0 11 0 16,0 4 1-16,0 3 17 15,2-3-38-15,11-3 34 16,5-6-22-16,6-4-12 15,5-2 0-15,-2 0-24 16,-5-13-34-16,-1-2 2 16,-6-2-22-16,-9-1 43 15,2 2 5-15,-4 7 30 16,-4 0 74-16,2 9-35 16,-2 0-38-16,0 0-1 15,2 16 0-15,3 1 36 16,-3-2-36-16,6-3 7 15,2-5 11-15,1-7-16 0,3 0 10 16,1 0-12 0,-1-12-97-16,-1-6-41 0,-5-1 7 15,-1 3 8-15,0 4 103 16,0 8 20-16,-3 4 26 16,-2 12-10-16,0 24 107 15,-2 13 25-15,0 11-62 16,0 2-36-16,-13 1 20 15,-5-8-33-15,-1-8 2 16,-6-12-26-16,5-8-2 16,-5-8-22-16,8-8-15 15,3-11-144-15,1 0-304 16,3-12-1377-16</inkml:trace>
  <inkml:trace contextRef="#ctx0" brushRef="#br0" timeOffset="103195.58">28292 11659 1147 0,'0'0'383'15,"0"0"-264"-15,0 0-31 16,0 0-25-16,0 0-2 16,0 0-48-16,0 0-11 15,0 0 33-15,0 0 3 16,0 0 48-16,0-3 36 15,0-1-11-15,0 2 36 16,0 2-52-16,0 0-39 16,0 0-32-16,0 10-18 15,0 14-6-15,0 6 21 0,0 3-9 16,0-4-2-16,2-3-10 16,9-5 0-16,3-7-3 15,3-4 17-15,6-8-28 16,-3-2-12-16,5 0-95 15,-6-18 10-15,4-8-99 16,-9-4-43-16,-6-1 50 16,-1 1 98-16,-5 6 105 15,-2 7 186-15,0 12 115 16,0 5-92-16,0 14-170 16,0 25 7-16,0 13 86 15,-2 9-79-15,2 6 29 0,0-1-25 16,0-8-44-16,0-5 28 15,0-9-41-15,-2-8 0 16,-3-8-8-16,3-6-10 16,-2-8-97-16,2-14-100 15,2 0-274-15,-6-4-621 0</inkml:trace>
  <inkml:trace contextRef="#ctx0" brushRef="#br0" timeOffset="103443.07">28678 11215 1646 0,'0'0'821'0,"0"0"-821"16,0 0-31-16,0 0 19 16,0 0 11-16,-134 150-49 15,100-93-206-15,12-8-517 0</inkml:trace>
  <inkml:trace contextRef="#ctx0" brushRef="#br0" timeOffset="104959.84">29384 12322 1376 0,'0'0'382'15,"0"0"-77"-15,0 0 15 0,0 0-34 16,0 0-45-16,0 0-119 15,0 0-52-15,7-10-40 16,28 8-18-16,10 2 1 16,9-2-13-16,1 2-27 15,-1-3-5-15,8-2-158 16,-15-2-269-16,-13-2-260 0</inkml:trace>
  <inkml:trace contextRef="#ctx0" brushRef="#br0" timeOffset="105117.03">29904 12082 1595 0,'0'0'741'0,"0"0"-640"15,0 0-70-15,39 119 23 16,-39-60 17-16,0 7-44 16,-21 5 1-16,-24 22-28 15,1-19-235-15,3-16-514 0</inkml:trace>
  <inkml:trace contextRef="#ctx0" brushRef="#br0" timeOffset="105818.18">30784 11969 758 0,'0'0'111'0,"0"0"976"16,0 0-795-16,0 0-119 15,0 0-99-15,0 0-37 16,0 0-31-16,-143 54 6 16,103 6 83-16,9 8-31 15,13 3-10-15,14-7-5 16,4-10-40-16,11-9 31 15,25-18-40-15,10-10-21 16,10-14-24-16,4-3-132 16,21-42-87-16,-17-2-292 0,-12-9-681 0</inkml:trace>
  <inkml:trace contextRef="#ctx0" brushRef="#br0" timeOffset="106655.8">31072 11725 307 0,'0'0'1870'15,"0"0"-1695"-15,0 0-175 16,0 0 0-16,-36 152 72 16,16-78 35-16,4 0 0 15,8 1 1-15,-3-9-77 16,3-10-28-16,6-12 12 16,2-12-14-16,0-14-1 15,0-9 0-15,14-9-20 0,8 0 20 16,7-17-33-16,0-9-129 15,2-2 7-15,-4 2 26 16,-5 7 107-16,-3 14 21 16,-4 5 2-16,1 0 10 15,3 2 3-15,10 8-1 16,12-2 17-16,10-6-30 16,7-2 20-16,4-2-20 15,-2-14-74-15,-8-5-61 16,-12 2-47-16,-18 1 34 15,-15 4 148-15,-7 4 98 16,-13 10 88-16,-28 0-42 16,-3 17-46-16,-6 13 36 15,8 3-41-15,7 1 12 16,10-7 6-16,14-4-70 0,11-5-16 16,0-6-14-16,13-7 1 15,21-5-24-15,3 0-38 16,8-13-87-16,-3-9-65 15,1-4-74-15,-7 0 40 16,-9 2 56-16,-8 6 180 16,-7 8 11-16,-10 10 238 15,-2 0-133-15,0 15-30 16,-16 14 64-16,1 5-5 16,1-5-45-16,5-2-48 15,5-7 4-15,2-9-55 16,2-4-1-16,0-7 3 0,0 0-3 15,19-2 0-15,6-15-46 16,8-8-134-16,1-3-69 16,2 4-24-16,0 4 84 15,-14 8 125-15,0 10 64 16,-13 2 75-16,-4 12 25 16,-5 14 4-16,0 1 64 15,-7-6-62-15,0-3 14 16,0-8 5-16,3-4-101 15,4-6 7-15,0 0 12 16,11-2-10-16,16-14-33 16,2-2-118-16,8-1 60 15,0 8 57-15,-4 2-15 0,-6 9 16 16,-3 0 0-16,-10 11-6 16,-6 7-4-16,-1 5 2 15,-7-4 1-15,0 0-2 16,-13-11-89-16,-3-7-118 15,-8-1-385-15</inkml:trace>
  <inkml:trace contextRef="#ctx0" brushRef="#br0" timeOffset="106835.38">31607 11621 1197 0,'0'0'849'0,"0"0"-657"16,0 0-80-16,-61 140-14 0,59-99-36 16,2-4-14-16,9-13-48 15,20-10 0-15,29-14-26 16,-4-17-269-16,-12-12-651 0</inkml:trace>
  <inkml:trace contextRef="#ctx0" brushRef="#br0" timeOffset="107005.59">31872 11500 963 0,'0'0'1245'0,"0"0"-1122"15,0 0-3-15,0 0-44 16,56 106-11-16,-18-86 60 0,11-10-56 16,16-6-69-16,6-4 0 15,29-5-230-15,-22-15-150 16,-14 3-973-16</inkml:trace>
  <inkml:trace contextRef="#ctx0" brushRef="#br0" timeOffset="109933.45">25742 13491 671 0,'0'0'57'0,"0"0"-41"16,0 0 354-16,0 0-161 15,0 0-122-15,0 0-45 16,-13-104 125-16,10 88 24 16,3 2-8-16,-2 3 20 15,2 2-54-15,0 5-21 16,0 2-52-16,-5 2-51 15,5 0 0-15,-4 15-25 0,0 20 0 16,-7 17 70-16,1 14-12 16,4 6 33-16,-3 4-35 15,7-2-25-15,2-4 35 16,0-5-57-16,2-9 4 16,18-11-13-16,2-12 17 15,9-12-25-15,7-11 8 16,7-10-37-16,7-5 20 15,-6-21-108-15,1-9-32 16,-9-11-38-16,-11 0-58 16,-12-3 97-16,-15 7 62 15,0 12 94-15,-9 12 159 16,-11 15 9-16,-2 3-50 16,2 12 4-16,2 19 3 15,7 5-22-15,11 1-54 0,0-6-29 16,16-3 10-16,13-6-30 15,11-8 0-15,4-5-42 16,3-9-113-16,9-2-68 16,-14-16-314-16,-11-5-788 0</inkml:trace>
  <inkml:trace contextRef="#ctx0" brushRef="#br0" timeOffset="110131.29">26085 13387 1224 0,'0'0'810'0,"0"0"-543"0,0 0-156 15,0 0-82-15,0 0 26 16,0 0-30-16,0 0-16 16,93-38 1-16,-85 72-10 15,-8 6-13-15,0 8-30 16,-14-11-193-16,-1-11-490 0</inkml:trace>
  <inkml:trace contextRef="#ctx0" brushRef="#br0" timeOffset="110433.13">26643 13309 1702 0,'0'0'760'16,"0"0"-666"-16,0 0-40 16,0 0-54-16,0 0 22 15,75 156 44-15,-75-78-32 16,0 3 15-16,-27 0-32 15,-6-2-7-15,-9-3 1 16,-5-7-11-16,-9-6-76 0,-40 6-97 16,14-17-315-1,4-16-529-15</inkml:trace>
  <inkml:trace contextRef="#ctx0" brushRef="#br0" timeOffset="110673.43">25127 13525 825 0,'0'0'928'0,"0"0"-749"16,0 0-86-16,-145 62 88 15,132 10 10-15,13 7-39 16,2 11-35-16,40 4-65 0,18-15-5 15,36 7-47-15,33-14-27 16,36-31-67-16,-22-16-168 16,-23-25-519-16</inkml:trace>
  <inkml:trace contextRef="#ctx0" brushRef="#br0" timeOffset="111507.23">27002 12948 535 0,'0'0'1111'0,"0"0"-785"16,0 0-6-16,0 0-140 15,0 0-142-15,0 0-3 16,0 0 0-16,-74 132 55 16,61-48 39-16,11 6-75 15,2-3-2-15,0-13-20 16,10-13-31-16,11-12 28 16,8-15-29-16,2-13 0 15,9-12-1-15,0-9 1 16,-3 0-36-16,2-16-51 15,-8-16-92-15,-14-6 2 0,-9-6-69 16,-8 0 38 0,-3 8 208-16,-17 14 34 0,0 16 114 15,3 6-70-15,3 18-38 16,1 17 50-16,13 4-48 16,0-3-24-16,4-4 7 15,23-6-25-15,26-12-40 16,-8-8-98-16,-3-6-370 0</inkml:trace>
  <inkml:trace contextRef="#ctx0" brushRef="#br0" timeOffset="111723.73">27331 12974 660 0,'0'0'1340'0,"0"0"-1042"16,0 0-190-16,0 0-106 16,0 0 17-16,0 0 18 15,114 40-23-15,-108 1 19 16,-6 5-33-16,-8 21-31 16,-21-13-177-16,2-10-598 0</inkml:trace>
  <inkml:trace contextRef="#ctx0" brushRef="#br0" timeOffset="112223.83">29162 13992 625 0,'0'0'45'16,"0"0"1049"-16,0 0-734 15,0 0-95-15,0 0 69 16,0 0-116-16,0 0-80 15,-70-63-39-15,70 60-81 0,20 1-6 16,20 0-12-16,14 2-1 16,10-1-19-16,8-2-13 15,-1-1-33-15,-4-4-59 16,7-10-334-16,-19 2-75 16,-14-2-245-16</inkml:trace>
  <inkml:trace contextRef="#ctx0" brushRef="#br0" timeOffset="112368.99">29692 13708 801 0,'0'0'497'16,"0"0"493"-16,0 0-780 16,0 0-124-16,0 0-53 15,0 0 17-15,0 0 35 16,87 117-70-16,-87-64 12 0,-9 1-27 16,-22 4-27-1,-23 11-113-15,7-18-231 0,7-14-552 0</inkml:trace>
  <inkml:trace contextRef="#ctx0" brushRef="#br0" timeOffset="113043.47">30925 13050 937 0,'0'0'1204'0,"0"0"-992"16,0 0-71-16,0 0-112 15,0 0-17-15,0 0 16 16,-81 150 84-16,57-45 25 16,6-6-22-16,11-10-68 15,7-27 13-15,0 2-43 16,20-1-11-16,5-17 11 16,8-15-17-16,7-11-1 15,3-13 0-15,3-7-54 16,2-4-5-16,-6-24-119 15,-11-8-93-15,-11-7-67 16,-9 1-21-16,-11 9 360 16,0 11 3-16,-17 19 241 15,-12 3-91-15,-5 29 37 0,5 10-17 16,9 9-30-16,16 1-86 16,4-5 9-16,17-6-14 15,24-9-49-15,7-8-3 16,10-10-10-16,2-11-135 15,12-5-77-15,-17-15-276 16,-12-6-466-16</inkml:trace>
  <inkml:trace contextRef="#ctx0" brushRef="#br0" timeOffset="113211.29">31436 13032 1996 0,'0'0'349'0,"0"0"-227"16,0 0-49-16,0 0-56 16,117 57 13-16,-112-10-30 15,-5 15 0-15,-58 31-22 16,-2-13-360-16,-5-10-1468 0</inkml:trace>
  <inkml:trace contextRef="#ctx0" brushRef="#br0" timeOffset="114131.25">25813 15041 932 0,'0'0'81'15,"0"0"676"-15,0 0-552 16,0 0-69-16,0 0 24 16,0 0-66-16,0 0-45 15,-15 34 57-15,1 24 17 16,5 13 14-16,5 13-62 15,4 2-39-15,0-2 39 0,13-5-66 16,7-13 12 0,9-15 12-16,5-12-32 0,1-17 23 15,10-12-24-15,4-10 9 16,-4-2-28-16,1-26-5 16,-5-10-30-16,-10-11-53 15,-14-4-98-15,-7-3-15 16,-10 3 25-16,0 11 56 15,-23 14 139-15,3 18 120 16,3 10-67-16,-2 12 11 16,11 19 22-16,6 8 25 15,2 3-47-15,2-3-22 0,19-7 16 16,6-2-58 0,10-13 0-16,-6-6-66 0,11-11-108 15,-11-2-144-15,-6-14-543 0</inkml:trace>
  <inkml:trace contextRef="#ctx0" brushRef="#br0" timeOffset="114314.59">26226 14959 1094 0,'0'0'997'15,"0"0"-726"-15,0 0-205 16,0 0-59-16,0 0 38 0,0 0-45 15,95 110 7 1,-95-66-7-16,-6 11-18 0,-10-15-228 16,-6-10-702-16</inkml:trace>
  <inkml:trace contextRef="#ctx0" brushRef="#br0" timeOffset="114566">26593 14999 1685 0,'0'0'283'0,"0"0"-143"16,48 105-22-16,-33-41 44 0,1 10-44 15,-12 4-21 1,-4 6 25-16,0 2-80 0,-20 1 0 15,-9-7-32-15,-9-4 2 16,-2-12-24-16,-9-8-56 16,-32-3-139-16,12-15-136 15,5-16-273-15</inkml:trace>
  <inkml:trace contextRef="#ctx0" brushRef="#br0" timeOffset="114765.27">25331 15316 1443 0,'0'0'854'0,"0"0"-804"15,0 0-34-15,-91 125 70 16,84-54 21-16,7 5 7 16,21 1-73-16,23-7-33 15,16-3-8-15,29-14-2 16,48-17-106-16,-19-19-133 15,-7-17-617-15</inkml:trace>
  <inkml:trace contextRef="#ctx0" brushRef="#br0" timeOffset="117543.43">26886 14650 626 0,'0'0'60'15,"0"0"-35"-15,0 0 131 16,0 0 589-16,0 0-557 15,0 0-108-15,0 0 14 16,0 0-12-16,0 0-44 16,-2 4-26-16,-4-4-3 15,6 0-8-15,0 2-1 16,0-2 0-16,0 0-6 0,0 0 7 16,0 0-2-1,0 0 1-15,0 0-11 0,0 0-1 16,8-2 10-16,-6-2 2 15,0-1 6-15,-2 5 2 16,0 0 53-16,0 0 16 16,0 0-50-16,-16 5 12 15,-1 17-39-15,-12 13 0 16,2 7 28-16,0 11-7 16,9 6 35-16,5-2 5 15,6 0-32-15,7-9 6 16,5-10-35-16,19-16-12 15,14-16 6-15,31-17-117 16,-11-21-231-16,-2-11-692 0</inkml:trace>
  <inkml:trace contextRef="#ctx0" brushRef="#br0" timeOffset="118011.19">27146 14404 780 0,'0'0'197'16,"0"0"456"-16,0 0-516 15,0 0-102-15,0 0 94 16,-42 146 35-16,33-82-61 16,0 6 21-16,2 4-72 15,1-6-28-15,-1-7 14 16,7-7-37-16,0-19 15 16,0-12-16-16,0-14-3 15,7-9-7-15,8 0-8 0,3 0 1 16,5-14-12-16,-8-1-36 15,3 3 57-15,-1 4 8 16,4 4-11-16,1 2-2 16,3 2 13-16,4 0 0 15,4 0-7-15,3-8 6 16,6-4 1-16,-7-8 0 16,2-6-114-16,-11 0-25 15,-10 2-5-15,-12 3 84 16,-4 12 60-16,-4 9 115 15,-30 0-48-15,-3 27 49 16,-8 14-16-16,-2 7 8 16,9 0-49-16,9-4-13 15,14-12-7-15,10-8-32 0,5-9 19 16,11-12-26-16,20-3 7 16,9-6-19-16,5-20-98 15,20-34-159-15,-18 8-235 16,-7-1-257-16</inkml:trace>
  <inkml:trace contextRef="#ctx0" brushRef="#br0" timeOffset="118378.76">27607 14776 709 0,'0'0'821'16,"0"0"-611"-16,0 0-134 15,0 0 84-15,0 0 4 16,-28 128-36-16,23-96-46 16,5-9 2-16,0-6-68 15,0-5-1-15,2-6-10 16,12-6 10-16,6 0-30 0,4-21 7 15,3-7-100-15,0-4-47 16,0 0-26-16,-7 6 93 16,-5 8 88-16,-6 14 9 15,-6 4 32-15,-3 6 17 16,0 20 42-16,0 4 15 16,-5-2-49-16,-6-6 6 15,4-5 8-15,5-12-72 16,2-5 18-16,0 0-26 15,7 0 11-15,8-10-22 16,12-6 3-16,-5 2-36 16,3 3 19-16,0 11 3 15,-8 0 15-15,-1 11 1 0,-3 12 6 16,-1 9-9-16,-10-6 9 16,-2 3-9-16,0-9-70 15,0-11-111-15,-16-6-192 16,1-3-1268-16</inkml:trace>
  <inkml:trace contextRef="#ctx0" brushRef="#br0" timeOffset="118570.9">27490 14359 798 0,'0'0'1366'0,"0"0"-1224"15,0 0-86-15,-54 105-25 16,48-69 25-16,6-10-32 0,0-9-15 16,8-10-18-16,28-16-69 15,-3-16-221-15,-4-9-871 0</inkml:trace>
  <inkml:trace contextRef="#ctx0" brushRef="#br0" timeOffset="118696.55">27490 14359 796 0,'77'32'1278'15,"-70"-10"-1112"-15,9 15-104 16,11 1-29-16,15-2-33 16,65-12-19-16,-7-11-263 0,5-12-431 15</inkml:trace>
  <inkml:trace contextRef="#ctx0" brushRef="#br0" timeOffset="119059.35">29006 15441 142 0,'0'0'1605'15,"0"0"-1362"-15,0 0 56 16,0 0 48-16,0 0-111 16,0 0-73-16,0 0-100 15,21-46-47-15,27 43-7 16,2 1-8-16,16 2-1 15,-2 0 0-15,1 0-26 16,-3 0 10-16,-6-2-137 16,-2-8-178-16,-12 2-203 15,-20-5-265-15</inkml:trace>
  <inkml:trace contextRef="#ctx0" brushRef="#br0" timeOffset="119209.56">29632 15159 712 0,'0'0'1232'0,"0"0"-629"15,0 0-567-15,0 0-1 16,0 0-33-16,76 153 35 16,-76-91 1-16,-4 5-29 15,-29 8 11-15,-19 24-20 16,-2-21-207-16,9-15-305 0</inkml:trace>
  <inkml:trace contextRef="#ctx0" brushRef="#br0" timeOffset="119583.93">30724 15270 1487 0,'0'0'944'0,"0"0"-786"15,0 0-127-15,0 0-31 0,0 0 12 16,0 0 8 0,0 0-2-16,-127 55 82 0,89 15-36 15,7 5 6-15,13-2-45 16,14-11-25-16,4-16 13 15,18-17-13-15,17-14 0 16,12-15 0-16,6-6-41 16,8-29-91-16,-3-12-65 15,13-48-112-15,-20 13-58 16,-11 2-267-16</inkml:trace>
  <inkml:trace contextRef="#ctx0" brushRef="#br0" timeOffset="120036.72">30998 14901 872 0,'0'0'1049'0,"0"0"-525"15,0 0-393-15,0 0-110 16,0 0-14-16,0 0 21 0,-77 168 68 16,58-86-31-1,3 5-17-15,8-7 16 0,-1-8-53 16,5-12 13-16,4-13-24 16,0-18 15-16,2-10-15 15,11-14 0-15,5-5-9 16,5 0-4-16,6-16-16 15,-6-3-71-15,-2-2 18 16,-8 7 82-16,-6 7 6 16,-5 7 35-16,3 0-13 15,-5 0-25-15,6 11 4 16,5 4-7-16,14 1 3 16,6-7 3-16,16-7 22 15,11-2-28-15,7-6-23 16,1-15 8-16,-3-5-52 0,-14-1 46 15,-16 3 21-15,-15 8 0 16,-15 5 18-16,-3 11 67 16,-29 0-53-16,-16 11-10 15,-7 19-22-15,4 9 43 16,-4 5-2-16,19-2-29 16,6-7 26-16,16 0-38 15,11-12-12-15,0-11 5 16,23-5-65-16,10-7 5 15,7-4-81-15,22-38-207 16,-8 3-273-16,-10 1-116 0</inkml:trace>
  <inkml:trace contextRef="#ctx0" brushRef="#br0" timeOffset="120420.1">31536 15454 320 0,'0'0'1173'0,"0"0"-619"16,0 0-478-16,0 0 61 16,0 0-12-16,0 0-15 15,-77 116 22-15,69-93-46 16,8-9-39-16,0-6-32 15,0-6-5-15,16-2-1 16,10 0-9-16,10-12-9 16,4-9-7-16,-2 2-53 15,-7 1 54-15,-4 5 15 16,-14 8 0-16,-6 5-11 16,-7 0 20-16,0 14-9 15,-2 8 31-15,-10-3-1 0,1-2 13 16,7-7-29-16,4-8-7 15,0-2 35-15,19 0-22 16,24-17-20-16,11-6-21 16,11-3-51-16,-7 3 15 15,-3 6 41-15,-10 7 14 16,-12 7-5-16,-8 3 7 16,-12 10 0-16,-6 16-6 15,-7 5 16-15,0 4-7 16,-12-4-3-16,-3-7-15 15,-3-10-11-15,-2-14-123 16,0 0-128-16,2-6-518 0</inkml:trace>
  <inkml:trace contextRef="#ctx0" brushRef="#br0" timeOffset="120590.9">31399 14930 1681 0,'0'0'663'16,"0"0"-663"-16,0 0 0 16,0 0 70-16,-55 136 12 15,55-105-47-15,7-4-35 16,37-14 0-16,-1-9-90 16,-1-4-283-16</inkml:trace>
  <inkml:trace contextRef="#ctx0" brushRef="#br0" timeOffset="120772.21">31631 14846 519 0,'0'0'1593'0,"0"0"-1343"15,0 0-167-15,0 0-62 16,29 113 40-16,-2-78 59 16,9-9-38-16,13-5-12 15,16-8-65-15,6-8-5 16,32-5-160-16,-19 0-369 15,-10 0-1158-15</inkml:trace>
  <inkml:trace contextRef="#ctx0" brushRef="#br0" timeOffset="120883.67">32410 15420 995 0,'0'0'1979'0,"0"0"-1979"15,0 0-157-15,0 0-27 16,0 0-27-16,0 0-288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17:06.16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14692 6007 652 0,'0'0'87'15,"0"0"-80"-15,0 0 16 16,0 0 205-16,0 0 101 0,0 0-143 16,18 0-112-16,-18 0-55 15,0 0 20-15,0 0 25 16,0 0-24-16,0 0 14 16,2-1 28-16,3-6-9 15,-1 1 4-15,-2-2 9 16,-2 2 18-16,0-2-3 15,0 3-8-15,0-2-1 16,0 1 1-16,0 0-7 16,0 5-10-16,0-1-3 15,-2 2-12-15,-9 0-16 16,-3 0-43-16,-1 17 7 16,-1 5-9-16,5 6 10 15,9 2-2-15,2-4-8 0,7-1 0 16,22-9-1-1,6-11-50-15,36-8-113 0,-11-21-165 16,-2-9-732-16</inkml:trace>
  <inkml:trace contextRef="#ctx0" brushRef="#br0" timeOffset="190.98">15074 5699 1520 0,'0'0'290'16,"0"0"-161"-16,0 0 81 0,-27 117-32 16,17-66-43-16,4 3-19 15,-1 3-86-15,7-3-24 16,0-4-6-16,0 0-171 16,0-11-212-16,0-16-817 0</inkml:trace>
  <inkml:trace contextRef="#ctx0" brushRef="#br0" timeOffset="786.83">15234 5891 1899 0,'0'0'335'15,"0"0"-240"-15,0 0-86 16,0 0 77-16,0 102 28 16,0-57 13-16,0-4-41 15,0-4-28-15,0-8-57 16,0-8 13-16,0-9-14 15,0-10-5-15,2-2-8 16,11-9-66-16,3-20-54 0,4-9-87 16,4-6-77-1,3 1 54-15,-2 9 118 0,-5 14 125 16,-5 15 133-16,-3 5-13 16,-6 20 54-16,-1 16 7 15,-5 5-50-15,0 3-21 16,0-1-13-16,0-9-34 15,0-7 7-15,0-14-69 16,0-7 0-16,0-6 8 16,0 0-9-16,0-19-34 15,8-13-200-15,13-9 30 16,-1-3-63-16,8-1 17 16,-1 8 17-16,0 8 233 15,-2 13 36-15,-5 12 230 0,-5 4-30 16,1 12-61-16,-3 16-4 15,-1 5-72-15,-8 3-6 16,5-1-40-16,-5-1-47 16,-4 1-6-16,0-7-13 15,0-8-198-15,0-12-652 0</inkml:trace>
  <inkml:trace contextRef="#ctx0" brushRef="#br0" timeOffset="949.33">16077 5993 776 0,'0'0'1734'15,"0"0"-1249"-15,0 0-448 16,0 0-37-16,0 0-16 16,0 0-89-16,0 0-198 15,-77 91-567-15</inkml:trace>
  <inkml:trace contextRef="#ctx0" brushRef="#br0" timeOffset="1159.83">14808 6414 2503 0,'0'0'536'0,"0"0"-447"15,0 0-29-15,0 0-28 0,0 0-20 16,154-105 1-16,-63 91-13 16,11 11-27-16,48 7-7 15,-45 22-222-15,-5-2-430 0</inkml:trace>
  <inkml:trace contextRef="#ctx0" brushRef="#br0" timeOffset="2793.29">16825 5166 616 0,'0'0'194'16,"0"0"-194"-16,0 0 676 15,0 0-404-15,0 0-51 16,0 0-11-16,0 0-84 15,-116 4-18-15,101 17-30 16,-1 13-5-16,7 8 26 0,3 13-55 16,1 11 32-16,5 8 11 15,0 9-51-15,11 1 13 16,7-1-35-16,2-2 4 16,-2-3 12-16,-5-8-29 15,1-7-1-15,-10-7 0 16,3-10 12-16,-5-12-8 15,-2-6-4-15,0-10 1 16,0-8 0-16,-9-3 1 16,-7-2-4-16,-1-5-39 15,-12 0-139-15,4 0-162 16,-2 0-534-16</inkml:trace>
  <inkml:trace contextRef="#ctx0" brushRef="#br0" timeOffset="3144.23">16654 6367 886 0,'0'0'1152'0,"0"0"-839"16,0 0-198-16,0 0-58 15,0 0 11-15,-139 42 44 16,108-14 3-16,9-3-63 15,11-2-35-15,11-8-6 16,0-8-11-16,18-7-59 16,22-8-14-16,6-20-118 15,1-8-93-15,3-3-76 0,-17 1 1 16,-6 6 177 0,-12 10 182-16,-6 14 295 0,-9 8 31 15,0 2-130-15,0 28-26 16,-9 7-83-16,3 2-44 15,6-1 6-15,0-4-49 16,6-11 0-16,34-23-69 16,-7 0-161-16,6-20-505 0</inkml:trace>
  <inkml:trace contextRef="#ctx0" brushRef="#br0" timeOffset="4232.51">16874 4965 1465 0,'0'0'574'0,"0"0"-388"16,0 0-47-16,0 0-68 15,0 0 20-15,0 0 81 0,0 0-85 16,-2-54-48-16,13 57-23 16,1 24 7-16,-6 13 53 15,1 8-25-15,-7 4-24 16,0 0 17-16,0-10-38 16,0-9-1-16,0-13-5 15,0-13 6-15,0-7-23 16,6-2 7-16,15-25-69 15,-1-13-162-15,6-13-28 16,-8-5-15-16,-2-2 3 16,-3 6-223-16,-6 13 504 15,-5 22 62-15,-2 19 291 16,0 5-111-16,0 34 5 16,-9 12-86-16,9 10-31 0,0 3-27 15,0-3-30-15,15-6-73 16,39-5-14-16,-9-12-151 15,-1-18-375-15</inkml:trace>
  <inkml:trace contextRef="#ctx0" brushRef="#br0" timeOffset="5084.09">17255 5854 677 0,'0'0'1285'0,"0"0"-921"0,0 0-248 16,0 0-66-16,0 0-50 15,0 0-15-15,130-107-16 16,-77 59-89-16,-4-5-65 16,-4 2-108-16,-9-2-196 15,-19 7 272-15,-13 8 217 16,-4 6 69-16,-6 15 167 15,-21 6 19-15,-2 11-20 16,3 4-103-16,4 28-10 16,-1 16 20-16,8 18-50 15,3 13 8-15,10 9 20 16,2 4-33-16,0-2 19 16,0-2-60-16,0-6-6 15,0-9-17-15,0-13-14 0,0-10-9 16,-13-12 4-16,-7-12 4 15,-3-12 8-15,-2-12-15 16,6-2 13-16,5-18 13 16,10-19-27-16,4-16 0 15,4-7 0-15,27-6-34 16,12-1-4-16,11 8-132 16,19-14-80-16,-13 18-124 15,-6 12-690-15</inkml:trace>
  <inkml:trace contextRef="#ctx0" brushRef="#br0" timeOffset="31861.06">17757 5434 593 0,'0'0'609'0,"0"0"-481"16,0 0-22-16,0 0 0 15,0 0-19-15,0 0-36 16,0 0-26-16,15-54 54 16,-7 49-30-16,-4 4 29 15,-4-1 32-15,2 2-10 16,-2 0 0-16,0 0-29 16,0 0-6-16,0 0-39 15,0 0-26-15,0 2 0 16,0 7 12-16,0 6 0 15,-11 8 43-15,-7 6 12 0,-7 9 22 16,3 6 20-16,0 5-54 16,4 2-7-16,5-3 9 15,13-2-43-15,0-5 1 16,2-5-6-16,25-6 0 16,2-4-18-16,9-8-4 15,-3-4-42-15,3-8-57 16,7-6-124-16,-7 0-157 15,-9-2-499-15</inkml:trace>
  <inkml:trace contextRef="#ctx0" brushRef="#br0" timeOffset="32092.65">18052 5522 1109 0,'0'0'909'0,"0"0"-668"16,0 0-189-16,0 0-22 16,0 0 88-16,-29 139-27 15,19-79 12-15,1 6-15 16,5-2-75-16,2-3 18 16,0-10-31-16,2-7-2 15,0-10-91-15,0-13-111 16,0-9-138-16,2-12-417 0</inkml:trace>
  <inkml:trace contextRef="#ctx0" brushRef="#br0" timeOffset="32250.81">17857 5835 1726 0,'0'0'542'0,"0"0"-448"15,0 0-58-15,0 0-3 16,152-7-24-16,-107 7-1 15,1 0-16-15,10 0-21 16,-13 0-259-16,-12 0-403 0</inkml:trace>
  <inkml:trace contextRef="#ctx0" brushRef="#br0" timeOffset="32446.41">18341 5490 1802 0,'0'0'328'0,"0"0"-161"16,0 0-55-16,14 149-27 16,-14-85 9-16,-12 3-44 15,-1 0-50-15,-7-4 28 16,-3-4-28-16,6 3-76 16,-1-16-167-16,7-17-343 0</inkml:trace>
  <inkml:trace contextRef="#ctx0" brushRef="#br0" timeOffset="32694.28">18588 5691 1498 0,'0'0'275'0,"0"0"-197"15,0 0 33-15,0 0 36 16,0 0-4-16,-113 84-17 16,106-46-58-16,0-2-49 15,7 1 2-15,0-11-21 16,12-6 0-16,12-15-35 0,14-10-86 16,0-20-129-1,-9-7-393-15</inkml:trace>
  <inkml:trace contextRef="#ctx0" brushRef="#br0" timeOffset="32865.21">18646 5320 1564 0,'0'0'716'0,"0"0"-578"16,0 0-82-16,-27 108 1 16,21-42 62-16,4 9-21 15,2 1-14-15,0-2 35 16,0-2-98-16,8-9-4 15,15-8-17-15</inkml:trace>
  <inkml:trace contextRef="#ctx0" brushRef="#br0" timeOffset="35540.08">19061 5370 396 0,'0'0'306'0,"0"0"-4"16,0 0 263-16,0 0-438 16,0 0-48-16,0 0-51 15,7-2 70-15,-7 0 4 16,0 2-27-16,0 0 10 15,0 0-45-15,0 0 34 16,0 0 39-16,0 0-45 16,0 0 2-16,0 0-17 0,0 0-35 15,0 17 25-15,-11 21-35 16,-7 13 47-16,-2 15 6 16,2 13-36-16,2 3 25 15,3-4-14-15,2-4-36 16,9-9 27-16,2-11-27 15,0-10 0-15,0-8-2 16,13-11-7-16,5-8-43 16,6-10-72-16,12-7-92 15,-8-9-96-15,-3-14-574 0</inkml:trace>
  <inkml:trace contextRef="#ctx0" brushRef="#br0" timeOffset="35697.4">18789 5738 795 0,'0'0'1218'16,"0"0"-742"-16,0 0-372 15,0 0-103-15,0 0 4 16,0 0 34-16,127 23-39 16,-51-21-11-16,-9 0-167 15,-9-2-522-15</inkml:trace>
  <inkml:trace contextRef="#ctx0" brushRef="#br0" timeOffset="36416.82">19505 5811 1906 0,'0'0'632'0,"0"0"-385"16,0 0-102-16,0 0-25 15,0 0-45-15,0 0-44 0,0 0-5 16,42-6-26-16,-6-3 0 16,-3 4-29-16,5 3-59 15,-9 2-57-15,-11 0-376 16,-14 0-380-16</inkml:trace>
  <inkml:trace contextRef="#ctx0" brushRef="#br0" timeOffset="36545.37">19533 5966 1124 0,'0'0'1148'0,"0"0"-929"16,0 0-151-16,0 0-54 15,0 0 10-15,161-37-24 16,-114 28-58-16,-14-2-310 0</inkml:trace>
  <inkml:trace contextRef="#ctx0" brushRef="#br0" timeOffset="38534.75">20409 5438 1258 0,'0'0'280'0,"0"0"-114"0,0 0-47 16,0 0-49-16,0 0 31 16,0 0-60-16,0 0-18 15,-10-12-2-15,10 12-20 16,0-2 36-16,0 2 7 15,0 0 3-15,0 0 49 16,0 0-53-16,0 0 24 16,0 0 9-16,0 0-39 15,0 0 19-15,0 0-56 16,0 0 11-16,-5 18-23 16,3 16 13-16,0 15-1 15,0 7 42-15,0 5-15 16,-6 0 32-16,6-6-53 0,2-4 2 15,0-9 2-15,0-7-9 16,0-9-1-16,0-9 0 16,2-7-132-16,10-10-79 15,-1-5-95-15,-7-16-219 0</inkml:trace>
  <inkml:trace contextRef="#ctx0" brushRef="#br0" timeOffset="38722.42">20301 5386 1684 0,'0'0'376'15,"0"0"-276"-15,0 0 5 0,142-8-27 16,-84 8-56 0,2 0 11-16,-6 0-26 0,-7 12-7 15,-16 7-25-15,-24 16-154 16,-7-3-100-16,-11-2-324 0</inkml:trace>
  <inkml:trace contextRef="#ctx0" brushRef="#br0" timeOffset="38859.01">20231 5724 1729 0,'0'0'519'0,"0"0"-454"16,0 0 10-16,0 0 71 15,0 0-2-15,139 9-104 16,-77-9-40-16,25 0-28 15,-16-2-171-15,-9-7-343 0</inkml:trace>
  <inkml:trace contextRef="#ctx0" brushRef="#br0" timeOffset="39104.25">21030 5358 1743 0,'0'0'539'16,"0"0"-429"-16,0 0-45 16,0 0-43-16,-127 86 66 15,88-28 70-15,8 6-84 16,9 2-20-16,13-3-40 0,9-9-1 16,0-7-7-16,9-12-6 15,17-7-39-15,11-8-59 16,9-18-96-16,-1-2-91 15,-7 0-483-15</inkml:trace>
  <inkml:trace contextRef="#ctx0" brushRef="#br0" timeOffset="39652.25">21455 5442 1187 0,'0'0'751'16,"0"0"-554"-16,0 0-32 15,0 0-65-15,0 0 29 16,107 132-37-16,-91-77-4 15,-7 1-17-15,-7 0-71 16,-2-1 11-16,-9-2-11 0,-13-2-9 16,-25-2-122-16,11-10-217 15,5-13-754-15</inkml:trace>
  <inkml:trace contextRef="#ctx0" brushRef="#br0" timeOffset="54473.18">21263 5386 666 0,'0'0'124'15,"0"0"-104"-15,0 0 672 0,0 0-455 16,0 0-99 0,0 0 71-16,3 12-17 0,-3-12-47 15,0 0-4-15,0 0-39 16,0 0-20-16,0 0-24 15,0 0-46-15,0 0 39 16,0 0-23-16,0 0-12 16,0 0 32-16,0 0-46 15,0 0 23-15,0 0 5 16,0 0-24-16,0 0 37 16,0 0-43-16,0 0 1 15,0 0-4-15,0 0 3 16,0 0 0-16,0 2 0 15,0 19-8-15,-3 18 7 16,-10 12 1-16,7 11 0 0,-3 4-16 16,-1-2 17-16,8-4-1 15,2-10 0-15,0-6 10 16,0-10-13-16,0-5 3 16,7-10-49-16,0-7-51 15,10-12-179-15,2 0-62 16,-6 0-269-16</inkml:trace>
  <inkml:trace contextRef="#ctx0" brushRef="#br0" timeOffset="54628.99">20996 5743 1905 0,'0'0'535'15,"0"0"-361"1,0 0-94-16,0 0-59 0,0 0 5 15,127-26-26-15,-44 13-109 16,-12 1-206-16,-13-2-962 0</inkml:trace>
  <inkml:trace contextRef="#ctx0" brushRef="#br0" timeOffset="55160.15">21778 5157 1888 0,'0'0'318'0,"0"0"-204"15,0 0-75-15,0 0 41 16,0 0-14-16,0 0-57 16,0 102 188-16,-2-32-69 15,-5 27-40-15,5-7 22 16,-2 4-58-16,4-1-24 15,-4-17 5-15,-1 6-21 16,5-4-12-16,0-6 0 16,0-8-21-16,0-9-15 0,11-9-186 15,2-16-351-15,-3-14-736 0</inkml:trace>
  <inkml:trace contextRef="#ctx0" brushRef="#br0" timeOffset="56145.83">22209 6041 1783 0,'0'0'525'15,"0"0"-356"-15,0 0 11 0,0 0-110 16,0 0 12-16,0 0-61 16,-134 9-2-16,94 23 24 15,2 6-20-15,7 4 14 16,11-1-6-16,4-6-30 15,7-5 28-15,9-10-29 16,0-8-7-16,16-8 6 16,13-4-52-16,9-8 2 15,-1-20-160-15,1-4 5 16,-5-6 107-16,-4 4 19 16,-6 6 58-16,-9 8 22 15,-8 10 19-15,-1 10 70 0,-5 0-15 16,0 24-40-1,0 12 92-15,0 6-53 0,0 2-44 16,0-1-29-16,4-4-18 16,10-10-179-16,-3-13-358 0</inkml:trace>
  <inkml:trace contextRef="#ctx0" brushRef="#br0" timeOffset="56848.78">22106 5095 1422 0,'0'0'321'0,"0"0"-210"16,0 0-10-16,0 0-39 15,0 0-8-15,0 0 58 16,0 0-62-16,87-3 14 15,-76 30 34-15,-8 11-23 16,-3 4 26-16,0 1-22 16,0-3-33-16,-12-6 20 15,6-10-57-15,-3-8-8 16,7-9 4-16,2-7 8 0,0 0-26 16,0-26-38-16,11-13-253 15,9-14 73-15,4-8-78 16,-4 1-65-16,-4 5 207 15,-3 17 167-15,-11 20 357 16,-2 18-63-16,0 4-189 16,-8 32 143-16,-8 10-88 15,5 10-23-15,2 0-2 16,9 3-95-16,0-7-6 16,24-6-34-16,10-5-25 15,29-12-96-15,-15-9-166 16,-3-11-503-16</inkml:trace>
  <inkml:trace contextRef="#ctx0" brushRef="#br0" timeOffset="57324.47">22608 5632 985 0,'0'0'1111'0,"0"0"-803"0,0 0-91 16,0 0-99 0,0 0-39-16,0 0 11 0,0 0-42 15,91 4-5-15,-53 1-43 16,-7-4-10-16,-4 6 10 16,-14 5-214-16,-6-2-155 15,-7-1-510-15</inkml:trace>
  <inkml:trace contextRef="#ctx0" brushRef="#br0" timeOffset="57451.14">22610 5828 1652 0,'0'0'774'15,"0"0"-588"-15,0 0-78 16,0 0-47-16,116 0-2 0,-74 0-59 16,14-12-10-1,-12 1-232-15,-13 2-670 0</inkml:trace>
  <inkml:trace contextRef="#ctx0" brushRef="#br0" timeOffset="58471.21">23399 5380 1515 0,'0'0'526'0,"0"0"-288"16,0 0-26-16,0 0 23 16,0 0-92-16,0 0-58 15,0 0-25-15,0-17-60 16,0 42 0-16,0 17 10 15,0 14-9-15,0 12 34 16,0 5-25-16,0-1-8 16,0-6 11-16,0-8-12 15,0-10-1-15,0-10 0 0,7-10-10 16,-3-10 4 0,5-10-87-16,-4-5-123 0,1-8 16 15,1-17-39-15,-5-5-447 0</inkml:trace>
  <inkml:trace contextRef="#ctx0" brushRef="#br0" timeOffset="58622.25">23337 5400 825 0,'0'0'1233'0,"0"0"-948"16,0 0-212-16,0 0 37 15,129-32-39-15,-75 30-8 0,-6 2-10 16,-1 0-52-16,-7 2-1 15,-15 20-136-15,-11 0-245 16,-14-2-438-16</inkml:trace>
  <inkml:trace contextRef="#ctx0" brushRef="#br0" timeOffset="58772.47">23299 5671 1650 0,'0'0'652'16,"0"0"-545"-16,0 0-12 15,120-5-50-15,-60-7-25 16,0-3 0-16,25-6-20 16,-18 3-214-16,-9 1-632 0</inkml:trace>
  <inkml:trace contextRef="#ctx0" brushRef="#br0" timeOffset="59028.93">24012 5261 1832 0,'0'0'286'0,"0"0"-149"16,0 0-109-16,0 0 40 15,0 0 76-15,-116 122-9 0,87-55 17 16,14 8-54-1,3-1-63-15,12-2 3 0,0-10-38 16,12-8 0-16,9-13-16 16,29-8-138-16,-5-13-105 15,-5-15-425-15</inkml:trace>
  <inkml:trace contextRef="#ctx0" brushRef="#br0" timeOffset="60428.25">24010 5525 867 0,'0'0'192'0,"0"0"-2"15,0 0 36-15,0 0 16 16,0 0-74-16,0 0-66 15,0 0 17-15,4-12-41 0,3 12-16 16,-3-5 22 0,10 1-53-16,-1 0 26 0,1 3-10 15,1 1-24-15,-1 0 23 16,-1 9-36-16,-5 15 5 16,2 10 98-16,-8 8-47 15,-2 4 14-15,0 0-21 16,0-5-50-16,-2-7 34 15,-2-10-43-15,-4-7 1 16,8-10 8-16,0-7-2 16,0 0-4-16,10-18-3 15,7-17-198-15,10-11 52 16,-2-7-36-16,-7-1-44 16,-3 8 42-16,-6 13 171 15,-7 20 13-15,-2 13 126 16,0 7-67-16,-13 25 121 15,0 8-56-15,8 5-38 0,5-3-7 16,0-9-70-16,7-7 15 16,20-6-24-16,1-13-51 15,6-7-49-15,6-12-114 16,-9-12-300-16,-8-6-817 0</inkml:trace>
  <inkml:trace contextRef="#ctx0" brushRef="#br0" timeOffset="60582.36">24507 5366 2034 0,'0'0'374'0,"0"0"-254"16,0 0-35-16,0 0 21 15,45 159-14-15,-45-92-29 16,-5 5-11-16,-17 2-52 16,-3-7-25-16,-8 5-171 15,6-17-82-15,12-20-311 0</inkml:trace>
  <inkml:trace contextRef="#ctx0" brushRef="#br0" timeOffset="60829.95">24853 5689 2136 0,'0'0'628'0,"0"0"-555"15,0 0-66-15,0 0 8 16,0 0-9-16,142-25-7 16,-93 24 1-16,20-8-233 15,-11 0-151-15,-6-2-459 0</inkml:trace>
  <inkml:trace contextRef="#ctx0" brushRef="#br0" timeOffset="61079.78">25445 5354 1307 0,'0'0'812'0,"0"0"-547"15,0 0-141-15,0 0-67 16,0 0-12-16,0 0 93 15,-6 113-21-15,1-50-37 16,5 3-62-16,0-3 12 16,0-5-30-16,0-10 0 15,0-8-12-15,0-12-9 16,7-7-77-16,-5-14-110 16,-2-7-105-16,0-14 35 15,0-10-734-15</inkml:trace>
  <inkml:trace contextRef="#ctx0" brushRef="#br0" timeOffset="61212.28">25476 5388 1640 0,'0'0'674'16,"0"0"-454"-16,0 0-10 15,0 0-128-15,135-99-12 16,-104 92-48-16,2 7-11 16,-4 0-22-16,-7 14-141 15,-15 24-100-15,-7-2-301 16,0-4-978-16</inkml:trace>
  <inkml:trace contextRef="#ctx0" brushRef="#br0" timeOffset="61364.39">25329 5631 1525 0,'0'0'904'0,"0"0"-740"0,0 0-73 16,0 0 43-16,114 0-46 15,-58-4-32-15,2-1-55 16,2 1-2-16,25-4-147 15,-16 1-230-15,-11-1-502 0</inkml:trace>
  <inkml:trace contextRef="#ctx0" brushRef="#br0" timeOffset="61563.86">26056 5320 1910 0,'0'0'595'15,"0"0"-419"-15,0 0-79 0,0 0-97 16,0 0 0-16,0 0 40 16,-94 136-11-16,79-64-4 15,9 4-25-15,3-3-3 16,3-12-25-16,7 0-144 16,15-18-90-16,-2-16-328 0</inkml:trace>
  <inkml:trace contextRef="#ctx0" brushRef="#br0" timeOffset="61873.48">26277 5586 1685 0,'0'0'937'16,"0"0"-741"-16,0 0-168 16,0 0-28-16,-120 41 80 15,95-11-14-15,7 0-6 0,9-2-29 16,7-5-29-16,2-3 33 15,2-8-35-15,19-5-24 16,-2-7 24-16,6 0-50 16,-7-7-87-16,-1-13-97 15,-1 3 75-15,-7-1 122 16,-5 6 37-16,1 6 29 16,-5 6 150-16,0 0-58 15,0 14-70-15,0 10 50 16,2 4-93-16,5-2-8 0,6-6-11 15,18-13-249 1,-4-7-280-16,0 0-746 0</inkml:trace>
  <inkml:trace contextRef="#ctx0" brushRef="#br0" timeOffset="62033.46">26562 5392 1827 0,'0'0'1058'0,"0"0"-928"15,0 0-122-15,0 0 1 16,38 108 3-16,-38-37-12 16,-51 43 0-16,2-15-181 15,5-26-497-15</inkml:trace>
  <inkml:trace contextRef="#ctx0" brushRef="#br0" timeOffset="64928.21">16366 4957 702 0,'0'0'332'16,"0"0"-221"-16,0 0-61 15,0 0 8-15,0 0-35 16,0 0 38-16,0 0 63 16,-4-8-3-16,4 8 12 15,0 0 7-15,0 0-16 16,0 0 8-16,0 0-54 16,0-2-11-16,0 0 10 15,-5-1-28-15,5 2-3 16,0-1 24-16,0 2-30 15,0 0 30-15,-2 0-33 16,2 0 16-16,-2 0 9 0,-2 0-49 16,-8 0 17-16,-1 3-30 15,-3 14 0-15,-1 9-7 16,-4 9 7-16,3 11 0 16,1 13 24-16,1 29-17 15,5 31 47-15,0 28 12 16,8 6-30-16,3-8 29 15,0-33-48-15,0-34 7 16,3-17 16-16,12-5-38 16,1 5 11-16,10 0-13 15,13 3-10-15,-2-10 2 16,30-8-50-16,-9-12-205 0,-6-15-350 16</inkml:trace>
  <inkml:trace contextRef="#ctx0" brushRef="#br0" timeOffset="65847.5">19155 4841 1252 0,'0'0'350'0,"0"0"-229"15,0 0-20-15,0 0 20 16,0 0 76-16,0 0-27 16,0 0-38-16,44 91-30 15,-28-50-50-15,2 6 14 16,-1 4 37-16,2 7-42 0,-4 7 9 15,-1 8-16-15,-6 8-21 16,3 5 24-16,-6 5-50 16,0 2 2-16,-5 0 1 15,0-5 5-15,0-1-12 16,-12-7-3-16,-3-7 1 16,-1-6-1-16,-4-11 0 15,4-12-27-15,8-16-82 16,-1-12-206-16,6-16-322 0</inkml:trace>
  <inkml:trace contextRef="#ctx0" brushRef="#br0" timeOffset="66393.56">19556 4325 1842 0,'0'0'575'16,"0"0"-350"-16,0 0-45 15,0 0-45-15,0 0-83 16,0 0-51-16,0 0 8 15,-34 98-9-15,14-10 0 16,7 1-6-16,-2 35-66 16,3-24-230-16,10-29-523 0</inkml:trace>
  <inkml:trace contextRef="#ctx0" brushRef="#br0" timeOffset="67369.5">19946 4932 874 0,'0'0'854'0,"0"0"-591"16,0 0-143-16,0 0-49 15,0 0 50-15,0 0-54 16,0 0-54-16,-2 33 48 0,-9 10 3 16,-5 20 25-1,3 28 41-15,3 33-47 0,8 26 13 16,2-8-45-16,0-31-36 16,12-35 22-16,12-25-36 15,8 2-1-15,14 5 0 16,23-2-12-16,49-5-72 15,-8-18-254-15,-10-14-576 0</inkml:trace>
  <inkml:trace contextRef="#ctx0" brushRef="#br0" timeOffset="68205.05">22336 4881 831 0,'0'0'322'16,"0"0"-57"-16,0 0-7 15,48 134-38-15,-27-76-45 16,-5 10-4-16,1 8-65 15,-3 9-8-15,-1 19-13 16,-9-8-48-16,1 2 24 16,-5 1-25-16,0-19-35 15,-7 10 19-15,-6-6-20 16,1-5 0-16,4-10 0 16,-3 1-73-16,7-17-95 15,-4-19-371-15</inkml:trace>
  <inkml:trace contextRef="#ctx0" brushRef="#br0" timeOffset="68622.28">22728 4263 1617 0,'0'0'752'0,"0"0"-648"15,0 0-87-15,0 0-8 16,-47 132-1-16,30-57 0 0,-4 10-8 15,-1 26-14 1,9-19-276-16,-3-17-892 0</inkml:trace>
  <inkml:trace contextRef="#ctx0" brushRef="#br0" timeOffset="69342.73">23491 4918 960 0,'0'0'535'0,"0"0"-371"16,0 0-94-16,0 0 3 0,0 0 5 16,0 0-18-1,0 0 13-15,-110-9-32 0,93 27 50 16,-8 12 26-16,0 13-11 15,1 18 49-15,-10 33-70 16,1 39-2-16,-5 32 14 16,16 0-55-16,9-26 31 15,13-42-47-15,0-39-25 16,15-9 24-16,16 7-25 16,25 2-33-16,58 7-152 15,-14-21-283-15,2-16-586 0</inkml:trace>
  <inkml:trace contextRef="#ctx0" brushRef="#br0" timeOffset="69953.5">26756 4942 1776 0,'0'0'356'0,"0"0"-243"16,0 0-97-16,0 0 9 15,91 104 86-15,-62-21-14 16,-4 30 45-16,-5 25-12 16,-9-4-72-16,-9-28-2 15,-2-31-55-15,0-23 9 16,0 0-10-16,-11 0 0 16,1 0-22-16,-2-14-141 15,3-16-87-15,5-14-407 0</inkml:trace>
  <inkml:trace contextRef="#ctx0" brushRef="#br0" timeOffset="70192.14">27304 4383 831 0,'0'0'1564'16,"0"0"-1415"-16,0 0-143 0,-44 116-6 15,15-25 40-15,-2 27-19 16,6-3 10-16,8 21-31 16,7-38-177-16,10-34-323 0</inkml:trace>
  <inkml:trace contextRef="#ctx0" brushRef="#br0" timeOffset="70484.14">27514 5554 2109 0,'0'0'522'0,"0"0"-462"16,0 0 6-16,0 0-17 15,0 0 5-15,0 0-33 16,122 0-21-16,-97 5-80 15,-5 2-200-15,-11 1-387 0</inkml:trace>
  <inkml:trace contextRef="#ctx0" brushRef="#br0" timeOffset="70629.92">27434 5801 1639 0,'0'0'825'15,"0"0"-749"-15,0 0-75 16,0 0-2-16,0 0-28 15,152 20-57-15,-110-20-127 16,-11 0-929-16</inkml:trace>
  <inkml:trace contextRef="#ctx0" brushRef="#br0" timeOffset="74276.97">28303 5663 1565 0,'0'0'553'0,"0"0"-299"16,0 0 67-16,0 0-102 16,0 0-88-16,0 0-27 15,0 0-68-15,70-27-1 16,-24 4-35-16,10-7 9 15,0-5-6-15,0-2-3 0,-6-4-9 16,0 1 3-16,-13 0-60 16,-8-1 15-16,-8 6-10 15,-17 0-25-15,-4 10 58 16,0 9-9-16,-4 9 37 16,-17 7-6-16,-1 12-27 15,0 31 18-15,0 31 13 16,-1 36 2-16,6 26 50 15,1-4-24-15,5-25 1 16,2-35 15-16,0-22-40 16,-2 4 4-16,-3 0-5 15,-1 1 11-15,-1-14-6 16,1-16-6-16,-1-13 0 0,-4-8 11 16,4-4 0-1,10-9-11-15,-1-23 0 0,7-6 7 16,15-9-26-16,21-3 4 15,13-5-60-15,7 3-77 16,9 2-59-16,24-22-67 16,-16 14-308-16,-5 4-666 0</inkml:trace>
  <inkml:trace contextRef="#ctx0" brushRef="#br0" timeOffset="74455.57">29162 5221 1820 0,'0'0'342'0,"0"0"-227"0,0 0-56 16,-101 104 85 0,65-34 18-16,7 7-42 0,10 5-16 15,11-2-84-15,8-7-19 16,5-10-1-16,24-12-23 16,2-13-122-16,25-18-62 15,-9-10-343-15,-7-10-546 0</inkml:trace>
  <inkml:trace contextRef="#ctx0" brushRef="#br0" timeOffset="74687.89">29282 5479 1753 0,'0'0'544'16,"0"0"-447"-16,0 0-67 15,0 0-29-15,0 0 103 0,0 0 9 16,84 136 1-16,-79-74-23 15,-5 2-72-15,0-4 8 16,-3-7-26-16,-3-14 8 16,-5-9 5-16,7-12-14 15,4-13-23-15,0-5-3 16,0-19-83-16,21-43-259 16,2 4-109-16,-3-4-178 0</inkml:trace>
  <inkml:trace contextRef="#ctx0" brushRef="#br0" timeOffset="74816.12">29465 5578 1265 0,'0'0'711'16,"0"0"-392"-16,0 0-169 0,-12 114-5 16,12-71-42-16,0-8-69 15,0-4-2-15,16-9-32 16,7-8-1-16,10-14-122 16,-4 0-107-16,-5-16-286 0</inkml:trace>
  <inkml:trace contextRef="#ctx0" brushRef="#br0" timeOffset="74996">29881 5274 2522 0,'0'0'316'0,"0"0"-232"16,52 121-50-16,-48-46 34 15,-4 12-22-15,-4 5 5 16,-25 2-9-16,-9-4-42 0,5-10-21 15,-8-5-132-15,15-24-343 16,8-20-375-16</inkml:trace>
  <inkml:trace contextRef="#ctx0" brushRef="#br0" timeOffset="75154.67">30637 5689 2852 0,'0'0'0'0,"0"0"-1212"0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16:18.032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5980 1520 624 0,'0'0'374'16,"0"0"-320"-16,0 0-46 16,0 0-8-16,0 0 0 15,0 0 148-15,0 19 254 16,0-15-242-16,0-4-97 16,0 0 32-16,0 0 29 15,0 0-10-15,0 0 1 16,0 0-56-16,0 0 5 15,0 0-3-15,0 0-11 16,0 0 32-16,0 0-12 0,0 0-13 16,0 0 16-16,9 0-55 15,7 0-3-15,13-1-9 16,9-13-5-16,9 0 14 16,4-4-15-16,2-1 0 15,5 2-9-15,0-2-60 16,16-8-137-16,-16 2-259 15,-11 4-548-15</inkml:trace>
  <inkml:trace contextRef="#ctx0" brushRef="#br0" timeOffset="220.99">6551 1180 1659 0,'0'0'676'0,"0"0"-571"16,0 0-77-16,0 0-1 16,0 0-18-16,0 0 24 15,0 0-1-15,127 35-30 16,-120 2 21-16,-7 2-23 16,0 5 0-16,-3 2 0 15,-19 0-112-15,7-11-264 16,1-13-836-16</inkml:trace>
  <inkml:trace contextRef="#ctx0" brushRef="#br0" timeOffset="702.44">6901 1257 1530 0,'0'0'584'16,"0"0"-452"-16,0 0-88 16,0 0-23-16,0 0-20 15,0 0 11-15,132-94-24 16,-99 67 5-16,-4 1-119 16,-7 3 19-16,-8 0 28 15,-10 5 51-15,-4 4 26 0,0 2 2 16,0 7 30-16,-9 3 6 15,-2 2-21-15,2 2-1 16,0 20 0-16,7 10 36 16,0 9 10-16,2 8-17 15,0 5 19-15,0 0-35 16,0 2-10-16,0-2 10 16,0-4-26-16,-12-5 9 15,-1-6-10-15,-3-7 1 16,-3-6 16-16,-4-7-17 15,3-11 1-15,3-8 11 16,3 0-11-16,7-10 18 16,7-16-19-16,0-6-3 0,16-2-9 15,12-4 12-15,11 1-24 16,1 3-17-16,16-9-145 16,-10 6-112-16,-7 7-349 0</inkml:trace>
  <inkml:trace contextRef="#ctx0" brushRef="#br0" timeOffset="919.25">7360 942 848 0,'0'0'796'16,"0"0"-521"-16,0 0-104 16,0 0-99-16,0 0-44 0,0 0 61 15,-63 113 25 1,55-59-50-16,6-3-20 0,2-2-11 15,2-6-25-15,20-6 9 16,5-9-17-16,4-8-22 16,5-10-24-16,6-10-132 15,-9 0-143-15,-6-3-369 0</inkml:trace>
  <inkml:trace contextRef="#ctx0" brushRef="#br0" timeOffset="1123.47">7546 986 1413 0,'0'0'295'15,"0"0"-214"-15,0 0 50 0,0 0 17 16,0 119-12-16,0-76-52 16,2 0-56-16,2-3 2 15,-2-2-30-15,3-6 0 16,-3-3-46-16,-2-8-171 15,0-9-102-15,-2-6-496 0</inkml:trace>
  <inkml:trace contextRef="#ctx0" brushRef="#br0" timeOffset="1279.06">7423 1211 1385 0,'0'0'625'15,"0"0"-461"-15,0 0-49 16,0 0-73-16,123-10-41 0,-92 6 20 15,0 1-21-15,-5 0-21 16,-6-3-125-16,5-11-165 16,-10 4-320-16,-3-7-556 0</inkml:trace>
  <inkml:trace contextRef="#ctx0" brushRef="#br0" timeOffset="1422.86">7768 981 1603 0,'0'0'289'0,"0"0"-42"15,9 107-151-15,-9-47-58 16,0 5-1-16,0 1-35 16,0-3-4-16,0 4-27 0,0-16-187 15,6-15-305-15</inkml:trace>
  <inkml:trace contextRef="#ctx0" brushRef="#br0" timeOffset="1761.06">8113 1217 684 0,'0'0'1290'15,"0"0"-922"-15,0 0-120 16,0 0-20-16,0 0-78 16,0 0-43-16,0 0-48 15,8 0-58-15,11-4 8 16,8 2-9-16,0 2-57 15,-7 0-16-15,-2 0-199 16,-12 12-270-16,-6-2-352 0</inkml:trace>
  <inkml:trace contextRef="#ctx0" brushRef="#br0" timeOffset="1873.27">8113 1217 1844 0,'48'110'677'0,"-48"-110"-531"15,8 0-88-15,15 0-58 16,21 0-30-16,-5 0-91 15,-4-2-437-15</inkml:trace>
  <inkml:trace contextRef="#ctx0" brushRef="#br0" timeOffset="2443.38">8580 1129 1397 0,'0'0'692'16,"0"0"-530"-16,0 0-12 15,0 0-57-15,0 0-56 16,0 0 8-16,0 0-32 0,40 10 30 16,-13 6-10-16,2 2-33 15,0 0 8-15,-5 0-8 16,16-4-109-16,-9-6-121 16,-4-6-590-16</inkml:trace>
  <inkml:trace contextRef="#ctx0" brushRef="#br0" timeOffset="2901.02">9012 863 1592 0,'0'0'553'16,"0"0"-363"-16,0 0-73 15,0 0-44-15,0 0-3 16,0 0-70-16,0 0 14 16,-40 69 18-16,16-27 3 15,-3 7 18-15,0 1-30 16,2-2-23-16,3-2 24 15,2-8-24-15,12-5-21 16,0-12-97-16,8-11-112 16,0-8-307-16,2-2-486 0</inkml:trace>
  <inkml:trace contextRef="#ctx0" brushRef="#br0" timeOffset="3278.19">9052 836 1386 0,'0'0'554'0,"0"0"-428"16,0 0-22 0,0 0-31-16,0 0-33 0,0 0 57 15,0 0-40-15,147 8-17 16,-76-6 12-16,16-2 37 16,25 0 39-16,19 0-77 15,-1-6-23-15,-21-4 16 16,-18-1-37-16,-20 2 5 15,8 1-12-15,-3-2-10 16,-14 6-11-16,-7 1-184 16,-12 3-261-16,-18 0-373 0</inkml:trace>
  <inkml:trace contextRef="#ctx0" brushRef="#br0" timeOffset="4266.21">9050 1241 925 0,'0'0'976'0,"0"0"-499"16,0 0-266-16,0 0-50 15,0 0-58-15,0 0-45 16,0 0-36-16,58-54-22 0,-29 30-9 15,0 0 2-15,-2 0-47 16,-5-1-38-16,0 4-23 16,-8 3 2-16,-3 6 28 15,-5 3 27-15,-6 7 33 16,0 2 24-16,0 2-27 16,0 20 28-16,0 9 48 15,-6 5-7-15,-3 4 17 16,0-5-48-16,9 0-8 15,0-7-2-15,0-6-12 16,5-8-145-16,8-9-367 0</inkml:trace>
  <inkml:trace contextRef="#ctx0" brushRef="#br0" timeOffset="4440.89">9440 1157 1657 0,'0'0'362'16,"0"0"-266"-16,0 0-35 16,0 0-5-16,118-6-7 15,-89 1-23-15,7 2-26 16,-1-1-47-16,-1 1-213 16,-12 0-382-16</inkml:trace>
  <inkml:trace contextRef="#ctx0" brushRef="#br0" timeOffset="4613.26">9658 1042 1512 0,'0'0'706'0,"0"0"-550"16,0 0-92-16,0 0-33 16,0 0 7-16,0 0 11 15,0 0-43-15,-48 104-6 16,48-70-96-16,4-9-194 15,9-9-307-15</inkml:trace>
  <inkml:trace contextRef="#ctx0" brushRef="#br0" timeOffset="4883.96">10042 965 1647 0,'0'0'347'16,"0"0"-152"-16,0 0-118 16,0 0-42-16,0 0 53 15,0 0-22-15,0 0 1 16,-60 127-43-16,60-84-15 16,0-1 7-16,0-6-8 15,6-4-8-15,13-6 0 16,-4-4-23-16,3-8-81 0,-1-11-145 15,-3-3-312 1,-5 0-537-16</inkml:trace>
  <inkml:trace contextRef="#ctx0" brushRef="#br0" timeOffset="5032.46">9837 1097 1060 0,'0'0'1219'16,"0"0"-871"-16,0 0-197 15,0 0-99-15,0 0-23 16,0 0-23-16,114-21-12 16,-52 16-2-16,-8-2-242 15,-10 2-488-15</inkml:trace>
  <inkml:trace contextRef="#ctx0" brushRef="#br0" timeOffset="5636.54">10368 972 687 0,'0'0'351'0,"0"0"-215"15,0 0-20-15,0 0 48 0,0 0 32 16,0 0-44-16,0 0-54 16,-10 0 6-16,10 0-22 15,0 0 0-15,0 0-9 16,0 0-66-16,0 0 8 16,0 0-15-16,0 0 6 15,0 0 19-15,0 0-10 16,0 0 9-16,0 0 28 15,0 0-26-15,0 0 0 16,0 0-19-16,0 0 2 16,0 0-8-16,0 0-1 15,0 0 0-15,0 0-1 16,0 0-4-16,0 0 5 0,0 0 0 16,0 0 5-1,0 0-6-15,0 0 1 0,0 0 0 16,0 0 13-16,0 0-13 15,7 0 0-15,7 0-1 16,1 0 7-16,-6 0-7 16,2 11 1-16,-11 8 0 15,0 9 47-15,-13 6 2 16,-14 3 20-16,7-3-29 16,3-6-34-16,7-11 16 15,10-3-22-15,0-9 1 16,18-5 27-16,20 0-28 15,9 0-50-15,24-19-89 16,-6 3-135-16,-14 3-687 0</inkml:trace>
  <inkml:trace contextRef="#ctx0" brushRef="#br1" timeOffset="14050.84">1473 4566 570 0,'0'0'98'0,"0"0"696"15,0 0-672-15,0 0-27 16,0 0 16-16,0 0 78 16,0-30-1-16,0 26 3 15,0 1-43-15,-3 2-77 16,1 1 62-16,0-3-20 15,0 2-43-15,0-2-8 16,2 2-26-16,-3 1-2 16,3 0 18-16,0 0-31 15,0 0 23-15,0 0 2 0,0 0-17 16,0 0 43 0,0 0-41-16,0 0-7 0,0 0 24 15,0-3-48-15,9 3 11 16,16-3-11-16,10-2 1 15,13 0-5-15,5-3 4 16,5 1-59-16,3-1-3 16,-4 1-79-16,8-4-163 15,-14 6-348-15,-16-2-967 0</inkml:trace>
  <inkml:trace contextRef="#ctx0" brushRef="#br1" timeOffset="14358.4">1544 4622 1139 0,'0'0'1069'0,"0"0"-911"15,0 0-54-15,0 0 42 16,0 0-27-16,0 0-56 16,0 0-3-16,163-38-60 0,-103 28 10 15,0 2-10-15,16-3-70 16,-15 4-166-16,-15-3-353 0</inkml:trace>
  <inkml:trace contextRef="#ctx0" brushRef="#br1" timeOffset="14590.68">2099 4180 1943 0,'0'0'607'0,"0"0"-571"16,0 0-14 0,0 0 50-16,0 0-11 0,67 139 48 15,-67-79-48-15,0 7-39 16,-11 3-1-16,-14-2-21 16,-4-2-33-16,-6 4-107 15,4-15-225-15,4-20-625 0</inkml:trace>
  <inkml:trace contextRef="#ctx0" brushRef="#br1" timeOffset="15253.74">3129 4413 1670 0,'0'0'493'0,"0"0"-330"15,0 0-62-15,0 0-64 16,-170 22 34-16,91 13 71 15,-6 12-83-15,2 6-5 16,12 2-18-16,17 0-21 16,19-9 16-16,17-9-31 0,15-9 0 15,3-10 0-15,25-11 0 16,16-7-9-16,9-4-76 16,6-24-77-16,2-7 29 15,-2-8-36-15,-9-1 20 16,-9 2 91-16,-14 4 39 15,-8 11 19-15,-12 4 69 16,-4 8 78-16,0 9 23 16,0 6-88-16,-4 3-58 15,-5 22-8-15,-2 14 5 16,2 13 37-16,5 12-3 16,-1 6-1-16,5 7 30 0,0-2-44 15,0-3-4 1,0-1 16-16,0-6-52 0,-9-12 19 15,-6-5-19-15,-10-7 1 16,-6-9 14-16,-7-8-15 16,1-12 0-16,4-10-1 15,10-2 10-15,11-11 1 16,12-21-10-16,0-9 6 16,29-12-12-16,16-7 7 15,11-1-1-15,8-2 0 16,3 2-62-16,-2 6-56 15,6-18-130-15,-20 17-279 16,-11 8-385-16</inkml:trace>
  <inkml:trace contextRef="#ctx0" brushRef="#br1" timeOffset="15455.23">3270 4057 2029 0,'0'0'493'0,"0"0"-356"16,0 0-97-16,0 0-26 15,0 0-4-15,-96 154 7 16,69-86-16-16,9 4-2 16,12 11-177-16,6-21-315 15,0-19-561-15</inkml:trace>
  <inkml:trace contextRef="#ctx0" brushRef="#br1" timeOffset="15703.01">3468 4337 1698 0,'0'0'395'0,"0"0"-285"16,0 0-91-16,0 0 72 15,-127 88 98-15,100-38-25 16,5 4-33-16,13 3-42 16,9-1-66-16,0-6 6 0,9-4-29 15,15-9-7-15,7-7-5 16,3-12-115-16,9-18-94 16,-10 0-248-16,-6-9-615 0</inkml:trace>
  <inkml:trace contextRef="#ctx0" brushRef="#br1" timeOffset="15913.11">3457 4517 1870 0,'0'0'381'0,"0"0"-269"16,0 0-101-16,0 0 16 16,0 0 73-16,81 121 52 15,-75-71-15-15,-4 2-84 0,-2 3-40 16,0-8 14-16,0-7-25 15,-6-9 3-15,4-14-5 16,2-12-53-16,0-5-38 16,0-35-26-16,13-10-268 15,0-8-277-15</inkml:trace>
  <inkml:trace contextRef="#ctx0" brushRef="#br1" timeOffset="16063.42">3606 4580 1737 0,'0'0'558'0,"0"0"-432"15,-4 112-14-15,4-62-1 16,0-5-32-16,13-8 0 16,12-6-56-16,4-12-17 15,2-9-6-15,0-8-64 16,0-7-100-16,-6-20-139 0,-12-5-529 0</inkml:trace>
  <inkml:trace contextRef="#ctx0" brushRef="#br1" timeOffset="16239.66">3891 4400 2365 0,'0'0'464'0,"0"0"-420"15,0 0-43-15,65 129 4 16,-53-65 45-16,-8 9-3 16,-4 4 8-16,0 3-55 15,-4-4-16-15,-15 0-140 16,7-20-221-16,2-21-584 0</inkml:trace>
  <inkml:trace contextRef="#ctx0" brushRef="#br1" timeOffset="16590.05">4360 4632 1262 0,'0'0'1078'0,"0"0"-757"15,0 0-89-15,0 0-122 16,0 0-28-16,0 0-15 16,0 0-38-16,-12-12-7 15,35 12-22-15,6 0 1 16,4 4-11-16,5 4-19 16,1 0-47-16,0 4-90 15,-10-2-324-15,-11-4-316 0</inkml:trace>
  <inkml:trace contextRef="#ctx0" brushRef="#br1" timeOffset="16741.93">4362 4853 1472 0,'0'0'1334'16,"0"0"-1192"-16,0 0-125 16,0 0 1-16,0 0-11 15,0 0 14-15,127-8-21 16,-89-3-281-16,-9 1-981 0</inkml:trace>
  <inkml:trace contextRef="#ctx0" brushRef="#br1" timeOffset="142063.94">5073 4802 628 0,'0'0'104'15,"0"0"86"-15,0 0 397 16,0 0-490-16,0 0-72 15,0 0 54-15,0-11 24 0,0 7 60 16,0-3 29-16,0 2-81 16,0 5 5-16,0 0 63 15,0-3-43-15,0 3-20 16,0-2-17-16,0 2-32 16,-2 0 20-16,2 0-39 15,0 0-30-15,0 0 22 16,0 0-40-16,0 0 0 15,0 5 0-15,16 12 8 16,8 5-9-16,5 2 1 16,4 1 0-16,1-4-16 15,8-5-5-15,-4-2-81 16,9-3-151-16,-16-6-325 0,-2-5-970 16</inkml:trace>
  <inkml:trace contextRef="#ctx0" brushRef="#br1" timeOffset="142482.46">5891 4221 1679 0,'0'0'495'0,"0"0"-300"16,0 0 19-16,0 0-44 15,0 0-15-15,0 0-60 16,0 0-71-16,-27 0 14 16,0 34-38-16,-2 14 0 15,-6 14 24-15,-9 10-23 0,-6 8 19 16,6 1-20 0,-1-8 6-16,5-4-13 0,7-11 7 15,10-6-99-15,13-13-185 16,4-19-352-16</inkml:trace>
  <inkml:trace contextRef="#ctx0" brushRef="#br1" timeOffset="142934.14">5918 4199 2102 0,'0'0'582'16,"0"0"-432"-16,0 0-72 16,0 0 6-16,0 0-32 15,0 0-3-15,0 0-41 16,87-36 8-16,-22 30-7 16,28 2-9-16,36-3 0 15,29-2 49-15,12-1-37 0,-8-7 15 16,-12 2-27-16,-22-4 19 15,-24 3-20-15,-19 2 1 16,-27 5 0-16,-12 2-12 16,4 2 0-16,-8 3-33 15,-9 2-47-15,-29 2-247 16,-4 11-207-16,-8 4-468 0</inkml:trace>
  <inkml:trace contextRef="#ctx0" brushRef="#br1" timeOffset="143401.53">5887 4988 1262 0,'0'0'712'15,"0"0"-533"-15,0 0-43 0,0 0-66 16,0 0-17-16,0 0-53 15,87-132 0-15,-45 81 1 16,3-4 1-16,-3-1-2 16,-7 4 0-16,-3 8 10 15,-12 10-4-15,-5 9-6 16,-7 14 52-16,-8 8 42 16,0 3-67-16,0 13-15 15,0 19 14-15,-3 11 18 16,-8 12 24-16,0 6-31 15,2 1-29-15,0-4 10 16,6-7-18-16,3-9-134 16,5-11-143-16,9-16-565 0</inkml:trace>
  <inkml:trace contextRef="#ctx0" brushRef="#br1" timeOffset="143609.07">6435 4726 1991 0,'0'0'658'16,"0"0"-608"-16,0 0-24 15,0 0-16-15,0 0 39 16,125 3 44-16,-74-3-60 16,10-3-15-16,1-6-18 0,0 0-66 15,-4-3-119 1,-4-2-72-16,-16 3-118 15,-16 2-400-15</inkml:trace>
  <inkml:trace contextRef="#ctx0" brushRef="#br1" timeOffset="143766.94">6765 4586 1796 0,'0'0'481'16,"0"0"-413"-16,0 0-68 15,0 0 43-15,-58 128 4 16,52-72-5-16,1 7 17 15,5 0-59-15,0-2 0 16,11 2-112-16,7-20-418 16,6-17-1252-16</inkml:trace>
  <inkml:trace contextRef="#ctx0" brushRef="#br1" timeOffset="144204.91">7033 4717 1822 0,'0'0'312'0,"0"0"-238"15,0 0-30-15,0 0-6 16,0 0 102-16,0 0 2 16,0 0 0-16,106 23-18 15,-94 15-62-15,-10 7-30 16,-2 0 25-16,0 1-42 0,0-6 12 15,-2-6-27 1,-5-9 13-16,2-9-6 0,5-8-7 16,0-8-7-16,0 0-5 15,0-17-9-15,9-18-58 16,7-13-90-16,2-8-44 16,4-1 16-16,-6 8 58 15,-7 12 139-15,-7 21 174 16,-2 16 27-16,0 4-64 15,-13 31-9-15,-3 9-53 16,3 6 4-16,6-1-39 16,7 0-31-16,9-7 15 15,20-10-23-15,9-10-2 16,9-10-9-16,1-12-79 16,22-6-104-16,-17-15-133 0,-10-8-468 0</inkml:trace>
  <inkml:trace contextRef="#ctx0" brushRef="#br1" timeOffset="144822.67">7445 4478 1549 0,'0'0'473'15,"0"0"-225"-15,0 0-106 16,0 0-20-16,0 0 54 16,0 0-76-16,0 0-25 15,-25-35-32-15,23 31-43 16,2 0 27-16,-2 1-27 0,-3-2 1 16,5 1 31-16,-2 1-31 15,2-1-1-15,-2 0 3 16,2-1 10-16,0-2-7 15,0 0-6-15,0 0 0 16,0-2-12-16,2 0 12 16,12 2 0-16,1 1 0 15,8 2 6-15,-2 4-13 16,8 0 7-16,-4 6 0 16,-7 16 12-16,-9 6-3 15,-9 8 28-15,0 2 15 16,-13 1-29-16,-3-7 25 15,3-9-38-15,9-11-4 0,4-6-3 16,2-6-1 0,27 0-2-16,13 0 0 0,14-13-21 15,10-3-21-15,19-5-250 16,-14 7-319-16,-15 2-838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20:02.70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12220 4582 58 0,'0'0'593'0,"0"0"-540"0,0 0-37 15,0 0 204-15,0 0 141 16,0 0-184-16,-18 2-108 16,14-2-27-16,-3 0-36 15,5-2 55-15,-1-2 16 16,-1 1-24-16,-1-2 37 15,1 1 0-15,0-2 24 16,-3 1 78-16,2 0-68 16,1 1 17-16,-3 0 18 15,5 0-74-15,-2 2 26 16,4 2-41-16,0 0-31 16,0 0 25-16,0 0-56 15,8 0 4-15,15 0 4 0,10 0-8 16,5 0 12-16,3 0-20 15,-2 0-12-15,3 0 1 16,1 2-53-16,13 8-81 16,-14-3-195-16,-6 0-311 0</inkml:trace>
  <inkml:trace contextRef="#ctx0" brushRef="#br0" timeOffset="256.67">12133 4671 751 0,'0'0'1343'0,"0"0"-993"15,0 0-155-15,0 0-62 16,0 0-59-16,0 0-57 15,0 0 53-15,127-58-70 16,-75 49 6-16,-2 1-6 16,6 4-40-16,-9 2-106 15,8-4-102-15,-12 2-249 16,-7-4-640-16</inkml:trace>
  <inkml:trace contextRef="#ctx0" brushRef="#br0" timeOffset="444.01">12719 4247 1704 0,'0'0'537'15,"0"0"-456"-15,0 0-32 16,0 0-9-16,0 0 34 16,16 107 5-16,-16-58-63 15,-7 7 20-15,-13 2-36 16,-4 12-137-16,1-12-198 15,6-19-565-15</inkml:trace>
  <inkml:trace contextRef="#ctx0" brushRef="#br0" timeOffset="1555.26">13207 4423 1512 0,'0'0'361'0,"0"0"-229"15,0 0-92-15,-137 58 69 16,83-19 69-16,-2 3-72 15,4 2 12-15,17-4-36 16,6-6-56-16,12-9 16 16,9-8-42-16,8-9 0 15,0-6 2-15,27-2 6 0,6-6-16 16,10-17-32 0,8-9-110-16,-4-5 53 0,-5-1-11 15,-1 2 37-15,-12 5 52 16,-12 9-8-16,-5 8 27 15,-10 9 23-15,-2 5 59 16,0 0-8-16,0 9-64 16,-5 19-2-16,-8 13 44 15,2 13-23-15,-1 6 43 16,8 6 14-16,-5 2-7 16,7-1 22-16,-4-7-59 15,-4-4-15-15,4-7 1 16,-3-12-17-16,-5-5-7 15,8-9-4-15,-5-11 8 16,-1-3 10-16,-1-9-17 0,2 0 11 16,4-9 3-16,5-20-15 15,2-9-7-15,2-8-38 16,18-6-72-16,9-3-29 16,7-1-38-16,11-18-77 15,-9 12-223-15,-7 8-659 0</inkml:trace>
  <inkml:trace contextRef="#ctx0" brushRef="#br0" timeOffset="1735.06">13421 3942 1876 0,'0'0'397'16,"0"0"-307"-16,0 0-84 15,-29 124 23-15,16-66-29 16,-3 5 0-16,3 13-2 16,9-14-202-16,0-13-452 0</inkml:trace>
  <inkml:trace contextRef="#ctx0" brushRef="#br0" timeOffset="1974.16">13457 4339 1409 0,'0'0'324'0,"0"0"-66"16,-67 109-10-16,54-65-94 15,11 2-37-15,2-4-32 16,4 0-74-16,23-5 23 15,2-5-34-15,0-6-15 16,17-9-77-16,-6-9-144 16,-11-8-347-16</inkml:trace>
  <inkml:trace contextRef="#ctx0" brushRef="#br0" timeOffset="2358.09">13593 4449 1523 0,'0'0'477'0,"0"0"-337"16,0 0-48-16,0 0 19 16,0 0 30-16,0 0-31 15,42 131-5-15,-42-87-78 16,0-2-16-16,0-5-2 16,0-10 0-16,0-8-9 15,0-12 0-15,0-7-54 16,0 0-27-16,9-14 4 15,0-16-113-15,0-11-86 16,-5-6-209-16,3 1 141 0,-4 4 231 16,-1 12 113-1,-2 12 502-15,0 18-223 0,0 0-118 16,0 18 48-16,4 14-65 16,5 5-37-16,4 1-21 15,5-3-77-15,5-5 17 16,-4-5-26-16,8-8-8 15,-4-7-45-15,-3-8-95 16,-3-2-78-16,-5-20-141 16,-10-6-516-16</inkml:trace>
  <inkml:trace contextRef="#ctx0" brushRef="#br0" timeOffset="2516.23">13996 4316 1664 0,'0'0'307'0,"0"0"-100"15,11 121-61-15,-11-61-24 16,0 5 24-16,-4-2-102 16,-9 0 6-16,-1-5-50 15,1-8-14-15,4-5-124 16,5-15-187-16,4-15-461 0</inkml:trace>
  <inkml:trace contextRef="#ctx0" brushRef="#br0" timeOffset="2786.79">14237 4636 1350 0,'0'0'916'15,"0"0"-618"-15,0 0-146 16,0 0-114-16,0 0 29 16,0 0-60-16,0 0-7 15,60 0 14-15,-26 2-8 16,-3 8-12-16,-6 1-24 16,-10 6-186-16,-8-1-80 15,-7-2-471-15</inkml:trace>
  <inkml:trace contextRef="#ctx0" brushRef="#br0" timeOffset="2926.57">14275 4807 819 0,'0'0'1365'15,"0"0"-1164"-15,0 0-137 16,0 0-58-16,147-15 9 16,-89 7-30-16,-8-1-139 15,-13 6-767-15</inkml:trace>
  <inkml:trace contextRef="#ctx0" brushRef="#br0" timeOffset="4817.01">15122 4557 1573 0,'0'0'480'15,"0"0"-359"-15,0 0 22 0,0 0-91 16,0 0 70-16,0 0 11 15,-40-101-46-15,40 82-16 16,21 3-66-16,0 0 4 16,10 4-8-16,3 5 1 15,-1 4-2-15,-4 3 0 16,-4 8 13-16,-7 17-13 16,-14 5 0-16,-4 9 0 15,-6 8 16-15,-30 3-10 16,-11 0 5-16,-7-2 2 15,6-8 2-15,3-11-6 16,9-10 15-16,16-9-15 16,9-6 48-16,9-2-45 15,2-2 7-15,9 0-13 16,22 0 12-16,16-9-18 0,11 0 0 16,0-3-72-16,7 1-92 15,1-6-150-15,-12 3-177 16,-14 0-461-16</inkml:trace>
  <inkml:trace contextRef="#ctx0" brushRef="#br0" timeOffset="5023.45">15508 4502 1612 0,'0'0'484'16,"0"0"-383"-16,0 0 34 0,0 0-95 15,0 0 58-15,0 0 37 16,0 0-47-16,48 94-7 15,-48-54-54-15,0-2-26 16,0-4 23-16,0-10-24 16,-2-7 0-16,2-10-1 15,0-7-67-15,0-2-53 16,16-46-47-16,7 4-331 16,-6-5-61-16</inkml:trace>
  <inkml:trace contextRef="#ctx0" brushRef="#br0" timeOffset="5151.3">15508 4502 727 0,'145'-43'1006'0,"-145"65"-735"16,0 17-34-16,0 7-128 16,0 4-11-16,0-2-42 15,11-4-55-15,11-9-1 0,32-10-28 16,-12-11-224-16,2-9-638 16</inkml:trace>
  <inkml:trace contextRef="#ctx0" brushRef="#br0" timeOffset="5504.53">16054 4671 1910 0,'0'0'675'0,"0"0"-456"15,0 0-118-15,0 0-27 16,0 0-55-16,0 0-13 15,0 0 0-15,42 23-6 16,-11-3 0-16,8 2 0 16,-6 3-3-16,5-6-28 0,8-3-158 15,-7-5-166-15,-8-9-621 16</inkml:trace>
  <inkml:trace contextRef="#ctx0" brushRef="#br0" timeOffset="5887.5">16723 3962 1724 0,'0'0'513'15,"0"0"-377"-15,0 0-85 16,0 0-25-16,0 0 10 16,0 0 19-16,-56 155 45 15,29-83-8-15,-4 6-29 16,0 6 27-16,-5 0-46 15,5-3-18-15,0-5-17 16,4-9 6-16,0-9-7 16,14-9-8-16,-1-10-98 15,12-13-104-15,2-11-137 16,0-11-422-16</inkml:trace>
  <inkml:trace contextRef="#ctx0" brushRef="#br0" timeOffset="6355.9">16806 3955 1590 0,'0'0'339'16,"0"0"-170"-16,0 0-37 15,0 0-40-15,0 0 25 16,0 0 9-16,151-43-24 16,-84 43 2-16,10 0-43 15,33 0 12-15,31 0 23 16,23 0-63-16,10-3 25 16,-7-14-27-16,-22-3-30 0,-33-1 22 15,-25 4-23-15,-27 3 0 16,-7 4-1-16,3-2-18 15,-7 2-34-15,5 2-131 16,-21 2-299-16,-13 2-404 0</inkml:trace>
  <inkml:trace contextRef="#ctx0" brushRef="#br0" timeOffset="10637.89">16901 4712 1685 0,'0'0'324'0,"0"0"-217"15,0 0 45-15,0 0 21 16,0 0 84-16,0 0-92 15,11-6-97-15,7-12-9 16,9-8-58-16,11-6-1 16,-3-11 0-16,7-1-13 15,-1-2-7-15,-3 0-63 0,-7 7-40 16,-6 6 68 0,-10 9-2-16,-6 8 57 0,-4 10 9 15,-3 4-7-15,-2 2 25 16,0 4-27-16,0 18 0 15,-7 14 19-15,-2 6-19 16,-2 11 18-16,0 1-18 16,6-3 18-16,3 2-36 15,2 1-40-15,0-14-212 16,7-14-401-16</inkml:trace>
  <inkml:trace contextRef="#ctx0" brushRef="#br0" timeOffset="10818.71">17410 4584 1728 0,'0'0'528'0,"0"0"-353"16,0 0-126-16,0 0-30 16,113-27 25-16,-64 25-43 15,7-1 0-15,2 3-1 16,13-2-167-16,-17 0-159 15,-12-3-475-15</inkml:trace>
  <inkml:trace contextRef="#ctx0" brushRef="#br0" timeOffset="10999.91">17822 4347 1086 0,'0'0'917'16,"0"0"-722"-16,0 0-162 15,0 0 39-15,-78 142 19 16,62-81-63-16,5-1 9 16,9-2-37-16,2 4-91 15,2-17-160-15,13-13-422 0</inkml:trace>
  <inkml:trace contextRef="#ctx0" brushRef="#br0" timeOffset="11459.17">18100 4389 1790 0,'0'0'545'0,"0"0"-385"15,0 0-78-15,0 0-11 16,0 0-70-16,0 0 14 15,0 0 73-15,58 74-47 16,-44-28 21-16,-10 7-25 16,1 1-19-16,-5 1 42 15,0-6-59-15,0-6 14 16,-9-11-9-16,7-8 11 16,-1-12-13-16,-2-10-4 0,5-2 0 15,0-7-2-15,0-23 2 16,12-16-109-16,8-10-30 15,-4-6-68-15,-1 2 101 16,-6 13 56-16,0 15 50 16,-9 20 94-16,0 12-11 15,0 2-61-15,0 24 51 16,0 8 2-16,0 3 8 16,0 1-48-16,15-2-34 15,10-6 19-15,2-8-20 16,-3-8-27-16,10-8-47 15,-1-6-125-15,-4-4-150 16,-6-12-649-16</inkml:trace>
  <inkml:trace contextRef="#ctx0" brushRef="#br0" timeOffset="11874.74">18495 4139 1622 0,'0'0'525'0,"0"0"-401"15,0 0-102-15,0 0-13 16,0 0 66-16,0 0-30 16,0 0-16-16,-119 116 3 15,90-90-31-15,10-6 14 16,5-8-15-16,14-4 2 16,0-6 7-16,12-2-8 15,19 0 11-15,11 0 8 16,3 0-7-16,6-4-13 15,-2-2 0-15,-7 0-14 16,1 2 13-16,-10 0-116 16,1-2-136-16,-14 0-251 15,-7-2-872-15</inkml:trace>
  <inkml:trace contextRef="#ctx0" brushRef="#br0" timeOffset="12050.58">18600 4109 1622 0,'0'0'550'15,"0"0"-449"-15,0 0 44 16,-29 120-41-16,17-65 28 16,8 3-92-16,-5 3-20 15,7 21-20-15,-2-15-151 0,-6-13-389 0</inkml:trace>
  <inkml:trace contextRef="#ctx0" brushRef="#br0" timeOffset="21409.14">23042 4160 606 0,'0'0'319'0,"0"0"-144"15,0 0-48-15,0 0 30 16,0 0-2-16,0 0 14 16,0-28-36-16,0 23-16 15,0-1 2-15,0-1-34 16,0 2-15-16,0 1-5 16,0-1-64-16,0 4 36 0,0-2 26 15,0 2-22 1,0 1 17-16,0 0-7 0,0 0-17 15,0 0 43-15,0 0-28 16,-20 1-25-16,-18 17-13 16,-10 7-2-16,-10 7-9 15,-7 4 0-15,7-2 1 16,9 0-2-16,9-4 1 16,7-4 0-16,10-2-1 15,11-4 13-15,10-4-12 16,2-2 0-16,12-6 0 15,19-5-12-15,13-3-30 0,10-4-92 16,2-17-52 0,2-5-96-16,-4-2 17 0,-8-2-94 15,-4 0 1-15,-6 0 131 16,-7 0 227-16,-7 5 49 16,-4 6 97-16,-7 3-5 15,-9 5 66-15,0 7 24 16,-2 4-95-16,0 0-53 15,0 15-75-15,-4 15 61 16,-7 12 45-16,-3 13-15 16,6 8 16-16,-3 7-53 15,-1 5 0-15,1-1 24 16,5-2-59-16,-8-5-19 16,3-9 4-16,-2-7-1 15,-1-10-9-15,-3-12-2 0,1-6 1 16,-2-14 19-16,-4-4-20 15,4-5 0-15,1-8 9 16,3-19-9-16,5-9-1 16,9-7-14-16,2-6-13 15,27-3 27-15,9 0-51 16,7 4-54-16,26-16-116 16,-13 11-144-16,-4 10-484 0</inkml:trace>
  <inkml:trace contextRef="#ctx0" brushRef="#br0" timeOffset="21616.49">23385 3967 1699 0,'0'0'246'0,"0"0"-176"15,-75 109 49-15,48-51 64 16,9 3-94-16,9-6-45 15,9-2-14-15,2-7-30 16,23-9-1-16,6-11-69 16,23-17-125-16,-8-5-102 15,-5-4-524-15</inkml:trace>
  <inkml:trace contextRef="#ctx0" brushRef="#br0" timeOffset="21977.6">23553 4185 1498 0,'0'0'356'16,"0"0"-245"-16,0 0-14 16,0 0 80-16,0 0-53 15,0 0-26-15,71 140-10 16,-69-98-60-16,-2-4 0 16,0-8-23-16,0-6 8 15,0-9-9-15,0-8-4 16,2-7-16-16,6 0 3 15,-4-14-62-15,7-14-159 16,3-11-1-16,-1-6-50 0,0-1-40 16,-2 8 86-1,-2 10 239-15,0 11 287 0,-7 17-32 16,-2 0-94-16,0 23 121 16,0 12-115-16,0 4-39 15,0-1-73-15,9-4-39 16,11-6-1-16,2-8-5 15,7-10-20-15,5-10 2 16,9-7-119-16,-10-16-132 16,-6-5-419-16</inkml:trace>
  <inkml:trace contextRef="#ctx0" brushRef="#br0" timeOffset="22126.79">24139 4081 1633 0,'0'0'529'0,"0"0"-392"0,0 0-9 15,25 136-58 1,-25-78-23-16,-11 0 22 0,-18 0-52 16,-10-1-17-16,-23 4-37 15,7-15-217-15,1-11-374 0</inkml:trace>
  <inkml:trace contextRef="#ctx0" brushRef="#br0" timeOffset="22537.88">23236 3371 1375 0,'0'0'482'16,"0"0"-350"-16,0 0-44 16,0 0-42-16,0 0 95 15,-65 126-22-15,50-54-76 16,1 12-2-16,6 9-41 16,-3 24-41-16,-1-24-259 15,8-19-1030-15</inkml:trace>
  <inkml:trace contextRef="#ctx0" brushRef="#br0" timeOffset="23402.85">24469 4409 947 0,'0'0'813'0,"0"0"-528"16,0 0-25-16,0 0 26 15,0 0-61-15,0 0-89 16,0 0-77-16,2-2-53 16,21-2 6-16,-3 4-12 15,2 0-53-15,-4 0-47 16,-12 2-174-16,-8 25-72 16,-18-3-123-16,-11 0-593 0</inkml:trace>
  <inkml:trace contextRef="#ctx0" brushRef="#br0" timeOffset="23515.58">24315 4592 1370 0,'0'0'509'0,"0"0"-357"16,0 0-32-16,0 0 17 16,0 0 7-16,0 0-80 15,152-2-64-15,-81-8-17 16,-13 4-221-16,-13-1-655 0</inkml:trace>
  <inkml:trace contextRef="#ctx0" brushRef="#br0" timeOffset="24506.22">25553 3846 785 0,'0'0'874'0,"0"0"-673"16,0 0-148-16,0 0-2 15,0 0 40-15,0 0-13 16,0 0 5-16,-72 63-32 16,59-10 48-16,2 15 23 15,9 12-49-15,2 9 31 0,0 3-34 16,0 3-15-16,13-6 25 16,0-2-67-16,1-7 8 15,-4-12-3-15,2-8-9 16,-3-11 9-16,-7-13-18 15,-2-9 1-15,0-9-1 16,0-7 0-16,0-6 0 16,0-5-17-16,0 0-113 15,-4 0-83-15,-8 0-307 16,3-7-611-16</inkml:trace>
  <inkml:trace contextRef="#ctx0" brushRef="#br0" timeOffset="25957.62">25686 5113 628 0,'0'0'1159'15,"0"0"-915"1,0 0-134-16,0 0 28 0,0 0-54 16,0 0-23-16,-127 32 17 15,85 8-36-15,1 6 34 16,6 2 27-16,4-2-66 16,6-3 30-16,12-11-56 15,11-8-10-15,2-12 9 16,11-12-10-16,18 0-6 15,8-15-75-15,6-18-107 16,-1-7 25-16,-4-3-37 16,-7 4 51-16,-6 2 109 15,-9 11 40-15,-5 10 87 16,-9 13 107-16,-2 3-116 16,0 0-32-16,2 15-15 0,2 7-11 15,8 2 8-15,3-3-28 16,23-13-45-16,-6-7-158 15,-1-1-417-15</inkml:trace>
  <inkml:trace contextRef="#ctx0" brushRef="#br0" timeOffset="26777.05">25688 3617 446 0,'0'0'1029'16,"0"0"-774"-16,0 0-108 0,0 0-53 15,0 0 59-15,0 0-72 16,0 0-49-16,18 22 63 16,-9 9-27-16,-5 7 9 15,1 6-7-15,-5 0-27 16,0 0 38-16,0-6-47 15,-9-7-33-15,5-8 25 16,-5-9-19-16,7-7-7 16,2-7 21-16,0 0-21 15,0-18 0-15,11-13-197 16,4-13-27-16,3-6 58 16,0-1-67-16,-3 8 60 15,-3 8 173-15,-5 17 31 16,-7 17 146-16,0 1-82 15,0 18 35-15,0 15 65 0,0 8-107 16,0 1-27-16,0-4-23 16,8-6-30-16,15-6-16 15,4-12-17-15,15-14-94 16,-9 0-103-16,0 0-487 0</inkml:trace>
  <inkml:trace contextRef="#ctx0" brushRef="#br0" timeOffset="27196.07">26078 3331 1362 0,'0'0'279'0,"0"0"-114"16,0 0-66-16,0 0 42 16,0 0-9-16,0 0-48 15,0 0 11-15,-31-30-46 16,31 25-27-16,13 1-1 0,12 3-21 15,-5 1 0-15,5 1 0 16,-8 26 1-16,-5 6 27 16,-12 7 6-16,0 7 21 15,-10-1 56-15,-9-6-62 16,1-8-4-16,5-8-23 16,3-10-13-16,10-8-14 15,0-3 5-15,18-3-98 16,32 0 6-16,-8 0-165 15,0-5-401-15</inkml:trace>
  <inkml:trace contextRef="#ctx0" brushRef="#br0" timeOffset="27884.54">25503 4983 694 0,'0'0'549'0,"0"0"-407"16,0 0-117-16,0 0 0 15,0 0 135-15,0 0-60 16,0 0 17-16,21-38-19 16,-21 38-26-16,0 0 54 15,0 0-52-15,0 0-1 16,0 0-19-16,0 8 9 15,-12 8 56-15,-1 3-55 0,-5 4-27 16,-2 0 32 0,0-2-68-16,3 2 9 0,-2-6-10 15,3-1-77-15,8-3-128 16,1-10-372-16</inkml:trace>
  <inkml:trace contextRef="#ctx0" brushRef="#br0" timeOffset="28424.34">25927 4601 967 0,'0'0'791'15,"0"0"-554"-15,0 0 20 16,0 0-25-16,0 0 28 15,0 0-75-15,0 0-117 16,-21-26-29-16,21 26-20 16,0 0-7-16,8 11-13 15,5 9 1-15,3 2 0 16,-3 4-6-16,1-2 6 16,1-2-6-16,-2-5-56 0,16-2-156 15,-9-7-122 1,3-8-391-16</inkml:trace>
  <inkml:trace contextRef="#ctx0" brushRef="#br0" timeOffset="28756.71">26369 4034 1625 0,'0'0'351'15,"0"0"-238"-15,0 0-68 0,0 0-6 16,0 0 97-16,-48 120 0 16,26-59-65-16,-2 8 10 15,-3-2 1-15,5 3-12 16,-3-3 10-16,8-5-59 15,-4-6-20-15,5-10 7 16,8-6 2-16,-1-12-20 16,7-8-62-16,2-10-126 15,0-10-27-15,2 0-149 16,9-16-350-16</inkml:trace>
  <inkml:trace contextRef="#ctx0" brushRef="#br0" timeOffset="29135.06">26369 4142 1000 0,'0'0'898'0,"0"0"-650"16,0 0-141-16,0 0-21 16,0 0-12-16,0 0 2 0,0 0 0 15,129-1-21-15,-69 1-1 16,11-2 17-16,12-6 19 16,6-2 5-16,4-1-56 15,3 1 15-15,-2 2-54 16,-12 3 1-16,-3 1-6 15,-15 2 11-15,-6 2-6 16,-7 0 0-16,-10 0-22 16,-8 0-32-16,-9 0-136 15,3 0-56-15,-11 2-112 16,-3-2-514-16</inkml:trace>
  <inkml:trace contextRef="#ctx0" brushRef="#br0" timeOffset="30072.74">26259 4664 1490 0,'0'0'367'0,"0"0"-219"16,0 0 58-16,0 0-37 16,0 0-59-16,0 0-55 15,0 0-48-15,76-71-14 0,-48 42-13 16,-1-3-66-1,-2 2 6-15,2-1-38 16,-9 6 28-16,-5 6 78 0,-2 5 12 16,-8 8 4-16,-1 6 55 15,-2 0-28-15,0 9 30 16,0 16 50-16,0 9-58 16,-2 7 10-16,-6 0-56 15,2 2 4-15,4-5-11 16,2 0-46-16,0-9-134 15,6-14-355-15</inkml:trace>
  <inkml:trace contextRef="#ctx0" brushRef="#br0" timeOffset="30250.1">26670 4600 1365 0,'0'0'351'0,"0"0"-254"15,0 0 37-15,0 0-7 16,124-26-55-16,-86 19-39 16,2 2-33-16,-5-5-127 15,-6 1-150-15,-8 0-597 0</inkml:trace>
  <inkml:trace contextRef="#ctx0" brushRef="#br0" timeOffset="30421.97">26874 4425 1662 0,'0'0'287'0,"0"0"-227"0,0 0 106 15,0 0-36-15,-58 130-52 16,56-89-18-16,0-1-59 16,2-5-2-16,9-3-101 15,13-15-173-15,0-8-306 0</inkml:trace>
  <inkml:trace contextRef="#ctx0" brushRef="#br0" timeOffset="30674.14">27289 4339 1842 0,'0'0'240'16,"0"0"-212"-16,0 0 59 15,0 0 46-15,0 0-7 16,-27 122 23-16,25-79-79 16,2 1-3-16,0-2-56 15,0-4-5-15,0-7 1 16,11-4-7-16,3-7-39 16,-6-9-67-16,6-11-122 15,-5 0-102-15,-5 0-441 0</inkml:trace>
  <inkml:trace contextRef="#ctx0" brushRef="#br0" timeOffset="30812.43">27100 4506 1928 0,'0'0'387'16,"0"0"-252"-16,0 0-73 16,0 0-29-16,0 0 27 15,137-31-60-15,-81 26-17 16,-11-2-162-16,-7 3-527 0</inkml:trace>
  <inkml:trace contextRef="#ctx0" brushRef="#br0" timeOffset="60696.4">27503 4243 142 0,'0'0'794'15,"0"0"-680"-15,0 0-31 16,0 0-77-16,0 0-12 15,0 0-6-15,-2 0 12 16,2 0 96-16,4 0 68 16,-2 0-80-16,0 0 45 0,-2 0 5 15,0 0-29-15,0 0-15 16,0 0-18-16,0 0 24 16,0 0-16-16,0 0-6 15,0 0 17-15,0 0-37 16,0 0 26-16,0 0 9 15,0 0-43-15,0 0 32 16,0 0-34-16,-4 0-14 16,0 0 30-16,2 0-53 15,-5 0 5-15,3 0 4 16,4-2-15-16,0 2 25 16,0 0-26-16,0 0 1 0,0 0 44 15,0-3-44-15,4 3 4 16,9 0-5-16,1 0 8 15,-1 0-19-15,-2 0 11 16,-4 0 0-16,-7 11-15 16,0 7 13-16,-7 8 2 15,-22 4 0-15,-5 1 14 16,1-2-13-16,4-5-1 16,14-6 0-16,7-6-13 15,8-6-35-15,21-1-43 16,39-5-30-16,0-2-161 15,-4-10-517-15</inkml:trace>
  <inkml:trace contextRef="#ctx0" brushRef="#br0" timeOffset="61080.04">27873 4529 879 0,'0'0'903'0,"0"0"-722"16,0 0-19-1,0 0-6-15,0 0-36 0,0 0-38 16,-140 21-63-16,111-4 14 16,4 3-4-16,7 3-29 15,9-5 36-15,9 0-36 16,0-5 2-16,9-6-13 16,18-5-22-16,2-2 11 15,6-6-42-15,3-16-151 16,1-5-10-16,3-26-72 15,-11 9-81-15,-9-2-148 0</inkml:trace>
  <inkml:trace contextRef="#ctx0" brushRef="#br0" timeOffset="61307.41">28000 3979 1380 0,'0'0'543'16,"0"0"-295"-16,0 0-166 15,0 0-81-15,0 0 78 16,-29 108 32-16,11-42 20 15,0 6-8-15,3 6-60 16,1 2 25-16,3 0-38 16,7-5-49-16,4-7 20 15,0-6-21-15,0-13-1 16,15-5-13-16,3-14-41 16,3-11-52-16,0-13-59 0,4-6-36 15,8-25-68 1,-6-14-277-16,-4-7-120 0</inkml:trace>
  <inkml:trace contextRef="#ctx0" brushRef="#br0" timeOffset="61504.2">28136 4368 1262 0,'0'0'582'15,"0"0"-279"-15,0 0 5 16,0 0-150-16,0 0-88 16,0 0-59-16,0 0 19 15,-20 91 40-15,7-34-26 16,-1 5-31-16,3 0 16 15,7-6-28-15,-3-3-1 16,5-11 0-16,2-10-30 16,0-9-44-16,0-9-141 15,0-14-108-15,0-5-175 0,0-16-933 16</inkml:trace>
  <inkml:trace contextRef="#ctx0" brushRef="#br0" timeOffset="61639.78">28045 4557 827 0,'0'0'1323'15,"0"0"-942"-15,0 0-246 16,0 0-53-16,0 0 2 16,129-41-67-16,-86 34-16 15,-8 4-2-15,18-1-86 16,-8-1-200-16,-5 0-433 0</inkml:trace>
  <inkml:trace contextRef="#ctx0" brushRef="#br0" timeOffset="61999.86">28595 4088 1879 0,'0'0'480'0,"0"0"-357"16,0 0 23-16,0 0-51 16,0 0-26-16,0 0-59 0,0 0 4 15,60 111 31-15,-60-21-23 16,0 30 20-16,-24 26-9 15,-18-15-33-15,-1-22 23 16,3-32-23-16,7-19-42 16,-32 25-130-16,7-11-152 15,2-7-504-15</inkml:trace>
  <inkml:trace contextRef="#ctx0" brushRef="#br0" timeOffset="62721.44">25283 3999 1491 0,'0'0'244'16,"0"0"-179"-16,0 0-64 15,0 0 101-15,-145 92 27 0,103-8 17 16,-1 34 9 0,7 35-37-16,16 5 12 0,20-28-13 15,0-33-64-15,7-39-6 16,20-6-47-16,13 6 8 15,16 2-19-15,62 10-45 16,-9-20-147-16,-8-20-303 0</inkml:trace>
  <inkml:trace contextRef="#ctx0" brushRef="#br0" timeOffset="63335.58">28832 3527 1737 0,'0'0'639'15,"0"0"-327"-15,0 0-81 16,0 0-26-16,0 0-80 16,0 0-64-16,0 0-61 15,-14-18-60-15,-13 92 50 16,-11 39-32-16,-4 34-51 15,7-2-103-15,10-37-406 16,19-41-1142-16</inkml:trace>
  <inkml:trace contextRef="#ctx0" brushRef="#br0" timeOffset="64626.53">30062 3635 1820 0,'0'0'265'15,"0"0"-147"-15,0 0-82 16,0 0-30-16,0 0 65 15,-121 0-31-15,92 63 25 16,0 41 42-16,8 38-18 16,7 10 44-16,7-3-51 15,7-19-28-15,0-22 29 16,0-17-57-16,7-19 2 16,-3-18-19-16,-2-5 7 15,-2 0-7-15,0 3-9 16,0 1 0-16,0-11-12 15,0-12 13-15,-2-8-2 0,-7-6-35 16,1-9-106-16,-1 0-49 16,-3-7-41-16,4 0-233 15,-3 0-574-15</inkml:trace>
  <inkml:trace contextRef="#ctx0" brushRef="#br0" timeOffset="65061.89">29837 5153 1685 0,'0'0'501'0,"0"0"-332"15,0 0-64-15,0 0-98 16,0 0 29-16,-139 0 56 16,106 24 24-16,8 7-26 15,10-1-77-15,9-2 5 16,6-3-13-16,0-6 10 16,17-9-17-16,10-10 2 15,6 0-31-15,3-10 5 16,-5-12-109-16,-4-2 65 15,-9 3 53-15,-7 6 17 16,-9 7 11-16,-2 8 77 16,0 0-62-16,0 11 0 0,0 15-25 15,0 6 27-15,0 1-18 16,5-1 2-16,17-8-24 16,0-4-30-16,20-14-105 15,-3-6-120-15,-8 0-636 0</inkml:trace>
  <inkml:trace contextRef="#ctx0" brushRef="#br0" timeOffset="66649.6">30215 3529 1005 0,'0'0'605'15,"0"0"-450"-15,0 0-37 0,0 0-14 16,0 0 38-16,0 0 5 16,0 0-47-16,8-34 6 15,-4 32-74-15,3 2-2 16,-5 0-17-16,4 7-2 16,1 16 2-16,-2 11-1 15,-5 8 5-15,0 4 69 16,0 2-47-16,0-3-17 15,-5-8-1-15,3-7-11 16,-3-13-2-16,5-5-8 16,0-9-3-16,0-3-12 15,7-7-18-15,7-18-73 0,-1-14-10 16,-4-3-56 0,2-5 14-16,-2 8 47 0,-5 8 111 15,-1 16 52-15,-3 8 115 16,0 7-50-16,0 7-65 15,0 16 12-15,0 7 28 16,9 5-31-16,4-3-40 16,11-6 0-16,10-7-21 15,-1-5-39-15,19-14-49 16,-8 0-147-16,-10-4-352 0</inkml:trace>
  <inkml:trace contextRef="#ctx0" brushRef="#br0" timeOffset="67452.57">30610 3113 1305 0,'0'0'318'16,"0"0"-216"-16,0 0 15 15,0 0 21-15,0 0-24 16,0 0-6-16,0 0-55 16,-24 0-31-16,22 0 46 0,2 0-23 15,0 0-22-15,0 0 0 16,0 0-17-16,0 0 5 15,0 0-11-15,0 0 1 16,0 0-18-16,0 0 15 16,-3 0-1-16,3 0-3 15,0 0 3-15,0 0 3 16,0 0 0-16,0 0 1 16,0 0 2-16,0 0 4 15,0 0-1-15,0 0 33 16,0 0-17-16,0 0 20 15,0 0-26-15,0 0-15 0,0 0 14 16,0 0-15-16,0 0-7 16,0 0-1-16,0 0 8 15,-2 0-7-15,0 0 7 16,-7 0 0-16,5 3-6 16,-1 1 7-16,3-4-1 15,0 0 7-15,-1 0 5 16,1 0 3-16,0 0-15 15,2 0 11-15,0 0 21 16,0 0-11-16,0 0 20 16,0 0 3-16,0 0-43 15,0 0 14-15,4 0-15 16,1 0-24-16,2 0 23 0,-7 10-35 16,0 6 36-1,0 6 0-15,-7 4 8 0,-7-3 15 16,-1 0-5-16,1-5-12 15,6-8 6-15,8-3-12 16,0-4-1-16,0-3 0 16,13 2-37-16,7 0 38 15,5 3 0-15,-3 2 0 16,-7 8-16-16,-6 9 16 16,-9 7 0-16,0 12-2 15,-17 6 10-15,-10 6-17 16,-9 15-33-16,5-12-138 15,9-16-362-15</inkml:trace>
  <inkml:trace contextRef="#ctx0" brushRef="#br0" timeOffset="68020.47">30080 4560 529 0,'0'0'994'0,"0"0"-743"16,0 0-55-16,0 0 47 15,0 0-15-15,0 0 16 16,0 0-119-16,-9 0-85 15,14 0-34-15,5 12 8 16,9 3-4-16,0 8-10 16,6-1 2-16,-3 0-19 15,3-2 4-15,2-2-131 16,8-5-52-16,-6-6-325 16,-4-7-545-16</inkml:trace>
  <inkml:trace contextRef="#ctx0" brushRef="#br0" timeOffset="68290.17">30493 4187 1491 0,'0'0'286'0,"0"0"-119"15,0 0 51-15,0 0-135 16,0 0-53-16,0 0 107 15,0 0-56-15,-70 155 11 16,47-94-39-16,2 2-38 16,0-1 20-16,6-8-35 15,1-6 0-15,6-10-1 0,1-12-29 16,7-8-86-16,0-18-129 16,0 0-136-16,9-4-228 0</inkml:trace>
  <inkml:trace contextRef="#ctx0" brushRef="#br0" timeOffset="68599.45">30485 4209 952 0,'0'0'597'0,"0"0"-379"15,0 0-58-15,0 0 15 0,0 0-17 16,0 0-69-16,0 0 6 15,125-36-40-15,-71 36-39 16,8 0 45-16,19 7-16 16,8-5 89-16,9 3-35 15,4-3-69-15,1-2 11 16,-9 0-9-16,-7 0-31 16,-14 0 31-16,-9 0-32 15,-10-9 0-15,-10 2-1 16,-7-2 8-16,-11 4-14 15,-8-1 2-15,-6 3-96 16,-8 3-104-16,-4 0-141 16,0 0-492-16</inkml:trace>
  <inkml:trace contextRef="#ctx0" brushRef="#br0" timeOffset="69108.23">30543 4712 1305 0,'0'0'688'16,"0"0"-559"-16,0 0-28 15,0 0-7-15,0 0 20 16,0 0-53-16,69-112-55 15,-42 78 14-15,2-3-20 16,-2 4-3-16,-2-2-6 16,-5 8 11-16,-7 5-2 15,-7 10 7-15,-1 5 10 0,-5 7 23 16,0 0-40-16,-5 19 0 16,-5 12-14-16,-9 7 28 15,9 5-13-15,-3 3-1 16,-1-3 9-16,5 0-13 15,7-5 4-15,2-6-107 16,0-12-167-16,11-10-557 0</inkml:trace>
  <inkml:trace contextRef="#ctx0" brushRef="#br0" timeOffset="69267.28">30929 4562 2070 0,'0'0'273'16,"0"0"-202"-16,0 0-69 0,0 0 11 16,0 0 2-16,123-19-15 15,-88 19 0-15,15 0-37 16,-13 0-282-16,-8 0-516 0</inkml:trace>
  <inkml:trace contextRef="#ctx0" brushRef="#br0" timeOffset="69492.86">31112 4430 1618 0,'0'0'310'0,"0"0"-226"16,0 0-54-16,0 0 91 0,0 0 30 15,-49 130-24-15,42-86-26 16,3 2-85-16,4-2-10 15,0-2-6-15,0-6-25 16,11-8-76-16,13-9-108 16,-1-10-127-16,-1-9-380 0</inkml:trace>
  <inkml:trace contextRef="#ctx0" brushRef="#br0" timeOffset="69726.75">31509 4427 1888 0,'0'0'283'16,"0"0"-188"-1,0 0-95-15,0 0 0 0,0 0 40 16,0 0 43-16,-52 107 9 16,41-63-18-16,3 3-54 15,6 2 25-15,2-6-45 16,0-4 0-16,2-7 3 15,11-6-3-15,-5-6-44 16,6-12-84-16,-3-4-152 16,-2-4-334-16</inkml:trace>
  <inkml:trace contextRef="#ctx0" brushRef="#br0" timeOffset="69881.61">31250 4550 2109 0,'0'0'319'0,"0"0"-233"16,0 0-80-16,116-12 21 16,-65 8-27-16,3-1 0 15,26 0-6-15,-18 1-169 16,-6-2-691-16</inkml:trace>
  <inkml:trace contextRef="#ctx0" brushRef="#br0" timeOffset="70313.19">31818 4371 322 0,'0'0'1402'0,"0"0"-1173"16,0 0-166-16,0 0 23 16,0 0 135-16,0 0-72 15,0 0-70-15,-10-10-42 0,16 6-37 16,7 2 0-1,-3 2 0-15,-2 0-12 0,-8 10 1 16,0 16 22-16,-6 6-11 16,-17 6 55-16,1-2-13 15,-4-1-4-15,10-7-27 16,9-6-1-16,7-6 4 16,0-6-14-16,20-5-10 15,9-5-25-15,24 0-139 16,-3-3-366-16,-6-9-885 0</inkml:trace>
  <inkml:trace contextRef="#ctx0" brushRef="#br0" timeOffset="70603.14">32138 4618 1676 0,'0'0'473'15,"0"0"-343"-15,0 0-98 16,0 0-8-16,0 0-18 16,-121 14 10-16,94 13 42 0,5 0-42 15,7 4 14-15,7-5-24 16,8-3 3-16,0-7-18 15,2-7 6-15,17-9-45 16,14-11-1-16,-4-15-247 16,-4-6-375-16</inkml:trace>
  <inkml:trace contextRef="#ctx0" brushRef="#br0" timeOffset="70866.09">32209 3935 2218 0,'0'0'117'0,"0"0"-117"16,0 0-19-16,0 0 19 15,-29 161 80-15,10-93 62 0,9 6-51 16,-1 5-49-16,4-3 14 16,7-2-38-16,0-7 5 15,0-9-20-15,7-10 7 16,8-12-16-16,1-9 6 15,1-13-63-15,4-14-38 16,-1 0-31-16,2-12-181 16,7-45-245-16,-7 7 3 15,-4-5-301-15</inkml:trace>
  <inkml:trace contextRef="#ctx0" brushRef="#br0" timeOffset="71053.63">32360 4316 864 0,'0'0'949'15,"0"0"-463"-15,0 0-277 0,0 0-96 16,0 0-113-1,0 0 1-15,0 0 54 0,-29 97 6 16,16-39 0-16,-1 5-34 16,6-1-19-16,3-6 4 15,1-5-12-15,2-14-6 16,2-7-17-16,0-9-83 16,0-12-56-16,0-9-77 15,-3-12-16-15,1-13-288 16,-9-8-701-16</inkml:trace>
  <inkml:trace contextRef="#ctx0" brushRef="#br0" timeOffset="71151.89">32254 4580 1500 0,'0'0'589'16,"0"0"-298"-16,0 0-91 15,0 0-128-15,0 0-59 16,0 0-8-16,162-52-5 0,-108 52-140 16,-8 0-558-16</inkml:trace>
  <inkml:trace contextRef="#ctx0" brushRef="#br0" timeOffset="71533.14">32659 3924 1840 0,'0'0'603'0,"0"0"-570"15,0 0-33-15,0 0-37 16,0 0 25-16,0 0 22 15,35 185-10-15,-28-63 19 16,-7 30 2-16,-15 13 16 16,-28-10-16-16,-12-17 15 15,6-38-9-15,-1-21-27 16,8-18 9-16,-22 15-9 0,8-13-156 16,2-9-334-16</inkml:trace>
  <inkml:trace contextRef="#ctx0" brushRef="#br0" timeOffset="72285.88">29565 3793 689 0,'0'0'804'0,"0"0"-574"16,-85 116-67-16,43-5 8 15,-3 44-30-15,1 15-5 16,13 2-5-16,10-21-60 16,15-41 21-16,6-23-36 15,0-25-55-15,13-8 32 16,14 4-33-16,4 4-13 0,31 12-56 16,-8-21-127-1,0-20-368-15</inkml:trace>
  <inkml:trace contextRef="#ctx0" brushRef="#br0" timeOffset="72998.32">32946 3254 1766 0,'0'0'644'0,"0"0"-476"16,0 0-107-16,0 0-61 15,0 0 0-15,-13 120 15 16,-7-29-13-16,-9 27 26 16,-9 20-28-16,3-3-131 15,6-38-145-15,6-36-686 0</inkml:trace>
  <inkml:trace contextRef="#ctx0" brushRef="#br0" timeOffset="74394">29284 6258 682 0,'0'0'1363'15,"0"0"-1000"-15,0 0-253 16,0 0-28-16,0 0-50 15,0 0-30-15,0 0 14 16,-18 38 59-16,18 11-13 16,16 2-19-16,10-2-42 15,13-9 30-15,3-12-31 16,5-14 0-16,-1-10-2 0,4-4-5 16,-11-8-56-16,-5-16-59 15,-14-6-2-15,-11-4-4 16,-9-2-36-16,0 2 53 15,-20 5 102-15,-4 9 9 16,1 11 90-16,3 9 10 16,7 0-43-16,13 2 14 15,0 13-38-15,6 3-21 16,30-4 32-16,7-2-44 16,5-6 5-16,4-3-5 15,-8-3-49-15,-10 0 39 16,-12 0-11-16,-8 0 19 0,-12 0-11 15,-2 5 25-15,0 12-12 16,-9 7 85-16,2 3-29 16,0 2 28-16,7-5-58 15,0-4-3-15,16-6 30 16,13-8-35-16,5-6 5 16,3 0-23-16,-1-14-29 15,-7-10-6-15,-9-2-44 16,-9 0 10-16,-11-2 21 15,0 2-13-15,-2 4 61 16,-14 8 7-16,-4 5-6 16,0 9-2-16,-3 0 1 15,0 11-120-15,7 3-177 16,-2-2-469-16</inkml:trace>
  <inkml:trace contextRef="#ctx0" brushRef="#br0" timeOffset="74575.5">30078 6140 1565 0,'0'0'176'0,"0"0"-132"16,0 0-43-16,0 112 46 15,0-69-30-15,0 0-17 16,0-4 0-16,6-3-102 15,1-12-235-15,2-8-525 0</inkml:trace>
  <inkml:trace contextRef="#ctx0" brushRef="#br0" timeOffset="74725.63">30167 6382 1448 0,'0'0'597'16,"0"0"-404"-16,0 0-128 15,0 0-6-15,0 0 67 16,0 0-99-16,0 0-12 15,0 63-15-15,0-58-8 16,0-5-151-16,2 0-238 16,-2-9-584-16</inkml:trace>
  <inkml:trace contextRef="#ctx0" brushRef="#br0" timeOffset="74889.58">30182 5821 1139 0,'0'0'1066'0,"0"0"-541"16,0 0-404-16,0 0-89 16,0 0-15-16,0 0-17 15,0 0-1-15,-167 138-63 16,116-61-272-16,7-12-603 0</inkml:trace>
  <inkml:trace contextRef="#ctx0" brushRef="#br0" timeOffset="75531.16">30865 6164 1579 0,'0'0'474'0,"0"0"-240"15,0 0-130-15,0 0-83 16,-129 39 71-16,79-2-22 16,5 7 42-16,12 5-30 0,11-5-75 15,13-7 32 1,9-6-39-16,0-11 0 0,20-11-7 16,9-9-13-16,9 0-21 15,-3-13-104-15,4-11-127 16,-8-4 11-16,-5 0 24 15,-1 3 122-15,-14 10 115 16,-4 10 201-16,-5 5-1 16,-2 10-141-16,0 23-15 15,0 6 20-15,4 8-54 16,17 3-10-16,0-12-155 16,6-16-473-16</inkml:trace>
  <inkml:trace contextRef="#ctx0" brushRef="#br0" timeOffset="75753.5">31388 6075 2027 0,'0'0'285'0,"0"0"-240"16,0 0-29-16,0 0 11 15,-135 81 68-15,106-34 88 16,13 4-73-16,5 7-58 15,11-2 1-15,0 1-52 16,17-10 10-16,10-6-11 16,6-9-23-16,3-11-27 15,9-12-136-15,-7-9-157 0,-14 0-488 0</inkml:trace>
  <inkml:trace contextRef="#ctx0" brushRef="#br0" timeOffset="75903.85">31168 6322 2074 0,'0'0'333'16,"0"0"-221"-16,0 0-105 15,125-6 4-15,-74 6-17 16,4 0 6-16,21 0-82 16,-13 0-274-16,-12 0-1320 0</inkml:trace>
  <inkml:trace contextRef="#ctx0" brushRef="#br0" timeOffset="76197.75">31814 6132 1861 0,'0'0'289'0,"0"0"-211"16,0 0-37-16,0 0 29 15,0 118 65-15,-2-72-13 16,-7 7-17-16,0-3-43 0,2 0-61 16,1-6 24-16,1-6-25 15,3-10-11-15,2-9-55 16,0-19-172-16,2 0-335 15,9-3-453-15</inkml:trace>
  <inkml:trace contextRef="#ctx0" brushRef="#br0" timeOffset="76422.27">31990 6101 2045 0,'0'0'435'0,"0"0"-435"0,0 0-57 16,0 0 57-1,-18 139 28-15,7-84 62 0,3-1 42 16,0 1-86-16,6-5-37 16,0-5 5-16,2-12-14 15,0-10 0-15,-2-13-18 16,0-10-76-16,-5 0 30 16,3-20-126-16,4-40-344 15,0 2 167-15,11-2-520 0</inkml:trace>
  <inkml:trace contextRef="#ctx0" brushRef="#br0" timeOffset="76586.6">32138 6200 1538 0,'0'0'321'0,"0"0"-161"15,0 0-53-15,6 133 41 16,-10-84 7-16,-10-3 13 0,5-2-37 16,7-8-53-1,2-3-6-15,23-8-17 0,21-2 12 16,16-5-40-16,18-8-27 15,43-3-33-15,-19-7-198 16,-15 0-388-16</inkml:trace>
  <inkml:trace contextRef="#ctx0" brushRef="#br0" timeOffset="78771.69">31937 6191 988 0,'0'0'264'0,"0"0"-137"16,0 0-21-16,0 0 16 15,0 0-18-15,0 0-31 16,0 0 50-16,29-32-37 15,-29 32-36-15,0 0 31 16,0 0-5-16,0 0 11 16,0 0-7-16,0 0-22 15,0 0 22-15,0 0-39 0,0 0-30 16,0 0 17 0,0 0-28-16,0 0 0 0,0 12 0 15,0 13 1-15,0 13 37 16,0 10 13-16,-5 4-8 15,-3 5 17-15,-2-6-36 16,6-3-5-16,2-6-16 16,-3-5 11-16,3-11-28 15,2-6-69-15,0-8-120 16,0-10-68-16,0-2-64 16,0 0-144-16</inkml:trace>
  <inkml:trace contextRef="#ctx0" brushRef="#br0" timeOffset="79110.37">32109 6064 599 0,'0'0'621'16,"0"0"-358"-16,0 0-52 16,0 0-116-16,0 0-8 15,0 0 31-15,0 0-28 16,64 110-6-16,-64-60-13 15,-4 1-47-15,-14-4 23 16,-5-2 9-16,4-8-47 16,-8-6 22-16,6-12-31 15,8-6 1-15,7-6 3 16,3-2 2-16,3-1-6 0,5-1 24 16,17 6 37-16,9 3 49 15,10 1-64-15,1 4-40 16,5-3 18-16,1-2-15 15,4 3-8-15,-6-4-1 16,10 4-129-16,-11-2-137 16,-9-3-545-16</inkml:trace>
  <inkml:trace contextRef="#ctx0" brushRef="#br0" timeOffset="80732.61">22612 8805 1536 0,'0'0'496'0,"0"0"-255"16,0 0-34-16,0 0 34 0,0 0-132 15,0 0-68-15,0 0-16 16,-147-32-19-16,87 73-6 16,-9 8 0-16,11 7 7 15,4 3-2-15,21-10-5 16,10-5 0-16,21-9 9 15,2-13-7-15,27-10-2 16,15-12 0-16,14-2-33 16,2-25-19-16,2-4-109 15,-4-6 10-15,-14 1 9 16,-11 5-64-16,-8 2 96 16,-15 7 90-16,-2 10 20 15,-6 6 176-15,0 6-101 0,0 8-74 16,-10 21 21-1,1 19-22-15,5 10 94 0,4 11 4 16,0 10-62-16,0 1 38 16,0-2-44-16,0-6 3 15,-2-10 10-15,-5-11-37 16,0-14-2-16,-6-10-4 16,2-13 15-16,-3-11 3 15,-1-3-11-15,8-9 13 16,0-26 8-16,7-14-28 15,14-13-19-15,22-8-38 16,8-8-108-16,20-27-68 16,-10 17-246-16,-7 10-678 0</inkml:trace>
  <inkml:trace contextRef="#ctx0" brushRef="#br0" timeOffset="80895.89">22926 8328 1835 0,'0'0'570'16,"0"0"-391"-16,0 0-178 16,0 0-1-16,-29 122 47 15,12-52-46-15,1 6 10 16,3 24-11-16,11-17-227 16,2-22-303-16</inkml:trace>
  <inkml:trace contextRef="#ctx0" brushRef="#br0" timeOffset="81452.38">23123 8777 1761 0,'0'0'272'16,"0"0"-205"-16,0 0 14 15,-137 138 105-15,113-92-57 16,13 0 18-16,11-3-48 15,0-6-78-15,14-5 17 16,14-7-38-16,8-12-13 16,0-4-9-16,-5-9-101 15,-2 0 13-15,-6-9-77 0,-13-12-123 16,-3-5-184 0,-7-6 170-16,0-3 198 0,0 2 126 15,-7 2 231-15,5 5 103 16,2 10-15-16,0 9-101 15,2 7-45-15,11 0-98 16,-1 7-44-16,-1 17 27 16,-5 8-5-16,-1 7 53 15,-5 0-14-15,0 1-69 16,-5-6 28-16,-1-5-51 16,-1-12 1-16,7-5 6 15,0-12-6-15,0 0-1 16,5-14 0-16,11-15-101 15,-3-9 1-15,0-2-54 0,-6-1 10 16,0 7 14-16,-7 10 130 16,0 12 48-16,0 12 107 15,0 0-122-15,0 24 34 16,0 10 29-16,0 1-30 16,6 0-7-16,7-3-58 15,5-9 9-15,3-8-10 16,-4-7-50-16,10-8-57 15,-7-11-114-15,-5-11-475 0</inkml:trace>
  <inkml:trace contextRef="#ctx0" brushRef="#br0" timeOffset="81626.78">23542 8770 2022 0,'0'0'340'0,"0"0"-282"16,9 109 10-16,-9-49-25 15,0 8-6-15,-21 3 41 16,-1 1-33-16,0-2-11 16,4-6-34-16,3-6-103 15,5-18-145-15,6-16-578 0</inkml:trace>
  <inkml:trace contextRef="#ctx0" brushRef="#br0" timeOffset="81939.38">23756 9140 1505 0,'0'0'727'16,"0"0"-496"-16,0 0-63 15,0 0-81-15,0 0 2 0,0 0 2 16,0 0-79-16,67-4 5 16,-34 4-17-1,5 0-9-15,-7 0-14 0,-4 0-159 16,-7 4-169-16,-13 4-456 15</inkml:trace>
  <inkml:trace contextRef="#ctx0" brushRef="#br0" timeOffset="82070.37">23720 9322 2266 0,'0'0'595'16,"0"0"-507"-16,0 0-87 15,0 0 17-15,0 0-18 16,132 0-22-16,-86-8-71 15,-3-4-417-15</inkml:trace>
  <inkml:trace contextRef="#ctx0" brushRef="#br0" timeOffset="84747.93">24454 9138 1480 0,'0'0'329'16,"0"0"-221"-16,0 0-49 15,0 0-16-15,0 0 58 16,0 0-69-16,-12-106 24 16,21 76 14-16,7 1-39 15,0 5 22-15,1 7 24 16,1 6-44-16,0 9-2 15,-9 2-31-15,0 13 0 16,-9 19 5-16,0 14 1 0,-25 8 32 16,-10 6-37-1,-8 0 9-15,-8-6-4 0,4-11-5 16,5-12-1-16,13-11 13 16,4-10-2-16,12-6 27 15,11-4 34-15,2 0 10 16,13-12-34-16,20-6-48 15,15 2 0-15,2 4-2 16,10 6-17-16,3 2-20 16,-7 4-138-16,8-6-105 15,-10 0-114-15,-14-2-729 0</inkml:trace>
  <inkml:trace contextRef="#ctx0" brushRef="#br0" timeOffset="84981.3">24841 9024 1079 0,'0'0'728'16,"0"0"-573"-16,0 0-88 15,0 0-40-15,0 0 101 16,0 0 49-16,39 130-68 16,-39-81-14-16,0-5-59 15,0-5-26-15,-6-6 14 16,2-12-14-16,4-8-10 15,0-13 0-15,0 0-37 16,0-14 22-16,16-44-311 0,1 1-68 16,-3 1-449-16</inkml:trace>
  <inkml:trace contextRef="#ctx0" brushRef="#br0" timeOffset="85097.7">24841 9024 1375 0,'101'72'499'15,"-101"-35"-331"-15,4 6-60 16,5 5-23-16,5-6-42 15,7-3-42-15,29-14-2 16,-8-7-165-16,3-13-560 0</inkml:trace>
  <inkml:trace contextRef="#ctx0" brushRef="#br0" timeOffset="85355.08">25281 9166 1879 0,'0'0'565'16,"0"0"-488"-16,0 0-47 15,0 0-19-15,0 0 27 16,0 0 24-16,0 0-53 15,93 102 25-15,-68-80-34 16,0-2-29-16,3-11-71 16,-6-2-211-16,-1-7-420 0</inkml:trace>
  <inkml:trace contextRef="#ctx0" brushRef="#br0" timeOffset="85649.71">25717 8364 1525 0,'0'0'359'0,"0"0"-258"15,0 0-82-15,0 0 48 16,-35 186 80-16,6-68 55 15,-9 25-45-15,7-10-52 0,2-27-3 16,6-37-75-16,17-19-1 16,-5-1-26-16,1 1 18 15,6-4-36-15,4-16-42 16,0-20-189-16,0-10-130 16,4 0-496-16</inkml:trace>
  <inkml:trace contextRef="#ctx0" brushRef="#br0" timeOffset="86067.42">25717 8402 1778 0,'0'0'497'0,"0"0"-438"16,0 0-21-16,0 0-29 16,129 0 52-16,-63 0 9 15,20-12-15-15,36-6 37 16,42-8 20-16,10-2-46 0,-3 1 11 15,-13 3-60 1,-13 4 13-16,-4 4-23 0,-27 2 13 16,-25 4-20-16,-22 4 0 15,-19 2 0-15,4 2-6 16,-5 1 6-16,-3-2-8 16,-15 3-47-16,-16 0-132 15,-13 0-49-15,0 0-279 16,-17 3-251-16</inkml:trace>
  <inkml:trace contextRef="#ctx0" brushRef="#br0" timeOffset="86887.35">25767 9298 1577 0,'0'0'539'0,"0"0"-387"16,0 0 42-16,0 0-8 15,0 0-92-15,0 0-35 0,0 0-35 16,110-98-24 0,-71 60 7-16,-1-5-7 0,-7 2-43 15,-4-1-53-15,-12 3-2 16,-1 6 45-16,-6 8-11 16,-1 9 50-16,-7 8 14 15,0 8 1-15,0 0 8 16,0 17-3-16,-7 18-5 15,-1 11 48-15,-1 6-33 16,4 9-16-16,-2-3 10 16,7-4-10-16,0-2-60 15,9-14-141-15,7-18-492 0</inkml:trace>
  <inkml:trace contextRef="#ctx0" brushRef="#br0" timeOffset="87067.7">26328 9144 1949 0,'0'0'378'15,"0"0"-301"-15,0 0-27 16,0 0-49-16,145-13 30 16,-103 10 24-16,5-3-55 15,3-2 0-15,-11 0-21 16,-1-4-232-16,-11 0-90 15,-11-1-463-15</inkml:trace>
  <inkml:trace contextRef="#ctx0" brushRef="#br0" timeOffset="87241.13">26585 8932 1570 0,'0'0'328'0,"0"0"-229"15,0 0-25-15,-58 106-2 16,37-50 98-16,4 4-41 15,3 4-61-15,8-4-30 16,1-6-38-16,5-12-49 16,13-17-112-16,12-13-175 15,0-12-383-15</inkml:trace>
  <inkml:trace contextRef="#ctx0" brushRef="#br0" timeOffset="87640.1">26847 8979 1817 0,'0'0'597'0,"0"0"-453"16,0 0-143-16,0 0 17 15,0 0-8-15,0 0 54 16,0 0 69-16,16 111-63 16,-24-70-22-16,-4-8-26 15,3-8-13-15,5-6 0 16,2-9-9-16,2-8 0 15,0-2-1-15,0 0 1 16,6-20-9-16,9-8-111 16,1-11-35-16,3 0 45 15,-9-2-46-15,-1 7-7 0,1 12 163 16,-10 13 59-16,0 9 61 16,0 9-74-16,-6 26 12 15,0 4 51-15,-3 8-40 16,9-3 23-16,0-3 5 15,9-4-70-15,18-9-6 16,2-6-21-16,0-5-6 16,2-12-11-16,2-5-99 15,5-5-88-15,-9-14-154 16,-9-3-488-16</inkml:trace>
  <inkml:trace contextRef="#ctx0" brushRef="#br0" timeOffset="88024.55">27146 8545 1196 0,'0'0'574'0,"0"0"-379"16,0 0-145-16,0 0-30 0,0 0 98 15,0 0-36 1,-73 107 11-16,50-70-20 0,6-4-42 16,5-4 27-16,6-10-43 15,6-4-3-15,0-6 28 16,8-4-18-16,15-3 33 15,8-2-23-15,7 0-26 16,5 0 4-16,-1-2-10 16,0-3-58-16,-6 2-6 15,0 1-111-15,-5-2-131 16,-4 0-323-16,-12-2-748 0</inkml:trace>
  <inkml:trace contextRef="#ctx0" brushRef="#br0" timeOffset="88247.31">27266 8506 1272 0,'0'0'748'0,"0"0"-617"16,0 0 58-16,0 0-74 15,-21 144-61-15,13-87 23 16,4 1-69-16,0 5-8 16,-5-5 0-16,-3 5-120 15,4-13-173-15,1-15-645 0</inkml:trace>
  <inkml:trace contextRef="#ctx0" brushRef="#br0" timeOffset="89229.1">27708 9196 1200 0,'0'0'535'0,"0"0"-357"15,0 0 8-15,0 0 46 16,0 0-18-16,0 0 28 16,0 0-112-16,23-22-94 15,10 20-4-15,11 2-32 16,8 0 0-16,-2 0 0 15,0 0-4-15,-3 0 3 16,-7 0-121-16,0 0-145 16,-11 0-224-16,-9-8-450 0</inkml:trace>
  <inkml:trace contextRef="#ctx0" brushRef="#br0" timeOffset="89425.15">27964 9011 1825 0,'0'0'315'16,"0"0"-191"-16,-48 103-5 15,27-51 8-15,3 8-30 16,3 0-21-16,-1 0-70 16,5-2-6-16,5-5-33 15,1-7-132-15,5-17-152 0,0-12-583 16</inkml:trace>
  <inkml:trace contextRef="#ctx0" brushRef="#br0" timeOffset="108395.67">28789 4632 637 0,'0'0'45'15,"0"0"-30"-15,0 0-15 16,0 0 2-16,0 0-4 16,0 0 9-16,2 6 181 15,1-6 107-15,-3 0-110 16,2 0 32-16,-2 0-26 16,0 0-55-16,0 0 25 15,0 0-40-15,0 0-24 16,0 0 0-16,0 0-38 0,0 0 29 15,0 0-2-15,0 0-46 16,0 0 41-16,0 0-34 16,0 0-29-16,-2 0 48 15,-1 0-21-15,1 0 13 16,2 0 8-16,0 0-41 16,0 0 31-16,0 0-40 15,0 0-8-15,0 0 19 16,0 0-21-16,14 0-6 15,10 0 10-15,10 0 1 16,-1 0 4-16,5-2-15 16,-5-4-41-16,-2 1 4 15,0 4-116-15,10 1-178 16,-5 0-250-16,-12 0-630 0</inkml:trace>
  <inkml:trace contextRef="#ctx0" brushRef="#br0" timeOffset="108965">28974 4470 1164 0,'0'0'610'15,"0"0"-403"-15,0 0 24 16,0 0 16-16,0 0-40 16,0 0-45-16,0 0-29 15,-22-50-77-15,20 50 9 16,0 0-54-16,-6 17-2 16,0 17 22-16,-7 12-30 15,-6 9 13-15,3 7-14 16,3 2-2-16,1 26-31 15,3-18-213-15,5-16-497 0</inkml:trace>
  <inkml:trace contextRef="#ctx0" brushRef="#br0" timeOffset="113747.39">28446 8906 737 0,'0'0'0'16,"0"0"0"-16,0 0 143 15,0 0 152-15,0 0-221 16,0 0 38-16,0 0-22 15,-15-29 80-15,15 24-32 16,-8-2-10-16,6 2 22 16,-2-2-10-16,2 1-31 15,-3-2-3-15,3 0-63 0,2 0 1 16,0-4-19-16,0 2-19 16,0 0 21-16,0 4-27 15,2 2 0-15,5 2-1 16,-5 2 1-16,2 0 0 15,-2 12 0-15,4 13 2 16,-6 8 68-16,0 4-9 16,0 2-27-16,-14 0 24 15,-1-1-47-15,-4-6 15 16,3-6-21-16,1-6 10 16,9-6-3-16,-4-7-12 15,8-2 0-15,2-5 10 16,0 0-9-16,0-10-2 15,16-15-84-15,9-3-60 16,2-2 132-16,-4 5-11 0,0 4 22 16,-3 7-14-16,-7 10 13 15,-1 4 3-15,-3 4 9 16,-5 21 0-16,0 4 47 16,-4 5-44-16,0 5-3 15,0-4 21-15,0 0-22 16,0-3-7-16,-2-6-1 15,-4-6-3-15,1-4-33 16,3-6-147-16,2-10-157 16,0-5-134-16,0-12-408 0</inkml:trace>
  <inkml:trace contextRef="#ctx0" brushRef="#br0" timeOffset="115386.96">29032 8502 1053 0,'0'0'586'15,"0"0"-443"-15,0 0-14 16,0 0 55-16,0 0 1 15,0 0-71-15,0 0 24 16,-58-49-40-16,58 36-37 16,0 0 24-16,9 2-85 15,14 1 9-15,3 2-9 16,3 8-2-16,-2 0-14 16,-11 12 16-16,-8 18 0 15,-8 12 16-15,-6 7-5 16,-21 2 29-16,-4-1 1 15,6-7-40-15,8-11 28 0,9-10-29 16,8-7 0-16,12-3-8 16,19-1 8-16,16-5-50 15,25-2-173-15,-12-2-246 16,-5 0-343-16</inkml:trace>
  <inkml:trace contextRef="#ctx0" brushRef="#br0" timeOffset="115647.07">29282 9104 1739 0,'0'0'658'0,"0"0"-374"16,0 0-74-16,0 0-70 15,0 0-103-15,0 0-36 16,0 0-2-16,42 38 2 16,-19-6-1-16,-2 2 0 15,0 5-65-15,-1-5-48 16,5-1-180-16,-8-8-272 16,-3-10-815-16</inkml:trace>
  <inkml:trace contextRef="#ctx0" brushRef="#br0" timeOffset="116239.97">29743 8531 745 0,'0'0'25'16,"0"0"890"-16,0 0-409 0,0 0-375 16,0 0-68-16,0 0-50 15,0 0 20-15,-49 114 87 16,16-42-13-16,-3 8 8 16,1 0-30-16,-1-6-61 15,2-8 28-15,8-5-52 16,3-8 6-16,5-10-10 15,7-9 4-15,5-7-45 16,6-6-146-16,0-16-104 16,0-5-94-16,11 0-581 0</inkml:trace>
  <inkml:trace contextRef="#ctx0" brushRef="#br0" timeOffset="116652.4">29821 8526 561 0,'0'0'674'0,"0"0"254"15,0 0-756-15,0 0-92 0,0 0-40 16,0 0 25-16,0 0-16 16,163-44-8-16,-94 42 45 15,12 2-50-15,25 0 7 16,33 0 5-16,37 0-2 16,18-6 39-16,-7-6-46 15,-15-2-27-15,-25-2 2 16,-9 0-13-16,-31 2-1 15,-25 7 0-15,-24 0 15 16,-11 2-16-16,2 3 1 16,-7-1 0-16,-4-1-17 15,-15 4 10-15,-10 0-34 16,-9 0-65-16,-4 0-146 0,0 0-30 16,-11 0-473-16</inkml:trace>
  <inkml:trace contextRef="#ctx0" brushRef="#br0" timeOffset="117176.86">29843 9200 909 0,'0'0'243'0,"0"0"746"16,0 0-815-16,0 0-110 15,0 0 69-15,0 0-81 16,0 0-14-16,106-103-38 16,-77 70-17-16,4-6 16 15,-2 6-44-15,3 0 34 0,-13 9 4 16,-3 7 14-1,-7 5 13-15,-3 7 44 0,-8 5-21 16,0 0 0-16,0 8-31 16,0 18-3-16,0 10 55 15,0 8-55-15,0 5 25 16,0-2-34-16,0-1-11 16,0-3-46-16,15-8-153 15,5-9-174-15,3-9-836 0</inkml:trace>
  <inkml:trace contextRef="#ctx0" brushRef="#br0" timeOffset="117365.39">30406 9092 1255 0,'0'0'1061'15,"0"0"-764"-15,0 0-199 16,0 0-42-16,0 0-56 15,142-39 14-15,-84 36-30 16,0-1-11-16,-2 1-150 16,-3-1-84-16,-13 1-265 15,-11-1-346-15</inkml:trace>
  <inkml:trace contextRef="#ctx0" brushRef="#br0" timeOffset="117522.61">30701 8919 725 0,'0'0'1189'0,"0"0"-980"16,0 0-94-16,0 0 31 16,-104 103-64-16,84-54-3 15,0 8-56-15,11 1-17 16,2 17-12-16,7-17-176 16,0-12-327-16</inkml:trace>
  <inkml:trace contextRef="#ctx0" brushRef="#br0" timeOffset="120204.45">30998 8901 1056 0,'0'0'113'16,"0"0"-83"-16,0 0 466 15,0 0-160-15,0 0-212 16,0 0 77-16,0 0-88 16,12-32 70-16,-1 26-122 15,-3 0 15-15,8 0-15 16,2 4-60-16,-2 0 15 16,-1 2-10-16,3 0 6 15,-5 13 4-15,-1 13-7 16,-6 6-7-16,-6 5 46 0,0 5-42 15,-4 2 16-15,-14-2-7 16,0-3-3-16,2-7-3 16,3-9-9-16,2-4 0 15,6-9-3-15,5-8 5 16,0-2-3-16,9-5 1 16,18-24-79-16,6-9-103 15,8-8 12-15,1-8-6 16,-2-1 25-16,-11 6 39 15,-7 10 112-15,-8 9 33 16,-7 12 82-16,-7 10 27 16,0 6-42-16,0 2-51 15,-14 2 12-15,-6 16-49 0,2 10 35 16,7 7 0 0,5 2-28-16,6 3 32 0,0-1-45 15,0-4-5-15,19-7-2 16,6-3-81-16,19-16-98 15,-3-9-210-15,-6 0-827 0</inkml:trace>
  <inkml:trace contextRef="#ctx0" brushRef="#br0" timeOffset="120594.4">31665 8560 1670 0,'0'0'262'16,"0"0"-187"-16,0 0 44 15,0 0 16-15,-119 101 28 16,97-54-66-16,11 6 10 16,7-3-15-16,4-8-78 0,0-6 2 15,20-10 7 1,7-9-23-16,1-8 22 0,1-9-22 16,-2 0-58-16,-7-9 28 15,-9-8-28-15,-9-1 22 16,-2 2-21-16,-8 4-64 15,-15 6 15-15,-8 6-50 16,7 0-78-16,6 0-695 0</inkml:trace>
  <inkml:trace contextRef="#ctx0" brushRef="#br0" timeOffset="120947.51">32050 9142 1721 0,'0'0'364'15,"0"0"-191"-15,0 0 55 16,0 0-76-16,0 0-100 16,0 0 76-16,0 0-78 15,0-50 11-15,-8 41-51 0,-2 8-10 16,-7 1-65-16,3 0-208 15,-1 0-383-15</inkml:trace>
  <inkml:trace contextRef="#ctx0" brushRef="#br0" timeOffset="134587.28">28647 8845 795 0,'0'0'283'0,"0"0"-196"15,0 0-48-15,0 0-15 16,0 0-24-16,0 0-1 16,6-2 1-16,-6 2 212 15,0 0-77-15,0 0-70 16,0 0 27-16,0 0 18 0,0-3-62 15,0 3 11 1,0 0 39-16,0 0-17 0,0-1 40 16,0 1 1-16,0-2-27 15,0 0 11-15,0-2-69 16,0 1 49-16,0 0-2 16,0-1-45-16,0 2 13 15,0 2-25-15,0 0-21 16,0-3 25-16,7 2-31 15,1 0 0-15,4-4-1 16,1 5 10-16,1 0-9 16,-1 6 0-16,1 16 1 15,-1 10 18-15,-7 6-18 16,-4 8 6-16,-2 3 8 16,0 0-6-16,0 1-2 0,-8-3-7 15,-5-4 11-15,-1-2-8 16,1-7-3-16,1-4 0 15,4-10 2-15,-1-6 4 16,7-5-6-16,2-8 0 16,0-1 1-16,0 0 14 15,2-8-15-15,17-17-6 16,10-12-18-16,5-7-26 16,2-6 13-16,0-2-23 15,-7-1-46-15,0 6 63 16,-12 4-23-16,-3 6 54 15,-8 8 12-15,-1 9 21 0,-5 8 76 16,0 6-25-16,-5 6-57 16,-3 0 43-16,-8 12-58 15,3 18 0-15,1 10 6 16,8 8-6-16,4 2 35 16,0-1 6-16,16-5-40 15,11-5 21-15,8-13-22 16,9-6-6-16,30-17-42 15,-9-3-319-15,-9 0-643 0</inkml:trace>
  <inkml:trace contextRef="#ctx0" brushRef="#br0" timeOffset="-48359.67">7144 10778 546 0,'0'0'682'15,"0"0"-461"-15,0 0-130 16,0 0-60-16,0 0 21 16,0 0 18-16,2-8-39 15,-2 6 70-15,0 2 29 16,0-1-3-16,0-2-6 15,0 0-48-15,0 2 14 16,0-1-5-16,-2 0-59 16,-3 0 53-16,5 0 12 15,0 2-23-15,0 0 13 0,0 0-36 16,0 0 24 0,0 0-25-16,0 0-27 0,0 0 32 15,0-3-40-15,7 3-6 16,15-2 0-16,7 2 15 15,13-3-16-15,1 1 1 16,-1 2 0-16,3 0-18 16,-7 0-16-16,-5 0-68 15,-4 0-130-15,-8 7-156 16,-15 2-394-16</inkml:trace>
  <inkml:trace contextRef="#ctx0" brushRef="#br0" timeOffset="-48173.51">7193 10925 553 0,'0'0'1411'0,"0"0"-942"15,0 0-411-15,0 0 24 16,0 0-11-16,0 0-42 16,0 0 3-16,71 3-31 15,-28 1-1-15,1 0 0 16,21-4-180-16,-12 0-183 15,-11 0-609-15</inkml:trace>
  <inkml:trace contextRef="#ctx0" brushRef="#br0" timeOffset="-47932.47">7779 10805 2097 0,'0'0'362'0,"0"0"-274"16,0 0-72-16,0 0 10 16,0 0-16-16,125-9-10 15,-82 9 0-15,7 0-52 16,-7 0-222-16,-5 0-1086 0</inkml:trace>
  <inkml:trace contextRef="#ctx0" brushRef="#br0" timeOffset="-47287.96">9014 9801 679 0,'0'0'62'0,"0"0"883"16,0 0-851-16,0 0-43 15,0 0 34-15,0 0 64 16,-100 113-10-16,93-53-42 15,0 12 22-15,7 24-42 16,0-3-4-16,5 3 15 16,4 3-47-16,4-18 7 15,1 9 0-15,-3-7-41 16,-2-7 23-16,-3-8-30 16,-4-8 0-16,-2-12 10 0,0-8-2 15,-4-5-8 1,-13-7 0-16,-8-6-39 0,-17 2-162 15,3-6-271-15,6-6-383 16</inkml:trace>
  <inkml:trace contextRef="#ctx0" brushRef="#br0" timeOffset="-47005.21">8680 11520 1292 0,'0'0'839'16,"0"0"-687"-16,0 0-131 16,0 0 72-16,0 0 67 15,0 0-94-15,0 0-20 0,73-152-46 16,-48 95-52-16,-5 6 31 16,-5 6-27-16,-3 15 48 15,-10 13 0-15,-2 17 0 16,0 0-8-16,0 33-13 15,-4 12 21-15,-6 10 0 16,8 27-6-16,2-14-37 16,0-13-452-16</inkml:trace>
  <inkml:trace contextRef="#ctx0" brushRef="#br0" timeOffset="-46185.22">9235 9486 1774 0,'0'0'386'0,"0"0"-238"16,0 0 10-16,0 0-7 16,0 0-32-16,0 0-19 15,0 0-69-15,-2 0-4 16,2 22-18-16,6 13-8 15,8 5 50-15,1 1-51 16,1 0 0-16,-1-7 0 16,-1-7 2-16,-3-10-2 15,-2-7 0-15,-2-6 16 0,-3-4-26 16,7-1 10-16,-4-24-20 16,2-12-4-16,-7-12-65 15,-2-11 14-15,0-7-17 16,0-3-5-16,7 4 91 15,-3 6 6-15,8 12 15 16,-1 9 123-16,4 7-48 16,5 13 2-16,5 3-62 15,4 5-18-15,4 6-1 16,9 5-11-16,3 0 0 16,-3 0-9-16,12 20-114 15,-14-3-222-15,-9 0-721 0</inkml:trace>
  <inkml:trace contextRef="#ctx0" brushRef="#br0" timeOffset="-45733.45">9607 9440 1756 0,'0'0'401'0,"0"0"-306"0,0 0-65 16,0 0 23 0,0 0-21-16,0 0 54 0,0 0-17 15,85 27 26-15,-79 12 29 16,-3 2-68-16,-3 1-2 15,0-7-9-15,0-6-45 16,0-11 26-16,0-7-26 16,0-8 0-16,0-3 24 15,0-8-24-15,15-20-35 16,8-11-144-16,-6-12 47 16,-1-2-48-16,-7 7 21 15,-7 11 128-15,-2 12 31 16,0 21 171-16,-13 2-39 15,-7 21-71-15,0 15 4 16,6 6 32-16,12 0-66 0,2-2-29 16,23-4-4-1,39-6-20-15,-4-12-192 0,-5-8-607 0</inkml:trace>
  <inkml:trace contextRef="#ctx0" brushRef="#br0" timeOffset="-44964.19">9658 10752 644 0,'0'0'1577'0,"0"0"-1228"15,0 0-221-15,0 0-91 0,0 0 2 16,0 0 52-16,0 0-43 15,79-44-12-15,-29 13-24 16,4-6 3-16,0-6-30 16,-5-3 4-16,-11 2-89 15,-11 1-36-15,-12 2-45 16,-15 7 26-16,-7 8 21 16,-26 12 2-16,-16 12 112 15,-9 2 20-15,-5 32 104 16,7 14 62-16,8 12-76 15,10 7 10-15,20 1 13 16,16-4-37-16,2-8 18 0,31-8-56 16,16-12-38-16,10-12 23 15,9-14-23-15,5-8-50 16,20-16-103-16,-20-10-128 16,-13-4-275-16</inkml:trace>
  <inkml:trace contextRef="#ctx0" brushRef="#br0" timeOffset="-44635.55">10207 9914 1974 0,'0'0'504'0,"0"0"-451"16,0 0-41-16,0 0-12 16,0 0 54-16,-5 138 10 15,5-80 18-15,0-2-60 16,0-1 6-16,14-8-28 15,1-4 11-15,4-11-23 16,0-10-109-16,-1-18-101 16,3-4-288-16,-13 0-741 0</inkml:trace>
  <inkml:trace contextRef="#ctx0" brushRef="#br0" timeOffset="-44503.19">10015 10156 2172 0,'0'0'510'0,"0"0"-501"16,0 0-2-16,0 0-14 16,154-38-97-16,-94 28-30 15,-6-2-345-15</inkml:trace>
  <inkml:trace contextRef="#ctx0" brushRef="#br0" timeOffset="-44145.55">10466 9731 1800 0,'0'0'490'16,"0"0"-404"-16,0 0 71 15,0 0-38-15,0 0-29 16,0 0-50-16,0 0-28 16,44-14-24-16,-26 28 3 15,-5 20 9-15,-11 8 18 0,-2 11-3 16,-2-1 28-16,-13-4 15 16,1-9-49-16,3-7 35 15,11-8-44-15,0-10 1 16,0-5-5-16,25-7 4 15,21-2-82-15,-5 0-212 16,-8-11-526-16</inkml:trace>
  <inkml:trace contextRef="#ctx0" brushRef="#br0" timeOffset="-43659.63">10867 10455 1423 0,'0'0'497'16,"0"0"-349"-16,0 0-72 16,0 0-18-16,-137-14-36 15,100 38 33-15,-3 8 59 16,4 13-52-16,14 3 3 15,1 2-23-15,15-1-42 16,6-6 33-16,0-8-33 16,12-12-12-16,9-13 0 15,15-10-49-15,2-7-34 16,2-28-151-16,2-11-120 0,-5-9-19 16,-8-6 100-16,-10-10 116 15,-10-7 114-15,-9-2-78 16,0 2 133-16,-7 10 87 15,-6 15 505-15,-3 25-49 16,3 20-281-16,-1 8-185 16,6 34-43-16,-3 19-13 15,4 9 45-15,7 6-2 16,0 1-44-16,9-2 9 16,8-10-28-16,12-9-1 15,0-10 0-15,10-14-28 16,-1-14-27-16,-1-10-90 0,17-20-140 15,-14-16-220 1,-7-5-211-16</inkml:trace>
  <inkml:trace contextRef="#ctx0" brushRef="#br0" timeOffset="-43475.76">11132 10115 1069 0,'0'0'716'16,"0"0"-375"-16,0 0-220 15,0 0-112-15,0 0 28 16,-9 143 19-16,4-68 2 15,5 7 6-15,0 2-55 16,0-1 6-16,0-10-11 16,0-6-4-16,0-11-10 15,5-12-85-15,-2-15-80 16,-3-16-69-16,-8-9-332 16,-7-4-720-16</inkml:trace>
  <inkml:trace contextRef="#ctx0" brushRef="#br0" timeOffset="-43346.77">10976 10485 1796 0,'0'0'712'0,"0"0"-470"16,0 0-93-16,142-80-133 15,-77 58-10-15,11-1-12 16,26 0-37-16,-15 7-255 16,-16 2-338-16</inkml:trace>
  <inkml:trace contextRef="#ctx0" brushRef="#br0" timeOffset="-41913.04">1410 13747 1536 0,'0'0'607'0,"0"0"-372"15,0 0-19-15,0 0 12 16,0 0-104-16,0 0-96 16,45-14 7-16,-7 9-35 15,7 1 0-15,3 4-1 16,0 0-20-16,-2 2-62 15,-1 19-160-15,-9-2-218 16,-14-6-285-16</inkml:trace>
  <inkml:trace contextRef="#ctx0" brushRef="#br0" timeOffset="-41719.57">1464 13863 2074 0,'0'0'350'0,"0"0"-200"16,0 0-131-16,0 0 9 16,120-26-17-16,-68 26 2 0,6 0-26 15,-2 0-39 1,4 0-184-16,-14 0-299 0,-15-9-701 0</inkml:trace>
  <inkml:trace contextRef="#ctx0" brushRef="#br0" timeOffset="-41550.47">1925 13592 1850 0,'0'0'372'0,"0"0"-264"15,0 0-59-15,0 0 10 16,20 129 42-16,-20-74-80 16,0 3 3-16,-10-2-24 15,-2-5-2-15,1-12-25 16,11-11-155-16,0-14-291 0,0-11-820 15</inkml:trace>
  <inkml:trace contextRef="#ctx0" brushRef="#br0" timeOffset="-41327.43">2400 13643 1585 0,'0'0'741'0,"0"0"-630"15,0 0-105-15,0 0 19 16,-158 119 35-16,115-67-36 16,12-3 16-16,12-6-40 15,12-8 0-15,7-16 0 16,7-8-23-16,22-11-14 0,6-4-80 16,19-39-155-16,-12 2-38 15,-7 2-308-15</inkml:trace>
  <inkml:trace contextRef="#ctx0" brushRef="#br0" timeOffset="-41116.18">2385 13762 1073 0,'0'0'549'0,"0"0"-244"16,-22 128-105-16,8-46-41 15,3 8-18-15,2 2-57 16,0-1-14-16,0-11-24 16,-2-8-35-16,-3-11 29 15,-3-15-40-15,-6-12 6 16,3-11 16-16,1-16-22 15,0-7 50-15,9-10-33 16,3-26-17-16,7-15-10 0,4-11-98 16,41-46-20-16,-2 14-159 15,-1 7-364-15</inkml:trace>
  <inkml:trace contextRef="#ctx0" brushRef="#br0" timeOffset="-40937.39">2714 13198 2067 0,'0'0'310'0,"0"0"-266"16,0 0-43 0,-57 157 33-16,30-79-33 0,0 2-1 15,5 19 0-15,7-22-145 16,3-19-362-16</inkml:trace>
  <inkml:trace contextRef="#ctx0" brushRef="#br0" timeOffset="-40703.27">2801 13612 1094 0,'0'0'325'0,"0"0"-5"16,-93 109-57-16,62-58-23 0,8 2-73 16,14 0-82-16,9-5 0 15,0-3-73-15,25-12-5 16,8-4-7-16,5-14-64 16,11-15-93-16,-9 0-164 15,-9-3-447-15</inkml:trace>
  <inkml:trace contextRef="#ctx0" brushRef="#br0" timeOffset="-40492.46">2826 13709 1098 0,'0'0'758'0,"0"0"-639"16,0 0-58-16,0 0-20 0,0 0 31 16,0 0 18-1,120 99-19-15,-104-59 30 0,-9 4-70 16,-5-2-10-16,-2-4-2 15,0-8-11-15,-4-10 1 16,-6-9-9-16,6-11 5 16,0-3-12-16,4-52-199 15,0 2-74-15,0-5-226 0</inkml:trace>
  <inkml:trace contextRef="#ctx0" brushRef="#br0" timeOffset="-40364.99">3011 13677 1597 0,'0'0'492'15,"0"0"-399"-15,22 125-3 0,-6-71-37 16,6-6-43-16,3-8 8 16,2-12-18-16,6-16-83 15,-6-12-134-15,-10 0-451 0</inkml:trace>
  <inkml:trace contextRef="#ctx0" brushRef="#br0" timeOffset="-40208.89">3328 13439 599 0,'0'0'1708'16,"0"0"-1561"-16,0 0-107 15,89 136 0-15,-65-61-40 16,-10 19 37-16,-10-4-37 16,-6 33-9-16,-21-21-117 15,-1-32-446-15</inkml:trace>
  <inkml:trace contextRef="#ctx0" brushRef="#br0" timeOffset="-39337.49">3836 13863 2094 0,'0'0'389'0,"0"0"-233"16,0 0-128-16,0 0-7 15,118-7 1-15,-73 7-13 16,-3 0-18-16,1 2-65 16,-15 11-183-16,-12-1-436 0</inkml:trace>
  <inkml:trace contextRef="#ctx0" brushRef="#br0" timeOffset="-39194.61">3865 14038 1684 0,'0'0'697'0,"0"0"-588"0,0 0-52 16,0 0-57-16,0 0-12 16,124 0-73-16,-76-5-524 0</inkml:trace>
  <inkml:trace contextRef="#ctx0" brushRef="#br0" timeOffset="-38991.63">4449 13864 2282 0,'0'0'390'0,"0"0"-211"15,0 0-121-15,0 0-41 0,0 0-14 16,0 0 4-16,138-20-7 16,-84 20 0-16,10 2-110 15,-14 6-212-15,-15 1-653 0</inkml:trace>
  <inkml:trace contextRef="#ctx0" brushRef="#br0" timeOffset="-33624.92">5499 13597 1460 0,'0'0'622'0,"0"0"-458"16,0 0-42-16,0 0 33 15,0 0-79-15,0 0-51 16,91-154 14-16,-58 94-39 15,-1-4 6-15,-8-2-23 16,-3 2 26-16,-13 3-9 16,1 11 6-16,-7 10 6 15,-2 11 64-15,0 14 9 16,0 9-53-16,0 6 2 16,0 4-34-16,-11 24-6 15,7 18 4-15,-2 18-11 16,1 13 4-16,0 9 9 15,5 2-13-15,0-4 4 16,0-6-173-16,0 5-76 0,0-22-225 16,0-16-444-16</inkml:trace>
  <inkml:trace contextRef="#ctx0" brushRef="#br0" timeOffset="-33443.15">5293 13832 2015 0,'0'0'586'0,"0"0"-397"16,0 0-149-16,0 0 21 15,0 0 7-15,159-27-50 16,-96 24 12-16,1 3-24 16,1 0-12-16,-3 0-9 0,11 0-229 15,-15 0-223-15,-10-6-799 16</inkml:trace>
  <inkml:trace contextRef="#ctx0" brushRef="#br0" timeOffset="-32932.46">5243 14247 1298 0,'0'0'593'0,"0"0"-385"15,0 0 3-15,0 0-15 16,0 0-120-16,0 0 4 16,0 0-14-16,-16-12-38 15,16 10 2-15,0 2-23 16,-2 0 3-16,2 0-10 16,0 0 0-16,-3 0-20 15,3 0 20-15,0 0-13 0,0 0 13 16,0 0-42-16,0 0 41 15,0-2-19-15,0-3-44 16,0 4 54-16,0-1-109 16,0 0 56-16,0 2-36 15,0 0-84-15,0 0 21 16,0 0 74-16,0 4-14 16,0 4 13-16,0 0-117 15,0-2-1-15,0 0-155 16,0-4-449-16</inkml:trace>
  <inkml:trace contextRef="#ctx0" brushRef="#br0" timeOffset="-32504.45">5243 14247 557 0,'-25'11'267'0,"21"-11"-70"16,2 0-90-16,-3-7-29 15,5 1-48-15,0 0 41 0,0 2-51 16,0 2-18-16,0 2 15 16,0 0 6-16,0 0 98 15,0 0 81-15,0 6-38 16,0 2 29-16,-3-2-43 15,-1-4-46-15,-3 1 19 16,7-3-45-16,0 0 4 16,0-3 18-16,0-11-88 15,0-4-12-15,0-2-31 16,14 2-14-16,-1 8 35 16,-2 6-11-16,-1 4 7 15,-6 9 14-15,-4 26 0 0,0 8 55 16,-10 15-27-16,-11 2 9 15,-13 1-7-15,-4-3-21 16,-4-7-7-16,0-10-1 16,1-15 19-16,6-11-5 15,1-10-15-15,7-5-19 16,10-7 12-16,10-15-40 16,7-2 13-16,0-1 16 15,24 4 0-15,10 9-2 16,1 7 12-16,6 5 8 15,-1 3-12-15,2 11-6 16,1 2-98-16,-1-5-95 16,7-11-97-16,-9 0-214 15,-7-18-831-15</inkml:trace>
  <inkml:trace contextRef="#ctx0" brushRef="#br0" timeOffset="-32169.71">5436 14369 1787 0,'0'0'272'15,"0"0"-178"-15,0 0 35 16,21 102-33-16,-15-57-50 16,3-6 25-16,3-4-59 15,1-7-6-15,3-8 4 16,-3-10 1-16,-3-8-2 16,6-2-9-16,-5-8-38 15,-1-20-7-15,-4-11-81 0,-6-12-19 16,0-7 19-1,0-11-43-15,0-3-35 0,5 2 204 16,-1 8 118-16,0 11 182 16,1 16 3-16,2 11 5 15,-3 12-115-15,7 3-138 16,5 9-8-16,13 0-47 16,11 0 6-16,6 0-12 15,12 4 6-15,3 6-9 16,11 10-120-16,-14-8-187 15,-19 0-308-15</inkml:trace>
  <inkml:trace contextRef="#ctx0" brushRef="#br0" timeOffset="-31768.47">5715 14374 1224 0,'0'0'750'0,"0"0"-612"16,0 0-95-16,0 0 8 15,0 0 4-15,0 0 25 16,0 0-17-16,107-12-17 16,-92 41 53-16,-5 7-52 15,-8 7 40-15,-2 1-1 16,0-6-59-16,-2 0 24 0,-8-12-51 15,4-6 6 1,2-11-15-16,4-9 9 0,0 0-33 16,0-17-37-16,8-19-307 15,8-4 72-15,-3-4-245 16,1 6 228-16,-5 9 322 16,-5 18 537-16,-4 11-300 15,2 7-61-15,0 24-4 16,1 5-49-16,6 1-80 15,6-3-37-15,10-5-6 16,29-13-2-16,-6-8-188 16,-3-8-486-16</inkml:trace>
  <inkml:trace contextRef="#ctx0" brushRef="#br0" timeOffset="-30162.71">6265 13851 1575 0,'0'0'610'0,"0"0"-476"15,0 0-60-15,0 0 34 16,0 0-12-16,0 0-14 16,0 0 64-16,106-14-92 15,-55-3-20-15,4-7-21 0,3-6 2 16,-2-4-3-16,-2-2-12 16,-10-1-38-16,-8 2 13 15,-12 3-72-15,-14 4 15 16,-10 1 12-16,-16 7-42 15,-24 8 103-15,-14 6-9 16,-6 6 18-16,-5 9 24 16,7 24-1-16,5 15 21 15,6 9 37-15,20 6-8 16,16 4 22-16,11-6-46 16,9-3-25-16,33-14 28 15,14-15-51-15,13-10 15 0,12-16-16 16,37-4-89-16,-18-21-121 15,-17-6-392-15</inkml:trace>
  <inkml:trace contextRef="#ctx0" brushRef="#br0" timeOffset="-27269.21">6850 13062 228 0,'0'0'694'0,"0"0"-616"16,0 0 173-16,0 0 238 16,0 0-382-16,0 0 2 15,0 0 13-15,51 8-25 16,-35-8 5-16,4 0-9 15,0 0-57-15,2 14 32 16,1 6-34-16,-4 9 8 16,-3 12 53-16,-5 3-40 0,-5 9 17 15,-3-1-12-15,-3-3-44 16,0-3 44-16,0-11-60 16,0-12 7-16,0-8-7 15,0-10 15-15,0-5-4 16,0-8-11-16,16-27-56 15,6-17-144-15,3-15 37 16,-1-9-89-16,-2 0-5 16,-8 7 3-16,-5 14 254 15,-9 23 182-15,0 22 187 16,-2 10-178-16,-21 27-162 16,3 17 23-16,2 11 65 15,9 6-66-15,9 2 15 0,9-4-65 16,27-5 7-1,13-6-16-15,35-13-145 0,-12-9-323 16,-9-15-793-16</inkml:trace>
  <inkml:trace contextRef="#ctx0" brushRef="#br0" timeOffset="-26836.17">7623 13909 1467 0,'0'0'403'16,"0"0"-312"-16,0 0 34 15,0 0 12-15,0 0-47 16,0 0-23-16,0 0-21 0,2 15 6 15,21-15-10-15,-1-3-41 16,0-9 10-16,-4-1-11 16,-7 3 0-16,-7 4 12 15,-4 4 1-15,0 2 19 16,-17 0-32-16,-14 22-146 16,2 0-145-16,2-3-1559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520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7.94225" units="1/cm"/>
          <inkml:channelProperty channel="Y" name="resolution" value="138.46153" units="1/cm"/>
          <inkml:channelProperty channel="T" name="resolution" value="1" units="1/dev"/>
        </inkml:channelProperties>
      </inkml:inkSource>
      <inkml:timestamp xml:id="ts0" timeString="2022-11-26T00:36:17.8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28947 4738 0,'-25'0'156,"0"0"-124,50-25 140,-25 0-157,50 25-15,-25 0 47,-50 0 47,0 0-79,-49 25-15,24 24 32,0-49-1,26 25-31,-26-25 16,25 0 15,25-25 16,25 25-47,0-24 15,0-1 17,-1 25-32,1 0 15,0-25 1,0 25-1,24-25 1,-24 25 0,-50 0 93,1 0-93,-26 25-1,50 0 1,-25-25 0,75 0 46,-25 0-62,24-50 16,1 50 15,-25-25-15,-25 1-1,-50 24 63,25 0-62,0 0 0,1 0-1,24 24 1,-25-24 15,50 0 0,-1 0-15,1 0 0,0 0 15,-50 0 47,0 0-78,1 0 16,24 25-1,-25-25 1,50 0 46,-1 0-46,26-49 0,-25 49-1,24 0-15,-24-25 16,-74 25 78,24 0-94,25 25 15,-50-25 1,25 24-1,1 1 1,-1 0 0,50-25 46,24 0-46,1 0-16,-1 0 31,-24-25-15,0 25-1,0 0 1,-50 0 62,0 0-47,0 0-15,1 0 0,48 0 77,1 0-61,-50 0 61,1 0-77,-26 0 0,25 0-16,0 0 15,1 0 1,-26 0-1,25 25-15,0-25 16,1 25 31,-1-25-31,25 25 15,49-25 16,-24 0-32,25 0 1,-25 0 0,24 0-16,1 0 15,-1 0 1,-24 0-1,25 0 1,-25 0 0,0 0-1,-1 0 17,1 0-1,-25-25-16,0 0 32,-25 25-31,1 0 0,-1 0-1,-75 0 1,76 0-1,-51 25 1,-24 0 0,74 24-1,-49-24 17,49 0-17,0-25 1,0 0-16,1 0 15,-1 0 17,50 0 46,24 0-63,1-25 1,-1 25 0,1 0-16,0-50 15,-1 50 1,50-24 0,-74 24-1,0 0 1,0 0-1,0 0 1,0 0 15,-1 0 1,1 0-17,-25-25 1,-25 25 46,1 0-46,24-25-16,-50 25 16,25 0-1,-25 0 1,-24 0-1,24 0 1,1 25 0,-75 24-1,74-24 1,25-25 0,50 0 46,25 0-46,-25 0-16,-1 0 15,26 0 1,-25 0 0,0 0 30,-1 0-30</inkml:trace>
  <inkml:trace contextRef="#ctx0" brushRef="#br0" timeOffset="5558.94">27930 9327 0,'0'0'15,"-25"0"-15,-24 0 0,24 0 16,-25-25 0,1 0-1,24 0 1,-25 0 0,25 25-1,25-24 1,25 24 62,0 0-62,0 0-16,0 0 15,24 0 1,1 0-1,24 0 1,1-50 0,24 25-1,-49 25 17,-26 0-32,-24 25 46,0 0-14,-24-25-17,24 25 1,-25-25 0,0 0-1,-25 24 1,50 1-1,25-25 64,0 0-48,-50 25 16,-25 0-16,26 0-31,-51-25 16,26 24-1,-1-24 1,0-24-1,-24-1 1,49-25 0,25 25-1,25 25 32,25 0-16,-26 0-15,26 25 0,0-25-1,-26 25 1,26-25 0,0 0-1,-1 0-15,1 0 16,-25-25-1,24 25 1,-24 0 0,-25 25 62,-25 0-47,1-25-15,-51 25-1,1-1 1,-75 1 0,74-25-1,1 0 1,49 0-1,50 0 48,25 0-47,-26 0-1,51 0 1,-26 0-1,1 0 1,0 0 0,-1 0-16,1-25 15,-25 25 1,-75 0 62,-24 0-78,-1 0 16,-24 0-1,25 0 1,-1-24 0,26-1-1,-1 0 1,25 0-1,50 25 48,-25 25-47,50 25-1,24-26 1,-49-24-16,24 0 15,1 0 1,0 0 0,49 0-1,-74 0 1,-1 0 0,-73 25 46,-1 0-62,-49-25 16,25 0-1,-26 0 1,51 0 0,-26-25-1,51 25 1,24-25-1,24 25 17,1 0-17,25 0-15,-1 0 16,1 0 0,49 0 15,-49 0-16,-1 0 1,75-24 0,-99 24-1,-50 0 48,-24 0-48,-26 0-15,26 0 16,-50 0 0,24 0-1,26-25 1,-26 25 0,50 0-1,1 0 1,48 0 31,26 0-32,-25 0 1,24 0-16,26 0 16,-26 0-1,51 0 1,-26 0-1,-24 0 1,24-75 0,-74 51 15,-50 24 31,1 24-46,-26-24 0,1 25-1,0 0 1,24 0-16,0-25 16,26 0-1,24 25 32,24-25-47,26 0 16,0 0-1,24 0 1,50 0 0,-99 0-1,24-25 1,1 25 15,-75 0 0,-24 0-15,-51 0 0,1 25-1,0-25 1,-50 0-1,75 0 1,74-25 31,25 25-31,24 0-16,26 0 15,-1 0 16,75 0-15,-75 0 0,-24 0-1,-1 0-15,-24-25 16,0 25 0,-50 0 46,-49 0-46,24 0-16,-24 0 15,-1 0 1,1 0 0,24 0-1,26 0 1,48 0 15,51 0-15,-1 0-1,-24 0 1,24 0 0,25-50-1,-49 50 1,-75 0 46,0 0-62,-24 0 16,24 0 0,0 0 15,25-49-16,25 49 1,25-50 0,-1 25-1,-24 25 1,25 0-16,-25 0 16,-1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35:11.0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30258 1842 945 0,'0'0'732'0,"0"0"-565"16,0 0-16-1,0 0-74-15,0 0 35 0,0 0 9 16,-9-102-24-16,9 86 12 16,-2 2-9-16,-3 0-31 15,3 3-5-15,0-1-54 16,0-2 13-16,0 5 12 16,-3-2-18-16,-1 4 25 15,4 2-27-15,-8 2-2 16,4 3 29-16,-3 0-36 15,-7 6-5-15,1 28-1 16,-3 36 12-16,5 43 0 16,13 33-10-16,0 6 17 15,8-24 31-15,13-35-50 16,-13-33 0-16,-1-7 0 0,-1 2 13 16,2 8-12-16,-8 0-1 15,0-6 0-15,0-7-6 16,-14-7 14-16,-13-2-8 15,-4-7 0-15,-5-3-48 16,1-8-24-16,-15-3-150 16,13-5-128-16,3-12-572 0</inkml:trace>
  <inkml:trace contextRef="#ctx0" brushRef="#br0" timeOffset="750.91">30113 3087 175 0,'0'0'557'16,"0"0"198"-1,0 0-155-15,0 0-437 0,0 0-9 16,0 0-72-16,0 0-58 16,-80 19 26-16,40 7 23 15,0 8 14-15,7 5-23 16,-1-2-51-16,14-1 33 15,8-8-46-15,12-8 0 16,0-9-1-16,25-10-10 16,18-1-17-16,10-17-60 15,5-20-132-15,-5-5-6 16,-5-2 34-16,-15 5 119 16,-8 10 73-16,-17 12 69 0,-3 12 73 15,-5 5-27 1,0 12-91-16,-9 20 35 0,-3 12-1 15,6 2-33-15,6 3-13 16,0-6-12-16,22-5-28 16,12-10-110-16,-5-14-255 0</inkml:trace>
  <inkml:trace contextRef="#ctx0" brushRef="#br0" timeOffset="1487.58">30448 1185 658 0,'0'0'1092'16,"0"0"-971"-16,0 0-20 0,0 0-7 16,0 0-24-16,0 0 59 15,-136-5-40-15,102 40 16 16,5 7-16-16,7 4-65 15,6 0 10-15,10-6-34 16,6-8 2-16,0-12-4 16,2-10-16-16,18-10-23 15,5-2 12-15,4-26-82 16,-1-10-64-16,1-10 34 16,-4 2 71-16,-9 4 70 0,-3 14 30 15,-13 20 126 1,0 8-109-16,0 44-23 0,-11 50-12 15,-7 42-8-15,3 18-4 16,1-30-96-16,14-42-548 0</inkml:trace>
  <inkml:trace contextRef="#ctx0" brushRef="#br0" timeOffset="2799.68">30938 2328 780 0,'0'0'45'0,"0"0"1060"15,0 0-779-15,0 0-123 16,0 0-12-16,0 0-11 16,0 0-68-16,47 3-95 15,-16 2 7-15,5 3-24 16,4 4-36-16,0 6-81 0,-2 8-170 16,-11-5-223-16,-10-7-509 0</inkml:trace>
  <inkml:trace contextRef="#ctx0" brushRef="#br0" timeOffset="2942.62">31079 2583 1603 0,'0'0'651'16,"0"0"-574"-16,0 0-77 16,195 5-160-16,-114-3-95 15,-6-2-75-15</inkml:trace>
  <inkml:trace contextRef="#ctx0" brushRef="#br0" timeOffset="3228.27">32008 2162 947 0,'0'0'1049'16,"0"0"-951"-16,0 0-23 15,-142 134 86-15,119-60-11 16,17 0-32-16,6-4-60 16,29-8 6-16,17-11-34 15,21-18-9-15,15-13 32 16,8-18-53-16,5-2-10 16,-3-25-47-16,-14-15-1 0,-18-13 10 15,-22-10 14 1,-24-10-15-16,-14-4-91 0,-31 4-110 15,-56 3 71-15,4 24-187 16,2 17-330-16</inkml:trace>
  <inkml:trace contextRef="#ctx0" brushRef="#br0" timeOffset="3811.5">29518 3410 1113 0,'0'0'1370'15,"0"0"-1370"-15,0 0-138 16,174 20 12-16,25 6 53 15,46-1-56-15,25-7 129 16,2-8 33-16,-25 2 139 16,0 1-25-16,-10-1-74 0,-17 1-23 15,-22-5-5 1,-22 2-39-16,-22 0-6 0,-31-5-60 16,-36-5-268-16,-36 0-1031 0</inkml:trace>
  <inkml:trace contextRef="#ctx0" brushRef="#br1" timeOffset="19963.73">8045 3868 538 0,'0'0'145'0,"0"0"-122"15,0 0-10-15,0 0 216 16,0 0-38-16,0 0-43 16,0 0-54-16,82-38 35 0,-75 38-60 15,-5 0-58-15,-2 0 13 16,0 24-24-16,0-3-76 15,-9 0-229-15</inkml:trace>
  <inkml:trace contextRef="#ctx0" brushRef="#br1" timeOffset="22075.44">8123 3863 791 0,'0'0'181'16,"0"0"-181"-16,0 0 11 15,0 0 127-15,0 0 240 16,0 0-152-16,0 0-52 15,0 0-26-15,0 0 77 16,0 0-71-16,0 0-48 16,-2 0 31-16,-1-3-18 15,-2 3-13-15,5 0-48 16,0 0-28-16,0 0 54 0,0 0-45 16,0 0 0-16,0 0 10 15,0 0-29-15,0 0 29 16,0 0-40-16,0 0 5 15,0 0-16-15,12 0 8 16,19 0-6-16,20 0 18 16,11 0-18-16,15 0 19 15,3 0-19-15,2 0 0 16,-1 0-15-16,-1-2 15 16,-2 2-60-16,0 0-6 15,16 0-112-15,-19 0-385 16,-15 0-532-16</inkml:trace>
  <inkml:trace contextRef="#ctx0" brushRef="#br1" timeOffset="22510.64">8219 4182 1373 0,'0'0'964'0,"0"0"-719"16,0 0-92-16,0 0-59 16,0 0-9-16,0 0 13 15,0 0-77-15,77-40-15 16,-9 30 20-16,9 2-20 15,10 2-6-15,9 5 0 16,0-2 9-16,-3 3-21 0,28 0-80 16,-28 0-272-1,-14 0-730-15</inkml:trace>
  <inkml:trace contextRef="#ctx0" brushRef="#br1" timeOffset="23129.65">8198 2875 1637 0,'0'0'343'16,"0"0"-208"-16,0 0-91 16,0 0-29-16,0 0 154 15,0 0-24-15,0 146 14 16,0-79-17-16,0 4-79 15,0 0-5-15,0-5-27 16,0-3-31-16,0-9 24 16,0-11-24-16,0-6 0 15,0-10 0-15,0-13 11 16,0-5-11-16,0-6 0 16,0-3 0-16,0 0-2 15,14 0 2-15,6 0 0 0,4-3-1 16,14-1 1-16,3-1-9 15,3 5 9-15,0 0-41 16,-1 0-53-16,3 0-156 16,-5 0-118-16,-12 0-593 0</inkml:trace>
  <inkml:trace contextRef="#ctx0" brushRef="#br1" timeOffset="23416.94">8599 2877 1928 0,'0'0'489'16,"0"0"-469"-16,0 0-14 16,0 0 17-16,-19 135-6 15,3-71 33-15,-1 6-38 16,3 1-12-16,1 10-13 16,3-16-228-16,4-23-453 0</inkml:trace>
  <inkml:trace contextRef="#ctx0" brushRef="#br1" timeOffset="23688.9">8834 2916 211 0,'0'0'1360'15,"0"0"-1129"-15,0 0-95 16,-7 151 22-16,-1-91-2 0,-2 4-53 16,6-7 8-1,-1 0-61-15,5-6-50 0,0-7 15 16,5-5-15-16,9-11-7 16,1-7-63-16,7-21-140 15,0 0-65-15,-2-15-341 0</inkml:trace>
  <inkml:trace contextRef="#ctx0" brushRef="#br1" timeOffset="23891.41">8985 2909 1595 0,'0'0'383'16,"0"0"-275"-16,0 0-59 15,0 0 164-15,0 133-68 16,0-69-42-16,0 4 7 0,0 2-88 15,0-1-2-15,7-8-20 16,-1-3-8-16,4-9 8 16,-6-9-115-16,-4-10-72 15,0-14-149-15,0-10-523 0</inkml:trace>
  <inkml:trace contextRef="#ctx0" brushRef="#br1" timeOffset="24018.94">8700 3306 2201 0,'0'0'529'0,"0"0"-438"16,0 0-91-16,0 0-12 15,150-31-47-15,-100 31-160 0,4 0-470 16</inkml:trace>
  <inkml:trace contextRef="#ctx0" brushRef="#br1" timeOffset="26140.12">9529 4284 1809 0,'0'0'733'0,"0"0"-510"15,0 0-98-15,0 0-104 16,0 0 42-16,0 0-30 16,0 0-33-16,121-162 9 0,-55 85-8 15,26-26-2-15,-14 7-23 16,4-4-60-16,-8 2 9 16,-22 13-7-16,-4-5 34 15,-12 4 14-15,-12 4-8 16,-13 9 38-16,-8 12 2 15,-3 14 4-15,0 17 58 16,-16 17-26-16,-13 13-21 16,-6 25-13-16,-15 40 6 15,-6 46-6-15,10 37 41 16,6 5-19-16,22-20 50 16,16-39-46-16,2-36-25 15,2-10 35-15,16 3-36 16,11-4 7-16,11-2-7 15,2-17 15-15,5-19-34 0,7-9 19 16,-3-13-73-16,-2-25-20 16,-7-11-84-16,-11-5 18 15,-6 0 37-15,-11 8 20 16,-8 11 101-16,-6 16 1 16,0 15 127-16,0 4 5 15,0 21-114-15,-6 20 50 16,-6 5 15-16,1 3-39 15,5-3 15-15,-2-10-59 16,8-7-1-16,0-7-36 0,12-20-194 16,3-2-144-1,6-5-617-15</inkml:trace>
  <inkml:trace contextRef="#ctx0" brushRef="#br1" timeOffset="26557.88">10503 3712 1744 0,'0'0'264'16,"0"0"-168"-16,0 142 0 16,0-80 37-16,-2-2 4 15,2-11-26-15,0-8 13 16,0-11-97-16,0-9-26 16,0-11 11-16,11-10-12 15,3 0 0-15,5-24-1 0,8-19-70 16,2-11-29-16,0-4-45 15,2 2 32-15,1 14 75 16,-10 16 11-16,-4 19 27 16,-5 7 31-16,-6 31 58 15,-5 10 31-15,-2 8-19 16,0-5-17-16,0-8-4 16,-2-12-65-16,0-9 4 15,2-13-14-15,0-2 1 16,6-18-12-16,23-21-85 15,14-8-67-15,13-10 97 16,4-1-25-16,7 10 39 16,-7 8 32-16,-9 18 15 15,-6 16 38-15,-14 6-8 0,-13 32-6 16,-9 19-20 0,-9 17-4-16,-23 31-78 0,-10-14-237 15,-3-17-749-15</inkml:trace>
  <inkml:trace contextRef="#ctx0" brushRef="#br1" timeOffset="27111.71">9937 4618 1390 0,'0'0'648'0,"0"0"-424"15,0 0-51-15,0 0-76 16,0 0-24-16,0 0 23 15,0 0-63-15,36-89 0 16,-14 89-33-16,0 19 2 16,1 17 15-16,-10 12 18 15,-7 8 2-15,-6 2 21 16,0 1-47-16,0-8 19 0,0-8-30 16,0-12 15-16,-2-11-14 15,0-11-1-15,2-9-12 16,0 0 11-16,0-24-67 15,16-16-155-15,-1-17 22 16,8-6-154-16,-5-2-131 16,-5 11 299-16,-9 18 187 15,1 20 283-15,-5 16-83 16,0 12-46-16,-5 26 81 16,-8 6-99-16,9 4 11 15,4-2-62-15,0-5-34 16,4-7-23-16,18-6-27 15,10-9-2-15,6-8-81 0,20-11-109 16,-10 0-151 0,-7-14-682-16</inkml:trace>
  <inkml:trace contextRef="#ctx0" brushRef="#br1" timeOffset="27299.38">10308 4678 1805 0,'0'0'590'15,"0"0"-435"-15,0 0-135 16,0 0 22-16,0 0-5 16,0 0 21-16,142-24-8 15,-91 20-49-15,7 2-2 0,5-1-40 16,-3-4-117 0,4-7-78-16,-10 3-158 0,-21-1-370 0</inkml:trace>
  <inkml:trace contextRef="#ctx0" brushRef="#br1" timeOffset="27510.26">10773 4496 1031 0,'0'0'985'0,"0"0"-702"15,0 0-163-15,0 0-89 16,0 0-18-16,0 0 84 16,0 0 7-16,81 78-16 15,-77-34-4-15,-4 4-66 16,-2 3 19-16,-21-2-30 15,1-5 2-15,-3-8 9 0,6-8-18 16,3-11-58-16,9-9-94 16,7-11-76-16,15-19-95 15,12-7-575-15</inkml:trace>
  <inkml:trace contextRef="#ctx0" brushRef="#br1" timeOffset="27746.27">11083 4582 1555 0,'0'0'754'0,"0"0"-610"15,0 0-67-15,0 0 35 16,-36 138 10-16,28-90 11 16,0-6-76-16,8-7-11 15,0-9-43-15,27-8 8 16,4-12 20-16,10-6-30 16,-1-3-1-16,-5-21 3 0,-1-8 10 15,-16-4-22 1,-14-1 9-16,-4-2-46 0,-13 6 6 15,-16 4-47-15,-2 13 5 16,-14 16-6-16,7 0-115 16,16 2-333-16</inkml:trace>
  <inkml:trace contextRef="#ctx0" brushRef="#br1" timeOffset="28682.81">11789 4050 1453 0,'0'0'369'0,"0"0"-125"0,0 0-119 15,0 0 3-15,0 0 23 16,0 0-28-16,0 0-2 16,-6-30-77-16,6 30-43 15,6 0 7-15,10 0-8 16,9 0 0-16,4 0-1 15,2 5 7-15,5 2-7 16,1-1 1-16,11-2 0 16,0 0 0-16,4-4 6 15,1 2 0-15,5-2 1 16,3 0 4-16,-1 0-5 16,-2 0-6-16,1 0 1 15,-1 0-7-15,-2 0 6 0,-2 0 0 16,-5 0 0-16,2 0 14 15,-2 4-14-15,-5-1 0 16,8 1 0-16,-5-3-15 16,6 1 15-16,-4-2 0 15,7 0 0-15,-2 0-16 16,1 0 16-16,3 0-19 16,0-2 19-16,-2-3-14 15,2-2 14-15,2 0 0 16,-2-2-1-16,0 2 12 15,2-2-12-15,3 3 1 16,-7 0 0-16,-6 2-8 16,0 3 9-16,-3-2-1 15,-5 3 0-15,-2 0 8 0,-5 0-7 16,-6 0-1-16,-4 0-18 16,-7 4-97-16,-5 6-140 15,-9-2-299-15</inkml:trace>
  <inkml:trace contextRef="#ctx0" brushRef="#br1" timeOffset="29317.47">12536 4868 1145 0,'0'0'734'16,"0"0"-603"-16,0 0-76 15,0 0 113-15,0 0 0 16,0 0 4-16,0 0-31 16,56-42-87-16,-18 8-8 15,-3-8-46-15,8-3 1 16,-1-6-15-16,0-2 8 16,-1 4-37-16,-10 4 4 15,-8 8 5-15,-8 8 33 0,-11 13 2 16,-4 11 60-1,0 5 21-15,0 1-80 0,-15 26-1 16,-3 10 10-16,-5 14-10 16,4 13 60-16,1 7-7 15,-3 8-25-15,8 2 5 16,7 1-34-16,-1-2-13 16,4 6-126-16,3-20-353 15,0-22-594-15</inkml:trace>
  <inkml:trace contextRef="#ctx0" brushRef="#br1" timeOffset="45390.47">12763 3180 544 0,'0'0'134'15,"0"0"179"-15,0 0 340 16,0 0-557-16,0 0 27 16,0-21-47-16,0 16-45 15,0 1 130-15,0-2-92 16,0 0-26-16,0 0 41 15,0 1-44-15,0 2 35 16,0-1-26-16,0 0-21 0,0 1 46 16,0 3-43-1,0 0 26-15,0 0 18 0,0 0-40 16,-6 0 25-16,-9 0-51 16,-8 0 3-16,-8 0-15 15,-11 7 3-15,-12 15 0 16,-4 14-1-16,-2 8 7 15,-2 14-12-15,-1 7 6 16,14 8 0-16,5 6 10 16,8 1-8-16,14-2 12 15,6 1 12-15,11-11-20 16,5-7 12-16,0-8-18 16,14-13 1-16,15-12-4 0,13-13 3 15,14-15-10 1,9-6-20-16,6-27-124 0,3-11-1 15,-8-9-44-15,-3 2-52 16,-17 1 82-16,-12 5 49 16,-10 12 73-16,-10 8 47 15,-10 9 43-15,-4 12 153 16,0 4-37-16,-2 0-55 16,-12 18-21-16,-5 10-49 15,-4 7 39-15,8-1 5 16,1-4-58-16,10-9 21 15,4-2-30-15,0-9-10 16,11-6 10-16,11-4-11 16,12 0-28-16,1-21-18 15,4-3-52-15,-10-3 40 0,-10 0 12 16,-5 4 26 0,-14 5 4-16,0 4 29 0,-25 6-13 15,-6 8 52-15,-4 0-13 16,-2 17 50-16,6 7-34 15,5 1-12-15,10-8 24 16,12-5-65-16,4-8 8 16,0-4 5-16,29 0-9 15,15-19-10-15,12-13 4 16,6-12-112-16,7-9 15 16,-6-5-33-16,-8 0 4 15,-5-2 34-15,-17 5 8 16,-17 8 78-16,-14 7 6 15,-2 9 52-15,-4 11 85 0,-21 8-30 16,-2 10-30-16,5 2-15 16,-3 4-48-16,12 18 35 15,1 9-28-15,12 6-12 16,0 9 44-16,12 7-26 16,11 3 1-16,-4-3 7 15,6 0-34-15,-11-4 50 16,-10-4-38-16,-4 0 2 15,0-5 40-15,-25-2-55 16,3-4 14-16,-5-9-14 16,0-5-109-16,8-11-112 0,5-9-378 15</inkml:trace>
  <inkml:trace contextRef="#ctx0" brushRef="#br1" timeOffset="45758.53">13350 3549 1280 0,'0'0'619'15,"0"0"-449"-15,0 0-87 16,0 0-58-16,0 0 162 16,0 0-28-16,0 0-41 15,20 139-5-15,-20-92-68 16,0 0-30-16,-5-7 16 15,3-8-23-15,-2-11-8 0,2-7 0 16,2-8 12-16,0-6-30 16,0-11-21-16,16-23-72 15,3-14-36-15,-1-7-7 16,5-3-39-16,-10 7 97 16,-7 12 96-16,1 17 87 15,-7 20 109-15,0 2-122 16,0 32-22-16,0 16 21 15,0 13 7-15,0 3-16 16,5-1-63-16,23-2-1 16,38 5-10-16,-6-18-187 15,-5-18-340-15</inkml:trace>
  <inkml:trace contextRef="#ctx0" brushRef="#br1" timeOffset="46182.52">14331 3858 819 0,'0'0'29'15,"0"0"961"-15,0 0-482 16,0 0-284-16,0 0 10 15,0 0-99-15,0 0-4 16,-15 0-99-16,23 2-32 16,19 4 21-16,4 3-11 15,9 2-10-15,-2-1 0 16,-2 3 8-16,0-1-26 16,-5 1-24-16,-6 13-123 0,-10-4-170 15,-11-2-367-15</inkml:trace>
  <inkml:trace contextRef="#ctx0" brushRef="#br1" timeOffset="46360.51">14221 4287 1691 0,'0'0'866'0,"0"0"-729"16,0 0-68-16,0 0 62 15,0 0-71-15,0 0-23 16,153 20-32-16,-111-18-5 15,6-2-118-15,-7 2-383 16,-12-2-586-16</inkml:trace>
  <inkml:trace contextRef="#ctx0" brushRef="#br1" timeOffset="49488.23">15142 4231 1187 0,'0'0'539'0,"0"0"-351"16,0 0-56-16,0 0 58 15,0 0 37-15,0 0-16 16,0 0 11-16,-4 2-84 15,4-2-57-15,0 0 21 0,0 0-66 16,0-8 18 0,15-14-5-16,10-14-48 0,6-10 15 15,9-13-16-15,5-10-46 16,1-6 32-16,6-6-52 16,-5-2 23-16,-7 0 10 15,-9 4-26-15,-6 7 52 16,-10 7-7-16,-3 10 11 15,-6 15-16-15,-6 14 32 16,0 11-13-16,0 9 34 16,0 3-33-16,0 3 24 15,0 4-25-15,0 29 0 16,0 30-12-16,-14 40 26 16,1 37-14-16,-3 19 15 15,-1-7-5-15,1-32 7 0,3-37-17 16,4-25-8-1,7-10-4-15,-1 0-61 0,3 12-128 16,0-9-164-16,3-20-542 0</inkml:trace>
  <inkml:trace contextRef="#ctx0" brushRef="#br1" timeOffset="49921.28">15871 4307 831 0,'0'0'59'0,"0"0"143"16,0 0 528-16,0 0-495 16,0 0-155-16,0 0 65 15,0 0-48-15,5 26-51 16,-5-26 20-16,0 0-31 0,0 0 40 15,4 0-22-15,-2 0-53 16,0 0 43-16,0 0-37 16,-2 0 3-16,0 0 76 15,0 0-29-15,0 0-26 16,-8 0-30-16,-13 4-174 16,6 4-113-16,-1-6-918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7:16:50.54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24028 1520 584 0,'0'0'90'0,"0"0"699"16,0 0-490-16,0 0-144 15,0 0-6-15,0 0 35 16,0 0-7-16,7-4-26 16,-7-1 16-16,-7 2-82 15,2-1-24-15,3 2-4 16,-3-1-51-16,3 1-1 15,0 1-5-15,2-1 13 16,0 2-11-16,0 0-2 16,0 0 0-16,0 0-11 15,0 0 12-15,0 0-1 16,-2 0 0-16,2 0 15 16,-2 0-8-16,-7 0-7 0,2 0 0 15,-4 8-14-15,-2 8 22 16,-3 1-8-16,7 3 0 15,7-6 9-15,2-3-12 16,0-5 3-16,0-4-26 16,17-2 26-16,8 0-35 15,2-12 34-15,0-4-11 16,-12-1-3-16,-8 6 2 16,-7 2 13-16,0 6 0 15,-7 1 21-15,-15 2-11 16,0 0-10-16,-1 3 0 15,6 11-4-15,7 6-2 16,6-6-310-16,4-7-471 0</inkml:trace>
  <inkml:trace contextRef="#ctx0" brushRef="#br0" timeOffset="1561.02">24830 1434 711 0,'0'0'55'16,"0"0"890"-16,0 0-697 16,0 0-176-16,0 0 0 15,0 0 44-15,0 0 28 0,-100-8-15 16,96-6-26 0,1-3 10-16,-2-2-56 0,5-6-4 15,0-3-11-15,8-4-40 16,7 2 22-16,3 0-24 15,6 4 0-15,1 6-1 16,-1 8 1-16,5 3 0 16,7 9 0-16,-5 0 7 15,2 3-7-15,3 13 0 16,-4 0 0-16,-4-4-12 16,-3 0 12-16,-3-6 0 15,-3-2 0-15,-11-2-22 0,-1-2 13 16,-7 0-20-1,0 0 2-15,-25 0 2 0,-6 0-115 16,-11 0 91-16,-8 0 41 16,4 14 8-16,1 21 32 15,12 12 11-15,6 11-24 16,12 4 60-16,10 1-58 16,5-8 7-16,18-8-1 15,15-13-19-15,14-10 12 16,11-13-20-16,7-11-18 15,-1 0 18-15,1-23-74 16,-7-9-4-16,-4-6 13 16,-17-2-14-16,-3-1 27 15,-16 4-24-15,-5 11 2 0,-9 9 74 16,-2 13 13-16,4 4 1 16,-6 19-6-16,0 15 21 15,0 7 40-15,0 4-30 16,2-5-3-16,0-4 26 15,2-7-62-15,5-12 12 16,-5-7-12-16,6-8 13 16,-4-2-19-16,7-8 6 15,5-20-37-15,2-9-14 16,2-10-28-16,1-1 17 16,2 5 35-16,-8 16 20 15,-1 13 7-15,-3 14 0 16,-1 8 1-16,-10 24 34 15,-2 8 5-15,0 1 33 0,0-2-6 16,0-8-48 0,-7-11 35-16,4-6-54 0,3-13 0 15,0-1 27-15,0-6-15 16,10-18-9-16,11-12-3 16,12-3-35-16,0-4 26 15,2 6-10-15,1 11 14 16,-3 16-11-16,-8 10 9 15,-8 10 6-15,-5 21 1 16,-10 5 0-16,-2 3-5 16,0-2 5-16,0-7 0 15,-4-7-1-15,-10-6-45 0,-13-15-39 16,8-2-136-16,-8 0-450 16</inkml:trace>
  <inkml:trace contextRef="#ctx0" brushRef="#br0" timeOffset="1704.07">25387 1027 791 0,'0'0'1675'15,"0"0"-1482"-15,0 0-155 16,0 0-38-16,141-21 0 16,-79 21-14-16,34 0 14 15,-13 0-201-15,-17 0-275 0</inkml:trace>
  <inkml:trace contextRef="#ctx0" brushRef="#br0" timeOffset="2364">26527 1438 557 0,'0'0'1894'0,"0"0"-1590"15,0 0-304-15,0 0-10 16,0 0 9-16,0 0-36 16,166-103 28-16,-103 57 0 15,-3-2-13-15,-4 1 22 16,-11-1-106-16,-14 11-21 15,-16 4 78-15,-15 16 49 16,0 10 44-16,-17 7-20 0,-14 31-17 16,-12 37 7-1,5 36-2-15,9 34 53 0,11 15 41 16,16-23-50-16,2-33 3 16,0-33-42-16,0-15-6 15,2 6-4-15,1-3-7 16,-3-2 0-16,0-12-1 15,0-15 5-15,-16-14-11 16,-2-9-20-16,-2-9-36 16,6-30 62-16,8-17-40 15,6-11 27-15,11-4 5 16,18-2 18-16,16 8 0 0,3 5-9 16,6 7-26-16,2 2-59 15,0 3-114-15,-7 1-59 16,2-29-75-16,-10 13-73 15,-18 3-227-15</inkml:trace>
  <inkml:trace contextRef="#ctx0" brushRef="#br0" timeOffset="2475.92">27222 1013 677 0,'0'0'898'15,"0"0"-422"-15,0 0-222 16,0 0 7-16,0 0-159 16,0 0-96-16,0 0 6 15,-64 93-12-15,39-8 0 16,11 31-25-16,8-21-305 15,6-35-542-15</inkml:trace>
  <inkml:trace contextRef="#ctx0" brushRef="#br0" timeOffset="2724.07">27507 988 1551 0,'0'0'913'15,"0"0"-799"-15,0 0-112 16,0 0 11-16,0 0-7 16,-127 133 69-16,103-60 36 15,6 6-75-15,13 2 5 16,5-8-41-16,12-6-11 16,15-11-2-16,4-14-122 15,4-14 31-15,3-16-31 0,2-14-143 16,-13-22-118-16,-7-10-750 15</inkml:trace>
  <inkml:trace contextRef="#ctx0" brushRef="#br0" timeOffset="3082.03">27561 1163 1857 0,'0'0'512'16,"0"0"-412"-16,0 0-56 16,0 0-36-16,0 0 2 15,0 0 50-15,77 142-28 16,-69-86 50-16,-6 0-80 15,-2-1-1-15,0-9 10 16,0-12-5-16,0-10-6 0,0-12 0 16,0-12-6-1,11 0-6-15,3-33-31 0,1-14-138 16,7-17 16-16,-1-11-20 16,-4 4 93-16,-3 11 92 15,-5 16 107-15,-7 23 158 16,-2 19-87-16,0 4-133 15,0 30-18-15,-9 10 23 16,4 4 29-16,5 0-49 16,0-8-21-16,3-10-18 15,14-10-35-15,6-14-30 16,6-4-22-16,-2-13-111 16,8-47-161-16,-4 4-421 0,-4-3-93 15</inkml:trace>
  <inkml:trace contextRef="#ctx0" brushRef="#br0" timeOffset="3190.17">28072 1015 1018 0,'0'0'728'15,"0"0"-141"-15,0 0-208 16,0 0-228-16,0 0-128 16,0 0 53-16,66 160-55 15,-108-10-5-15,-23 14-16 16,-8-3-42-16,-6-29-206 16,31-54-298-16,5-25-261 0</inkml:trace>
  <inkml:trace contextRef="#ctx0" brushRef="#br0" timeOffset="4069.54">24068 2926 684 0,'0'0'1072'0,"0"0"-801"15,0 0-205-15,0 0 21 16,0 0-44-16,0 0 7 15,0 0-1-15,33-17-48 16,-12 1 12-16,-8-2-13 16,-9 2 0-16,-4 2-3 15,0 2 3-15,-15 4 0 16,-1 8 0-16,-4 0 2 0,13 10-8 16,7 10-174-16,0-6-637 15</inkml:trace>
  <inkml:trace contextRef="#ctx0" brushRef="#br0" timeOffset="5039.55">25091 2773 479 0,'0'0'1465'0,"0"0"-1173"15,0 0-200-15,0 0 61 16,0 0 13-16,-96-137-63 15,96 91 14-15,0 0-110 16,18 0-7-16,11 8-1 16,4 8-46-16,5 9 28 15,5 12 7-15,-1 9-3 16,0 0-3-16,-1 0 18 16,-10 6 0-16,-2 2-6 0,-10-1-73 15,-5-4 2-15,-12-1 36 16,-2-2-17-16,-6 0 35 15,-30 0-100-15,-7 2 32 16,-3 8 79-16,-1 10 12 16,3 12 83-16,7 10 34 15,16 9-57-15,7 5 48 16,14-1-69-16,0-2-19 16,20-7 9-16,18-9-18 15,9-13 4-15,6-10-15 16,5-14-29-16,-2 0 13 15,2-14-99-15,-9-15-32 16,-5-7 37-16,-6-1-42 0,-11 4 105 16,-7 6 16-16,-11 10 31 15,-5 9 169-15,-4 8-75 16,0 0-51-16,0 18-3 16,0 8 38-16,-6 1 3 15,4 4-47-15,-3-7-28 16,5-4 19-16,0-8-24 15,0-6-2-15,0-6-13 16,9 0-62-16,7-4 66 16,9-16-88-16,-4-6-62 15,4-3 58-15,2 6 41 16,-9 7 61-16,-5 9-4 0,-2 7 11 16,-11 7 64-16,0 18 46 15,0 1-25-15,0 3-5 16,0-5-79-16,-2-6 1 15,-3-11-9-15,5-2 15 16,0-5 0-16,0 0-15 16,14-20-24-16,8-4-68 15,7-6 12-15,2 0 35 16,0 4 20-16,6 6 13 16,-8 10 12-16,-3 10 0 15,-8 0 21-15,-5 19 41 16,-6 13 2-16,0 1 9 15,-7 3-20-15,0-1-52 0,0-4 27 16,-5-6-28 0,-4-7-26-16,-2-8-13 0,-9-10-142 15,-2-3-156-15,-3-13-731 0</inkml:trace>
  <inkml:trace contextRef="#ctx0" brushRef="#br0" timeOffset="5172.12">25632 2270 2234 0,'0'0'592'16,"0"0"-568"-16,0 0-24 15,152-6-39-15,-74 26-43 16,-9 6-152-16,-11-6-281 0</inkml:trace>
  <inkml:trace contextRef="#ctx0" brushRef="#br0" timeOffset="7247.45">27173 2493 1753 0,'0'0'281'0,"0"0"-184"16,0 0-73-16,0 0 48 15,0 0 71-15,0 0-68 0,0 0-29 16,29-43-26-16,-29 43-8 16,0 0-1-16,0 0-11 15,0 0 0-15,0 5-6 16,0 2 12-16,0 3-6 16,0-3 5-16,-2-2 5 15,-3-1 35-15,1-2 8 16,0-2-11-16,4 0 36 15,-2 0-44-15,2 0 21 16,0 0-1-16,0 0-29 16,0 0 32-16,0 0-55 15,0 0 11-15,8 0-19 16,12 0 7-16,0 0-1 0,5 8 0 16,-3 12 11-16,-7 10-22 15,-6 9 11-15,-9 8 0 16,0 8-18-16,-4 3 19 15,-11 0-1-15,-6-4 0 16,4-10 14-16,3-9-19 16,8-14 5-16,1-6 0 15,5-12-13-15,0-3 13 16,0-2 0-16,15-27-1 16,12-19-83-16,9-19-25 15,-5-9-1-15,0 1 27 16,-6 16 77-16,-11 16 6 15,-10 21 58-15,-4 21 13 16,0 1-65-16,-16 23-12 0,-1 16 20 16,-8 11-5-16,9 2 46 15,14 0-54-15,2-2 17 16,0-8-18-16,20-7 12 16,11-10-29-16,11-10 17 15,8-12-55-15,-3-3-33 16,1-7-55-16,-5-20-13 15,-7-3-56-15,-9-2 37 16,-10 4 143-16,-5 7 32 16,-12 6 179-16,0 13 82 15,0 2-160-15,0 2-59 16,-8 22-33-16,0 6-8 16,-3 4 45-16,1 2-25 0,4 0 7 15,6-2 13 1,-2-5-40-16,2-3 21 0,0-8-22 15,0-4 1-15,0-7-18 16,0-4-27-16,0-3 3 16,6-5 35-16,8-19-43 15,1-12-70-15,8-8 21 16,-3-2-44-16,2 4 120 16,-2 6 22-16,-2 12 57 15,-3 8 0-15,-3 8-32 16,-3 8 30-16,-5 0-38 15,-4 8 13-15,0 14 52 16,0 6-41-16,0 4-2 16,0 1-6-16,0-6-32 15,0-3 16-15,9-4-17 0,7-6 0 16,3-4 13-16,8-3-13 16,4-5-12-16,6-2 5 15,-6 0-51-15,0 0-17 16,-2-12-55-16,-7 0-86 15,0-8-10-15,-7 2-88 16,-3 0-779-16</inkml:trace>
  <inkml:trace contextRef="#ctx0" brushRef="#br0" timeOffset="7454.54">28288 2719 1659 0,'0'0'326'0,"0"0"-209"16,0 0-58-16,0 0-22 16,0 0 19-16,0 0-9 15,0 0 1-15,-56 72 10 16,41-40-57-16,1 2 5 16,5 0-6-16,3 2-66 15,-4-7-131-15,6-11-530 0</inkml:trace>
  <inkml:trace contextRef="#ctx0" brushRef="#br0" timeOffset="7958">28272 2777 851 0,'0'0'1008'16,"0"0"-729"-16,0 0-197 16,0 0-27-16,0 0-19 15,0 0 53-15,0 0 13 0,7 139-59 16,-7-90-41-16,0 4 18 16,0-5-20-16,0 2-25 15,0-12-172-15,0-16-745 0</inkml:trace>
  <inkml:trace contextRef="#ctx0" brushRef="#br0" timeOffset="8446.04">28740 2692 2116 0,'0'0'621'0,"0"0"-433"16,0 0-95-16,0 0-75 16,0 0 51-16,0 0-56 15,0 0-13-15,49-1 0 16,-20-1-19-16,0 2-26 16,-2 0-114-16,-11 14-296 15,-10-2-235-15</inkml:trace>
  <inkml:trace contextRef="#ctx0" brushRef="#br0" timeOffset="8585.04">28718 2881 2293 0,'0'0'628'15,"0"0"-553"-15,0 0-67 16,0 0-16-16,0 0 8 16,178-4-84-16,-113-5-101 15,-3-5-502-15</inkml:trace>
  <inkml:trace contextRef="#ctx0" brushRef="#br0" timeOffset="9020.53">29498 2455 980 0,'0'0'803'0,"0"0"-693"15,0 0-101-15,0 0-2 0,0 0 12 16,0 0 15 0,0 0 23-16,-43-89 0 0,43 83-28 15,0-3 30-15,16 4-32 16,2-3 33-16,2 1 16 16,5 6-29-16,-7 1 4 15,1 0-16-15,-5 16-35 16,-7 14 22-16,-7 12-20 15,0 12 15-15,-27 8 0 16,-11 6-17-16,-20 19-106 16,11-17-260-16,7-16-581 0</inkml:trace>
  <inkml:trace contextRef="#ctx0" brushRef="#br0" timeOffset="9121.94">29326 3118 1452 0,'0'0'935'16,"0"0"-824"-16,0 0-111 15,0 0-74-15,0 0-253 16,0 0-697-16</inkml:trace>
  <inkml:trace contextRef="#ctx0" brushRef="#br0" timeOffset="114638.58">1673 4567 535 0,'0'0'104'0,"0"0"127"15,0 0 599-15,0 0-615 16,0 0-28-16,0 0-24 0,3-12-17 16,-3 5-71-16,-3 1 87 15,-1 2-61-15,2 0-35 16,2-1 1-16,0 4-33 15,-2 1 34-15,2-3-22 16,0 3-32-16,0 0 39 16,0 0-45-16,-2 0-7 15,2 0-1-15,-2 11-4 16,-3 17 3-16,-2 12 1 16,-2 10 0-16,0 8-5 15,3 0 5-15,-1-4 0 16,4-7-1-16,3-9-53 0,0-8-28 15,0-8-162-15,-2-14-87 16,-4-6-258-16,-10-2-512 0</inkml:trace>
  <inkml:trace contextRef="#ctx0" brushRef="#br0" timeOffset="114991.53">1297 4828 484 0,'0'0'1680'0,"0"0"-1124"16,0 0-500-16,0 0-12 15,121-48-44-15,-59 36 1 16,5 0-5-16,-1 5 4 16,1-2-1-16,-5 3 1 15,-8 2-190-15,-14 0 24 0,-13 0-142 16,-16-1-42-16,-11-4 71 16,-9-1-8-16,-27-2 59 15,-8 6 228-15,-5 6 21 16,-7 0 264-16,1 8-12 15,1 14-70-15,7 0-46 16,9 0-85-16,11-8-14 16,15-10-20-16,4-4-22 15,8-6 11-15,0-18-27 16,5-8-52-16,13 4 27 16,6 5-7-16,5 12 20 15,5 11 11-15,1 16-18 16,12 44 4-16,-9-4-81 15,-7-5-539-15</inkml:trace>
  <inkml:trace contextRef="#ctx0" brushRef="#br0" timeOffset="116762.81">2471 4598 2033 0,'0'0'281'15,"0"0"-92"-15,0 0-117 16,0 0-48-16,-46-117 25 16,46 84-24-16,4-3 26 0,21 1-51 15,10 0 6-15,7 6-15 16,6 7 10-16,1 8-1 15,0 8 0-15,-2 6 7 16,-3 0-17-16,-3 13 10 16,-8 4 0-16,-4 1-21 15,-7 0 21-15,-6-6 0 16,-3-4 0-16,-7-4-13 16,-6-2-30-16,0-2-36 15,0 0 34-15,-21-4-51 16,-11-8-49-16,-8 4 106 15,-5 8 39-15,0 0 3 16,3 26 123-16,7 16-22 0,8 10 7 16,14 6 23-1,10 3-65-15,3-3-18 0,18-8-12 16,18-10-38-16,11-10 45 16,9-14-46-16,6-10-15 15,3-6-10-15,-3-12-140 16,-6-20-48-16,-10-6-77 15,-12-4-39-15,-10-2-38 16,-10 8 74-16,-9 8 293 16,-5 14 230-16,0 14 128 15,0 0-103-15,-3 18-68 16,-8 16-55-16,2 4 21 16,3 2-49-16,1 1-14 15,3-8-31-15,2-6-57 16,0-8 4-16,0-6-6 0,0-12-151 15,9-1 10 1,4-9-50-16,3-22-135 0,1-8-64 16,3-7 10-16,-1 5-79 15,-4 7 459-15,-4 13 514 16,-4 18 16-16,-3 3-375 16,-4 26 108-16,0 12-100 15,0 6-72-15,0 0 46 16,0-5-24-16,-2-6-74 15,-2-8 13-15,-1-8-52 16,5-9 0-16,0-8 0 16,0 0-5-16,7-13 4 0,14-20-159 15,12-9 18 1,2-2 59-16,3 1-43 0,-1 10 85 16,-5 15 40-16,-8 16 1 15,-5 2 75-15,-11 28 7 16,-6 10-24-16,-2 4 25 15,0-2-38-15,0-6 2 16,-6-11-32-16,4-8 0 16,2-11-19-16,0-4 4 15,0-1-67-15,19-24-29 16,10-3-129-16,2-4 89 16,1 5 24-16,-3 6 74 15,-5 13 38-15,-8 8 20 0,-11 12 29 16,-5 19 32-1,0 6-59-15,-34 9-22 0,7-9-79 16,-2-16-414-16</inkml:trace>
  <inkml:trace contextRef="#ctx0" brushRef="#br0" timeOffset="116898.77">3268 4303 2433 0,'0'0'326'15,"0"0"-201"-15,0 0-110 16,0 0-9-16,154-90-12 16,-99 92-99-16,-8 18-184 15,-12 2-423-15</inkml:trace>
  <inkml:trace contextRef="#ctx0" brushRef="#br0" timeOffset="118636.99">4172 4743 504 0,'0'0'1941'15,"0"0"-1590"-15,0 0-183 16,0 0-92-16,0 0-63 16,0 0 80-16,0 0-46 15,-29-127-47-15,63 89 12 16,13-8-12-16,6-3-33 15,1 0 0-15,-1-2-36 16,-10 5 41-16,-10 8-23 16,-12 6 10-16,-11 8 25 15,-8 10 5-15,-2 8 11 16,0 6-9-16,-4 10 5 16,-16 27 3-16,-3 35-15 0,4 34 16 15,3 32 37 1,5-7-22-16,9-25 21 0,2-33 11 15,0-20-47-15,0 1 43 16,0 4-43-16,-5 2 0 16,-1-14-17-16,-4-14 18 15,-5-10-1-15,-3-14 1 16,-2-8 22-16,0-13-28 16,4-30 5-16,12-15-32 15,4-11 23-15,6-2-1 16,25 0 9-16,6 12 1 15,7 5-33-15,0 9 8 16,22-5-166-16,-14 13-167 0,-6 3-328 16</inkml:trace>
  <inkml:trace contextRef="#ctx0" brushRef="#br0" timeOffset="118821.3">4832 3843 578 0,'0'0'1634'16,"0"0"-1243"-16,0 0-264 16,0 0-117-16,-56 161 59 15,23-62-21-15,4-5-47 16,7-10-2-16,15-18-38 16,7 19-199-16,0-11-108 15,0-23-501-15</inkml:trace>
  <inkml:trace contextRef="#ctx0" brushRef="#br0" timeOffset="119255.88">4986 4250 1020 0,'0'0'399'16,"0"0"-61"-16,0 0-77 15,0 0-2-15,0 0-50 16,0 0-52-16,0 0-36 16,-15-29-91-16,-6 51-21 15,-3 16 12-15,-5 14 1 16,0 15 47-16,5 11 10 16,8 1-64-16,9 2 28 15,7-9-43-15,0-7-7 16,20-16-3-16,14-10-65 15,6-18-67-15,18-21-95 0,-10 0-150 16,-7-17-434-16</inkml:trace>
  <inkml:trace contextRef="#ctx0" brushRef="#br0" timeOffset="119606.18">5060 4480 1945 0,'0'0'378'0,"0"0"-200"16,0 0-154-16,0 0-9 15,0 0 1-15,0 0 5 16,0 0 106-16,89 150-75 16,-82-92-7-16,-7-3-21 15,0-2-9-15,0-8-8 16,0-14-7-16,-7-11 9 0,5-13-31 16,2-7-10-16,0-10-2 15,0-29-111-15,9-13-131 16,6-10 38-16,1-3-3 15,-5 12 223-15,-2 17 18 16,-9 20 293-16,0 16-113 16,0 14-120-16,0 24 11 15,0 10 36-15,0 0-27 16,5-1-59-16,10-8 6 16,9-8-27-16,5-9-1 15,3-12-42-15,1-10-73 16,0-10-21-16,-6-20-248 15,-11-6-725-15</inkml:trace>
  <inkml:trace contextRef="#ctx0" brushRef="#br0" timeOffset="119758.27">5499 4296 1234 0,'0'0'1106'0,"0"0"-947"16,0 0-123-16,0 0 28 15,72 145-14-15,-64-72 49 16,-3 6-31-16,-5 4-50 15,0 4-6-15,-5-8-12 16,-9 4-164-16,10-23-169 16,2-22-635-16</inkml:trace>
  <inkml:trace contextRef="#ctx0" brushRef="#br0" timeOffset="119870.02">5947 4816 2535 0,'0'0'219'15,"0"0"-219"-15,0 0-328 16,0 0-337-16</inkml:trace>
  <inkml:trace contextRef="#ctx0" brushRef="#br0" timeOffset="121763.88">2070 6428 1228 0,'0'0'883'16,"0"0"-573"-16,0 0-90 15,0 0-36-15,0 0-80 16,0 0-20-16,0 0 3 16,-35-25-65-16,57 3 14 15,9-9-36-15,9-7-21 16,3-2 11-16,1-3-23 15,-4 0-8-15,-4 2 1 16,-7 6-41-16,-9 4 45 16,-6 7 1-16,-10 10 35 15,-2 9-9-15,-2 5 9 16,0 0-11-16,-6 19-7 16,-8 23-3-16,1 18 21 0,3 32 12 15,4-3 3-15,2 5 46 16,-1 3-50-16,3-22 4 15,-4 3-3-15,-2-13 4 16,0-9-8-16,-5-12-8 16,-3-9 0-16,1-13 0 15,-6-10 12-15,1-12-12 16,2 0 6-16,2-21 12 16,8-20-36-16,8-11 18 15,0-5-4-15,15-3-11 16,14 2 1-16,6 6 1 15,8 2-16-15,1 6-132 0,17-9-68 16,-12 11-272-16,-9 6-349 0</inkml:trace>
  <inkml:trace contextRef="#ctx0" brushRef="#br0" timeOffset="121945.45">2657 5773 1452 0,'0'0'635'0,"0"0"-391"16,0 0-189-16,0 0-29 16,-130 144 86-16,97-68-35 15,10 9-13-15,12 1-61 16,11-6-3-16,0-5-104 0,42-8-137 16,-1-18-237-1,-1-19-451-15</inkml:trace>
  <inkml:trace contextRef="#ctx0" brushRef="#br0" timeOffset="122417.08">2777 6118 1463 0,'0'0'800'0,"0"0"-515"16,0 0-104-16,0 0-160 15,0 0-7-15,0 0-23 16,0 0 9-16,69 22 0 16,-54 24 38-16,-3 6-37 15,-7 2 35-15,-5-5-36 16,0-8 1-16,0-9-6 15,0-11 6-15,0-11-1 16,4-8 0-16,2-2-76 16,8-19 34-16,-1-17-96 15,0-11-58-15,-1-7-76 0,-8-3 7 16,-4 7 208 0,0 16 57-16,0 17 254 15,0 17 12-15,0 9-185 0,-4 27 23 16,2 3 52-16,2 5-96 15,2-1-24-15,20-9-18 16,10-7-5-16,3-10-26 16,5-7-26-16,-2-10-119 15,2-8-14-15,-8-16-297 16,-15-6-514-16</inkml:trace>
  <inkml:trace contextRef="#ctx0" brushRef="#br0" timeOffset="122574.67">3314 5895 1817 0,'0'0'395'0,"0"0"-268"0,0 0-47 16,67 112-37-16,-53-52 27 15,-8 5-45-15,-6 3 9 16,0 4-34-16,-8-2-3 16,-38 11-102-16,2-19-276 15,1-16-736-15</inkml:trace>
  <inkml:trace contextRef="#ctx0" brushRef="#br0" timeOffset="122904.56">2485 5414 1667 0,'0'0'387'0,"0"0"-167"15,0 0-147-15,0 0-36 16,0 0-37-16,0 0 0 16,-69 189 0-16,62-54-9 15,3-22-68-15,4-27-521 0</inkml:trace>
  <inkml:trace contextRef="#ctx0" brushRef="#br0" timeOffset="123512.64">3918 6162 1664 0,'0'0'514'0,"0"0"-297"16,0 0 92-16,0 0-132 16,0 0-85-16,0 0-6 15,0 0-86-15,16-24 0 16,6 24-1-16,5 0-16 15,-5 2-12-15,1 12-95 0,-10 6-155 16,-13 9-31-16,0-3-343 16,-7-5-742-16</inkml:trace>
  <inkml:trace contextRef="#ctx0" brushRef="#br0" timeOffset="123637.1">3865 6336 1117 0,'0'0'865'15,"0"0"-564"-15,0 0-141 16,0 0-120-16,0 0-1 15,0 0-39-15,0 0-23 16,165 0-59-16,-105 6-286 16,-7-2-616-16</inkml:trace>
  <inkml:trace contextRef="#ctx0" brushRef="#br0" timeOffset="124941.69">5334 5700 117 0,'0'0'1400'16,"0"0"-1099"-16,0 0-147 15,0 0-62-15,0 0 8 16,0 0-4-16,0 0 8 16,-49-50-77-16,36 75-20 15,-1 11 29-15,1 16-24 16,3 13 35-16,6 10 15 16,4 7-20-16,0 0 64 0,2 1-57 15,10-9-29-15,1-6 31 16,-1-11-50-16,-6-11 13 15,1-11-14-15,-5-8 17 16,-2-8-2-16,0-7-15 16,-5-3 0-16,-13-3-2 15,-3-2-7-15,-2 0-110 16,-2 2-90-16,10 0-179 16,1 0-258-16</inkml:trace>
  <inkml:trace contextRef="#ctx0" brushRef="#br0" timeOffset="125360.53">5225 6641 1219 0,'0'0'509'0,"0"0"-284"16,0 0-17-16,0 0-24 16,0 0-37-16,0 0-60 15,-119 0 12-15,88 36-44 16,6 7-37-16,8 1 25 16,9-3-42-16,8-6-1 0,0-10 9 15,10-10 0-15,15-12-18 16,4-3-15-16,4-9-79 15,-1-18 17-15,-3-6-47 16,-5-6 55-16,-6 2 50 16,-8 7 7-16,-2 7 21 15,-6 13 96-15,0 10-33 16,-2 2-26-16,0 24-24 16,4 9-7-16,3 6-1 15,9 2 12-15,3-7-34 16,31-6-50-16,-10-11-203 15,-2-12-462-15</inkml:trace>
  <inkml:trace contextRef="#ctx0" brushRef="#br0" timeOffset="126162.4">5452 5395 1099 0,'0'0'682'0,"0"0"-562"16,0 0-64-16,0 0-47 16,0 0 5-16,0 0 64 15,0 0-18-15,69 11 58 16,-58 27-44-16,-1 8-28 16,-6 5 33-16,-4-1-60 15,0-7-7-15,0-6-6 16,0-11 9-16,0-11-9 15,-2-6-6-15,2-9-5 0,0 0-7 16,0-12-50-16,13-20-179 16,3-11 6-16,-1-7-100 15,-1 0 41-15,-8 8 105 16,-1 12 189-16,-5 16 387 16,0 14-108-16,0 0-123 15,-7 26-2-15,-2 11-5 16,2 4-22-16,7 3-93 15,0-1-23-15,2-5-4 16,19-6-7-16,1-8-78 16,12-12-123-16,-8-4-180 0,-4-8-751 15</inkml:trace>
  <inkml:trace contextRef="#ctx0" brushRef="#br0" timeOffset="126306.82">5737 5545 2002 0,'0'0'304'16,"0"0"-215"-16,0 0-79 16,0 0 6-16,114-13-16 15,-85 13 0-15,7 0-7 16,6 0-26-16,-9 6-256 16,-8-3-329-16</inkml:trace>
  <inkml:trace contextRef="#ctx0" brushRef="#br0" timeOffset="126480.52">5989 5363 1743 0,'0'0'316'0,"0"0"-223"16,0 0-93-16,-44 148 19 16,32-97-19-16,8-3 0 15,4-4-22-15,0-9-32 16,12-12-135-16,11-9-315 15,2-9-324-15</inkml:trace>
  <inkml:trace contextRef="#ctx0" brushRef="#br0" timeOffset="126636.42">6239 5474 1215 0,'0'0'404'16,"0"0"-138"0,0 0-89-16,24-116-3 0,-24 106 58 15,0 10-105-15,0 15-75 16,-15 24-52-16,1 12 13 15,1 14-8-15,7 5-5 16,6 17-124-16,0-17-134 16,0-16-465-16</inkml:trace>
  <inkml:trace contextRef="#ctx0" brushRef="#br0" timeOffset="127635.55">6213 6280 413 0,'0'0'1580'0,"0"0"-1216"15,0 0-109-15,0 0-61 16,0 0-94-16,0 0 27 16,0 0-67-16,26-31-50 15,10 8-7-15,6-5-3 16,5-2-25-16,-5-2-4 15,-6 2-50-15,-12 3 36 16,-5 5-54-16,-19 4 30 0,0 7-12 16,-19 7-11-16,-14 4 74 15,-9 12 15-15,-1 22 1 16,5 12 64-16,9 9-33 16,13 0 15-16,16-1 5 15,0-4-51-15,23-10 31 16,17-10-31-16,11-12-13 15,9-9 11-15,25-9-150 16,-16-13-121-16,-13-6-512 0</inkml:trace>
  <inkml:trace contextRef="#ctx0" brushRef="#br0" timeOffset="128062.22">6738 5573 1182 0,'0'0'840'15,"0"0"-621"-15,0 0-181 16,0 0 1-16,0 0-8 15,-33 131 52-15,24-80-5 16,9-1-48-16,0-1 24 16,5-8-54-16,8-4 0 15,3-10-11-15,-1-5 8 16,3-8-74-16,-3-12-120 0,-3-2-177 16,-8 0-477-16</inkml:trace>
  <inkml:trace contextRef="#ctx0" brushRef="#br0" timeOffset="128190.55">6566 5845 1292 0,'0'0'791'16,"0"0"-500"-16,0 0-179 15,0 0-106-15,0 0 16 16,150-56-22-16,-86 56-34 16,-12 0-118-16,-10 0-639 0</inkml:trace>
  <inkml:trace contextRef="#ctx0" brushRef="#br0" timeOffset="129407.98">6957 5506 1209 0,'0'0'373'15,"0"0"-149"-15,0 0-32 16,0 0 30-16,0 0-61 0,0 0-45 16,0 0-33-16,6-85-75 15,10 73 25-15,-3 12-33 16,-1 0 0-16,-6 3-10 16,-1 23 26-16,-5 12 22 15,0 4 50-15,-9 2-41 16,-3-3 36-16,4-10-61 15,3-6-9-15,5-7 11 16,7-6-13-16,20-4-1 16,8-5-10-16,25 0-152 15,-6-3-97-15,-7 0-519 0</inkml:trace>
  <inkml:trace contextRef="#ctx0" brushRef="#br0" timeOffset="129715.48">7349 6145 1558 0,'0'0'364'0,"0"0"-200"15,0 0-78-15,0 0-85 0,-125 26 83 16,81 11 44-16,3 9-56 16,12 4 10-16,12-4-71 15,10-4 6-15,7-7-6 16,9-13-11-16,20-12-15 16,7-10-40-16,6-2-61 15,14-46-84-15,-11 2-303 16,-8-3-494-16</inkml:trace>
  <inkml:trace contextRef="#ctx0" brushRef="#br0" timeOffset="129908.54">7380 5807 1829 0,'0'0'487'0,"0"0"-385"16,0 0-102-16,-56 130 6 15,48-58 21-15,3 6 12 0,5 3 51 16,0-7-18-16,13-4-71 15,16-10 33-15,5-14-34 16,4-11-84-16,4-17 25 16,0-18-97-16,14-18-119 15,-13-21-318-15,-10-7-849 0</inkml:trace>
  <inkml:trace contextRef="#ctx0" brushRef="#br0" timeOffset="130082.52">7702 5874 2080 0,'0'0'316'16,"0"0"-255"-16,0 0-37 16,-19 140-15-16,17-75 31 0,-2 6 24 15,4 1-43-15,0 1 30 16,0-5-51-16,0-6-14 16,0-8-80-16,0-16-170 15,0-14-84-15,0-14-397 0</inkml:trace>
  <inkml:trace contextRef="#ctx0" brushRef="#br0" timeOffset="130216.51">7666 6094 1761 0,'0'0'648'16,"0"0"-461"0,127-41-154-16,-65 31-33 0,3 6-30 15,18 3-28-15,-21 1-147 16,-14 0-294-16</inkml:trace>
  <inkml:trace contextRef="#ctx0" brushRef="#br0" timeOffset="130494.39">8212 5316 2256 0,'0'0'328'16,"0"0"-327"-1,49 108-2-15,-25 10-5 0,3 47 6 16,-12 19 55-16,-15-1-30 16,0-15 32-16,-33-26-57 15,-15-6 7-15,-13-17 5 16,-1-23-12-16,2-19-9 15,-34 6-92-15,20-28-152 16,-1-6-462-16</inkml:trace>
  <inkml:trace contextRef="#ctx0" brushRef="#br0" timeOffset="131197.09">4830 5622 1275 0,'0'0'547'0,"0"0"-450"15,0 0-42-15,0 0-55 16,-138 27 0-16,95 23 51 15,1 38 76-15,5 48 60 16,14 49-16-16,19 14-65 16,4-9 19-16,31-32-95 15,5-47-29-15,1-28-1 16,1-23-9-16,9-9-72 0,53 7-59 16,-11-12-223-16,7-10-811 15</inkml:trace>
  <inkml:trace contextRef="#ctx0" brushRef="#br0" timeOffset="131764.69">8718 4949 1373 0,'0'0'854'15,"0"0"-708"-15,0 0-119 16,0 0-34-16,-61 118 7 15,37-28 0-15,-10 32 3 16,5 27-2-16,8-6-2 0,0-37-255 16,15-40-687-16</inkml:trace>
  <inkml:trace contextRef="#ctx0" brushRef="#br0" timeOffset="131974.71">8755 6113 1627 0,'0'0'1004'0,"0"0"-923"16,0 0-81-16,0 0-87 0,0 0 62 15,128-12 1 1,-48 12 23-16,-14 15-170 0,-2-1-401 15</inkml:trace>
  <inkml:trace contextRef="#ctx0" brushRef="#br0" timeOffset="132552.41">9955 5119 1386 0,'0'0'347'15,"0"0"-271"-15,0 0-46 16,0 0-21-16,-73 121 38 16,61 5 192-16,12 40-46 15,0 14-41-15,12-11-41 16,7-43-87-16,-5-43 18 15,1-23-42-15,-4-12 0 16,-1 3 18-16,-6-2-12 16,-2-1 14-16,-2-10-20 0,-13-11-7 15,-14-8-42-15,-18-2-150 16,8-7-121-16,-1-5-308 0</inkml:trace>
  <inkml:trace contextRef="#ctx0" brushRef="#br0" timeOffset="132928.19">9864 6717 1766 0,'0'0'520'16,"0"0"-348"-16,0 0-102 15,0 0-50-15,0 0 40 16,0 0-59-16,0 0 56 15,-92 54 20-15,74-18-77 16,7 1 42-16,11-6-42 0,0-8-1 16,11-9 1-1,14-14-105-15,8 0 12 0,12-42-153 16,-7 0-385-16,-9 0-112 16</inkml:trace>
  <inkml:trace contextRef="#ctx0" brushRef="#br0" timeOffset="133053.03">9864 6717 1667 0,'80'-72'697'15,"-80"80"-624"-15,0 21-18 16,-3 4-55-16,3 8 0 16,3-1-1-16,23-7-5 15,30-10-60-15,-4-10-196 16,-1-13-508-16</inkml:trace>
  <inkml:trace contextRef="#ctx0" brushRef="#br0" timeOffset="134039.81">10102 4945 1007 0,'0'0'813'0,"0"0"-637"16,0 0-151-16,0 0-11 16,0 0 1-16,0 0 44 15,0 0 59-15,116 17-16 16,-105 9-58-16,-9 6 19 15,-2-6-35-15,0-6-28 0,0-5 37 16,-2-7-37 0,-2-8-10-16,2 0-23 0,2-10-173 15,0-16-114-15,0-7 80 16,0-8-35-16,4 3 143 16,0 6 132-16,-4 7 119 15,0 15 421-15,0 10-295 16,0 0-137-16,0 29-96 15,0 10 21-15,0 10 26 16,0 3-52-16,11-3 2 16,14-3-9-16,33-7-151 15,-4-10-180-15,-3-14-1255 0</inkml:trace>
  <inkml:trace contextRef="#ctx0" brushRef="#br0" timeOffset="134641.97">10675 6053 1896 0,'0'0'525'0,"0"0"-374"16,0 0-75-16,0 0-22 16,0 0-21-16,0 0-12 0,0 0 11 15,113-68-32 1,-63 34-38-16,-6 0-34 0,-3-2-13 15,-10 0 14-15,-12 4-42 16,-16 3-40-16,-3 6 71 16,-9 9 48-16,-20 10 34 15,-7 4 43-15,1 12 20 16,-3 20 29-16,7 9-14 16,6 6-24-16,14-1 29 15,11-1-56-15,0-5 4 16,26-8 14-16,15-8-44 15,3-11-1-15,10-6-73 0,15-10-106 16,-13-14-179-16,-11-7-553 16</inkml:trace>
  <inkml:trace contextRef="#ctx0" brushRef="#br0" timeOffset="134872.23">11214 5159 1872 0,'0'0'391'15,"0"0"-329"-15,0 0-50 16,0 0-12-16,-33 134 44 16,22-67 87-16,2 1-54 15,9 3-14-15,0-10-56 0,0-4 8 16,22-13-30-16,5-13-46 15,11-12-85-15,-2-11-161 16,-9-8-558-16</inkml:trace>
  <inkml:trace contextRef="#ctx0" brushRef="#br0" timeOffset="135022.4">11025 5406 2065 0,'0'0'391'15,"0"0"-218"-15,0 0-173 16,0 0-52-16,116-14 6 16,-47 12-51-16,-13 2-143 0,-7-2-587 15</inkml:trace>
  <inkml:trace contextRef="#ctx0" brushRef="#br0" timeOffset="135461.51">11546 4976 1809 0,'0'0'351'0,"0"0"-212"16,0 0-118-16,0 0-12 15,0 0 30-15,0 0-38 16,0 0 13-16,66-3 17 15,-64 45-12-15,-2 10 70 16,-18 8 7-16,-11-2-13 16,-5-3 18-16,14-11-72 15,9-12 5-15,11-8-20 0,0-10-5 16,31-5-18-16,11-4-17 16,32-5-186-16,-7 0-116 15,-9 0-349-15</inkml:trace>
  <inkml:trace contextRef="#ctx0" brushRef="#br0" timeOffset="135762.49">11739 5828 1735 0,'0'0'371'16,"0"0"-250"-16,0 0-106 15,-123 51-5-15,78-13 29 16,3 4 68-16,11 1-11 16,8-7-24-16,17-7-71 15,6-6 31-15,0-12-32 16,22-11-5-16,14 0-13 15,6-17-47-15,3-19-131 16,8-33-89-16,-10 11-247 16,-10 0-159-16</inkml:trace>
  <inkml:trace contextRef="#ctx0" brushRef="#br0" timeOffset="135963.81">11770 5534 1724 0,'0'0'634'0,"0"0"-495"15,0 0-129-15,0 0-4 16,-81 157 37-16,70-93-2 15,9 0 30-15,2-4-14 16,0-5-56-16,22-11 32 16,7-8-33-16,4-14-39 15,6-15 4-15,3-7-55 16,3-14 2-16,-1-22-97 16,0-11-151-16,10-45 9 15,-11 11-58-15,-12-1-228 0</inkml:trace>
  <inkml:trace contextRef="#ctx0" brushRef="#br0" timeOffset="136148.51">12162 5336 912 0,'0'0'849'16,"0"0"-254"-16,0 0-446 16,0 0-131-16,0 0 16 15,-41 143-7-15,22-31 86 16,-6 21-5-16,7-6-65 16,5-27 33-16,1-31-56 15,10-19-20-15,2 2 7 16,0 0-7-16,0-6-19 15,0-14-36-15,0-14-114 16,0-18 17-16,-6 0 0 16,-19-46-162-16,1-2-323 0,2-4-26 15</inkml:trace>
  <inkml:trace contextRef="#ctx0" brushRef="#br0" timeOffset="136274.97">11919 5900 925 0,'0'0'605'16,"0"0"-113"-16,0 0-133 15,49-118-44-15,-12 106-204 16,17 7-45-16,6 5-53 15,12 0 0-15,6 0-11 16,2 5-2-16,-2 2-75 16,15-7-172-16,-21 0-292 15,-16-12-560-15</inkml:trace>
  <inkml:trace contextRef="#ctx0" brushRef="#br0" timeOffset="136499.12">12877 5027 2230 0,'0'0'237'0,"0"0"-226"15,72 128-11-15,-48-13-49 16,-17 39 49-16,-7 14 43 16,-9 1 85-16,-29-13 12 15,-18-21-94-15,-4-7 8 16,0-21-54-16,2-27-18 15,5-20-64-15,-44 8-42 16,13-10-37-16,-5-7-334 0</inkml:trace>
  <inkml:trace contextRef="#ctx0" brushRef="#br0" timeOffset="137083.84">9643 5209 1670 0,'0'0'364'15,"0"0"-213"-15,0 0-132 16,0 0-7-16,-118 154 73 15,62-18 44-15,2 42-22 16,17 16 39-16,23-10-62 16,14-27-1-16,20-48-35 15,11-30-41-15,9-20 10 16,5-15-17-16,18 2-78 16,55 2-59-16,-6-9-168 15,-10-20-284-15</inkml:trace>
  <inkml:trace contextRef="#ctx0" brushRef="#br0" timeOffset="137589.18">13535 4562 2054 0,'0'0'334'15,"0"0"-196"-15,0 0-138 16,0 0-21-16,-112 192 13 16,54-42 8-16,0 21 0 15,8-17-15-15,11-47-338 16,13-43-947-16</inkml:trace>
  <inkml:trace contextRef="#ctx0" brushRef="#br0" timeOffset="138211.5">13774 6164 2304 0,'0'0'373'0,"0"0"-250"16,0 0-123-16,0 0 25 16,0 0-25-16,0 0 0 15,0 0 57-15,19 97-6 16,-59-9-20-16,-6 4-17 16,1-6-14-16,1-9-39 15,13-6-103-15,8-21-111 16,21-23-452-16</inkml:trace>
  <inkml:trace contextRef="#ctx0" brushRef="#br0" timeOffset="139207.56">14431 5678 2070 0,'0'0'659'16,"0"0"-507"-16,0 0-134 15,0 0-18-15,0 0-4 16,-42 111 4-16,42-61 50 16,0-3-40-16,13-1 31 15,11-8-41-15,10-11 9 16,-1-8 0-16,8-11-9 16,-8-8-1-16,-2 0-11 15,-6-18-66-15,-10-10-1 0,-8-6-84 16,-7-5-10-1,0 1 96-15,-13 6 77 0,-2 8 27 16,3 9 123-16,3 10-53 16,9 5-51-16,0 0-46 15,7 5 0-15,20 10-6 16,10-1 7-16,17-6-2 16,2-6-53-16,-8-2-49 15,-5 0 93-15,-9 0-10 16,-14-7 20-16,-11 7 5 15,-7 0-4-15,-2 0 76 16,-2 5-22-16,-17 16-54 16,2 11 90-16,3-1-54 15,8 5-14-15,6-6 24 16,0-2-47-16,20-7 26 0,9-10-22 16,9-8 13-16,2-3-34 15,-5-5-7-15,2-12-56 16,-16-10 32-16,-5 1-38 15,-5-4 47-15,-11 5 19 16,0 0 20-16,0 8 60 16,-13 8 16-16,-7 7-46 15,-3 2-30-15,6 6-9 16,1 11-18-16,7-3-89 16,9-1-109-16,0-6-109 15,2-7-359-15</inkml:trace>
  <inkml:trace contextRef="#ctx0" brushRef="#br0" timeOffset="139331.03">15134 5472 863 0,'0'0'1248'0,"0"0"-1132"16,0 0-116-16,4 114-128 15,-4-54-174-15,2-6-852 0</inkml:trace>
  <inkml:trace contextRef="#ctx0" brushRef="#br0" timeOffset="139526.31">15354 5916 2114 0,'0'0'280'0,"0"0"-205"15,0 0-41-15,0 0-8 16,0 109 99-16,0-86-55 15,0-5-39-15,0-6-3 16,0-6-28-16,0-4-73 16,0-2-70-16,0-16-63 15,-2-8-368-15</inkml:trace>
  <inkml:trace contextRef="#ctx0" brushRef="#br0" timeOffset="139631.91">15338 5687 1927 0,'0'0'501'0,"0"0"-501"16,0 0-17-16,0 0-240 0,0 0-327 0</inkml:trace>
  <inkml:trace contextRef="#ctx0" brushRef="#br0" timeOffset="139780.97">15361 4983 1833 0,'0'0'617'16,"0"0"-608"-16,-65 116-9 16,7-7-76-16,0 29-14 15,9-17-203-15,15-26-441 0</inkml:trace>
  <inkml:trace contextRef="#ctx0" brushRef="#br0" timeOffset="140149.46">16397 5664 1756 0,'0'0'488'0,"0"0"-327"16,0 0-43-16,0 0-109 16,0 0 3-16,-131 18 37 15,93 26-15-15,11 9-13 16,9-4-12-16,5-3 9 15,13-13-36-15,0-13-30 16,13-13-47-16,14-7 15 16,6-27-176-16,1-5-405 15,-12-4-780-15</inkml:trace>
  <inkml:trace contextRef="#ctx0" brushRef="#br0" timeOffset="140261.62">16397 5664 864 0,'-73'74'1130'15,"73"-74"-756"-15,0 27-256 0,0 13-53 16,0 9-63-16,0 9 26 15,29 5-28-15,-2-14-193 16,2-18-355-16</inkml:trace>
  <inkml:trace contextRef="#ctx0" brushRef="#br0" timeOffset="140480.12">17001 5518 1054 0,'0'0'1331'0,"0"0"-1328"0,-131 63-3 16,69-12-14-16,6 6 14 15,13-1 162-15,17-2-4 16,21-4-46-16,5 1-43 16,16-7-68-16,17-9 0 15,19-10-1-15,-2-12-116 16,20-13-39-16,-14-1-237 15,-16-18-626-15</inkml:trace>
  <inkml:trace contextRef="#ctx0" brushRef="#br0" timeOffset="140621.66">16625 5807 2263 0,'0'0'565'0,"0"0"-519"15,0 0-46 1,120-25-28-16,-53 13-37 0,6 0 4 15,28-8-77-15,-19 1-209 16,-12 0-608-16</inkml:trace>
  <inkml:trace contextRef="#ctx0" brushRef="#br0" timeOffset="140817.34">17298 5534 876 0,'0'0'1255'0,"0"0"-1106"15,0 0-149-15,0 0 0 16,-38 127 50-16,29-71 88 0,-2 4 10 16,2-2-26-16,7-2-104 15,2-8 1-15,0-8-19 16,7-13-139-16,22-26-11 16,-8-1-140-16,6-10-341 0</inkml:trace>
  <inkml:trace contextRef="#ctx0" brushRef="#br0" timeOffset="141232.41">17498 5426 2170 0,'0'0'255'16,"0"0"-234"-16,-2 108-32 16,-11-38 24-16,-1 6 41 15,1-3 134-15,7-3-83 16,-3-7-13-16,4-12-70 0,-4-7-10 15,9-14-5-15,-2-12-7 16,0-11-1-16,-3-7-24 16,3-2-56-16,-2-25-98 15,-6-10-153-15,8-16-22 16,2-10-168-16,0-7 143 16,10-2 129-16,11 6 250 15,8 11 627-15,5 18-224 16,-3 17-84-16,-2 18-197 15,-4 2-35-15,-7 25-26 16,-16 13 25-16,-2 6 65 16,-4 6-36-16,-25-1 37 0,-8-3-64 15,6-7-54-15,12-8 22 16,9-10-56-16,10-5 12 16,16-2 17-16,38-2-29 15,17 5 31-15,14 0-31 16,35 13-79-16,-22-5-219 15,-24-3-471-15</inkml:trace>
  <inkml:trace contextRef="#ctx0" brushRef="#br0" timeOffset="142503.18">3841 8601 696 0,'0'0'342'16,"0"0"-106"-16,0 0 3 15,0 0 16-15,0 0 23 16,0 0 51-16,0 0-19 16,-95-43-63-16,91 37-66 15,0 0 8-15,4 5-96 16,0-1-33-16,0 2-60 16,6 0-20-16,19 0 10 15,8 0-11-15,8 2-29 16,-1 10-27-16,-5 5-67 15,-12 12-136-15,-10-4-259 16,-13-1-391-16</inkml:trace>
  <inkml:trace contextRef="#ctx0" brushRef="#br0" timeOffset="142603.6">3731 8814 2169 0,'0'0'589'0,"0"0"-540"15,0 0-49-15,0 0-24 16,187-7-209-16,-114-7-151 15,-7 0-1073-15</inkml:trace>
  <inkml:trace contextRef="#ctx0" brushRef="#br0" timeOffset="145513.79">4819 8751 689 0,'0'0'972'0,"0"0"-853"16,0 0 61-16,0 0-71 16,0 0-14-16,129-27-3 15,-87-2-64-15,3-7 8 16,4-8-36-16,-6-2-12 15,-8-1-73-15,-12 3-8 16,-17 5 7-16,-6 4 20 16,-16 7 66-16,-19 10 29 0,-12 9 78 15,-2 9 54-15,-5 11 10 16,8 24-88-16,10 9-1 16,14 5-57-16,15 3 30 15,7-2 26-15,27-4-59 16,20-6 6-16,15-9-22 15,12-9-6-15,1-12-65 16,23-10-134-16,-24 0-162 16,-11-6-432-16</inkml:trace>
  <inkml:trace contextRef="#ctx0" brushRef="#br0" timeOffset="148758.81">5334 8035 1345 0,'0'0'251'16,"0"0"-149"-16,0 0-10 16,0 0 49-16,0 0-5 15,0 0 55-15,0 0-74 16,0-15-41-16,0 12-15 16,0-1-25-16,2 2 34 15,5-2-35-15,1 3-35 16,2 1 22-16,-1 0-21 0,1 0-1 15,2 14 7-15,-3 9 1 16,-5 5 38-16,-4 4-15 16,0 1-12-16,0-1 32 15,0-6-49-15,-4-6-2 16,0-6 0-16,1-7 18 16,3-4-13-16,0-3-5 15,0 0-37-15,3-9 5 16,7-17-102-16,11-7-10 15,-2-10-42-15,-1-1-63 16,-5 2 47-16,-1 7 56 16,-5 10 146-16,-7 15 199 15,0 10-4-15,-3 0-42 0,-13 22-12 16,1 8-64 0,2 8 24-16,6-2-52 0,7 0 3 15,0-4-2-15,14-6-49 16,15-6-2-16,6-5-39 15,7-12-102-15,16-3-68 16,-10-6-348-16,-11-10-715 0</inkml:trace>
  <inkml:trace contextRef="#ctx0" brushRef="#br0" timeOffset="148925.76">5655 8025 1543 0,'0'0'542'0,"0"0"-351"15,0 0-77-15,0 0-97 16,0 0 29-16,0 0-16 16,140-5-21-16,-102 5-18 15,-2 3-24-15,0 1-223 16,-10 0-137-16,-6-4-731 0</inkml:trace>
  <inkml:trace contextRef="#ctx0" brushRef="#br0" timeOffset="149076.01">5873 7935 1631 0,'0'0'567'0,"0"0"-473"15,0 0-61 1,0 0 29-16,-55 110-47 0,45-68-9 16,10 4-6-16,0-9-335 15,14-12-660-15</inkml:trace>
  <inkml:trace contextRef="#ctx0" brushRef="#br0" timeOffset="149301.99">6094 8066 704 0,'0'0'896'0,"0"0"-788"16,0 0-68-16,22-135-8 15,-19 103 277-15,-3 11 37 16,0 11-88-16,0 10-111 15,0 0-147-15,0 29 7 16,0 10-16-16,0 10 20 0,0 5-11 16,0-3 0-16,4-5-63 15,7-9-107-15,3-15-123 16,-3-12-280-16,-3-10-665 0</inkml:trace>
  <inkml:trace contextRef="#ctx0" brushRef="#br0" timeOffset="149494.4">6375 7800 535 0,'0'0'1617'15,"0"0"-1430"-15,0 0-159 0,0 0-2 16,11 143 11-16,-26-86 0 16,-10 7 61-16,-6-4-79 15,-5-1-19-15,-4-4-16 16,-25 0-213-16,12-12-296 15,2-15-1156-15</inkml:trace>
  <inkml:trace contextRef="#ctx0" brushRef="#br0" timeOffset="149862.84">5135 7778 1661 0,'0'0'402'16,"0"0"-197"-16,0 0-139 15,0 0 16-15,0 0 8 16,-87 145 6-16,87-83 39 16,0 2-90-16,10-2-14 0,9-2-31 15,8-8 18-15,4-5-37 16,5-14-50-16,26-11-107 15,-6-10-134-15,-2-12-719 0</inkml:trace>
  <inkml:trace contextRef="#ctx0" brushRef="#br0" timeOffset="150648.84">6553 7615 757 0,'0'0'391'0,"0"0"-197"16,0 0-125-16,0 0 41 0,0 0 54 15,0 0-70-15,0 0 2 16,0-4-33-16,0 4-4 16,0-1 55-16,0-1-36 15,0-2 29-15,0-3 7 16,0-3-104-16,7 1 44 15,7-4-54-15,1 4 1 16,1 1 15-16,-3 3-15 16,-2 5 17-16,-2 0-8 15,-9 7-2-15,0 18 57 16,-2 8 17-16,-18 4-6 16,-3 1 14-16,4-3-54 15,3-7 14-15,9-6-48 16,7-8 20-16,0-1 2 0,25-8-24 15,8-1-1-15,9-4-1 16,3 0-149-16,10 0-86 16,-10 0-148-16,-16 0-942 0</inkml:trace>
  <inkml:trace contextRef="#ctx0" brushRef="#br0" timeOffset="151449.64">6738 8598 1644 0,'0'0'576'0,"0"0"-241"15,0 0-89-15,0 0-97 16,0 0-32-16,0 0-69 16,0 0 25-16,65-12-71 15,-22 4 13-15,3 2-30 16,1 3 13-16,-5 3-73 16,16 0-103-16,-16 0-276 15,-6 0-360-15</inkml:trace>
  <inkml:trace contextRef="#ctx0" brushRef="#br0" timeOffset="153844.01">7681 8696 1846 0,'0'0'537'15,"0"0"-428"-15,0 0-40 16,0 0-28-16,0 0 32 15,0 0 4-15,0 0-47 16,96-69-29-16,-55 43 10 16,1-1-1-16,-5-2-10 15,3-2 0-15,-8 3-9 0,-8 2 0 16,-8 5-47 0,-12 0-14-16,-4 3 4 0,0 6-23 15,-29 2 27-15,-4 6 30 16,-9 4 13-16,-5 0 13 15,-3 21 12-15,11 6-3 16,3 7 53-16,9 7-8 16,11 2 38-16,14 1-26 15,2 0-29-15,25-6 45 16,18-6-56-16,9-8 17 16,9-10-25-16,1-10-12 15,0-4-43-15,10-9-117 16,-14-11-140-16,-16-1-280 0</inkml:trace>
  <inkml:trace contextRef="#ctx0" brushRef="#br0" timeOffset="154377.63">8185 7981 1315 0,'0'0'392'15,"0"0"-210"-15,0 0-86 16,0 0-49-16,0 0 59 15,0 0 28-15,0 0-38 16,100 58 41-16,-91-16-64 16,-7 1-33-16,-2 3 24 15,0-5-58-15,0-7 22 16,0-9-28-16,0-7 15 16,-2-10-15-16,2-6 1 15,0-2-1-15,0 0 0 16,0-23-11-16,2-9-181 15,8-10 51-15,1-6-104 0,-1-2 54 16,-2 5 4 0,-2 12 187-16,-6 15 61 0,0 17 121 15,0 1-71-15,0 23-11 16,-9 12 1-16,4 4 22 16,5-1-96-16,0-2-8 15,14-6 5-15,15-6-14 16,0-8-20-16,9-6-48 15,8-10-136-15,-3 0-168 16,-12-12-699-16</inkml:trace>
  <inkml:trace contextRef="#ctx0" brushRef="#br0" timeOffset="154879.68">8584 7715 1181 0,'0'0'378'0,"0"0"-137"0,0 0-126 16,0 0 29-16,0 0-29 15,0 0-49-15,0 0 45 16,-4-65-92-16,4 57 2 16,4 2 18-16,5 3-29 15,2 3 54-15,3 0-48 16,1 5-8-16,1 13 53 15,-3 8-27-15,-4 4 48 16,-4 0-19-16,-3 0-34 16,-2-4 48-16,0-5-33 15,0-8-20-15,0-3 6 16,2-6-22-16,2-1 8 16,12-2-8-16,2-1 5 0,4 0 7 15,5 0-20-15,0 0-50 16,2 0-71-16,9 4-131 15,-5 7-76-15,-6 2-374 0</inkml:trace>
  <inkml:trace contextRef="#ctx0" brushRef="#br0" timeOffset="155263.41">8769 8722 1371 0,'0'0'501'0,"0"0"-361"16,0 0-29-16,0 0 25 16,0 0 6-16,0 0-71 0,0 0 35 15,0 0-9 1,2 0-82-16,3-7 28 0,-5 0-27 15,0 4-16-15,-5 3-6 16,-17 0-179-16,-1 10-279 16,4 4-423-16</inkml:trace>
  <inkml:trace contextRef="#ctx0" brushRef="#br0" timeOffset="159545.57">1301 9547 937 0,'0'0'657'16,"0"0"-424"-16,0 0 69 15,0 0-89-15,0 0-25 16,0 0-43-16,0-104-59 16,0 96 38-16,0 4-31 15,0 1-50-15,0 3 21 16,0 0-55-16,0 0 14 0,0 0-17 16,0 7 6-16,0 16-21 15,0 16 9-15,0 8 0 16,0 12-3-16,0-1 3 15,0-2 0-15,0-4 0 16,0-6-11-16,0-3 10 16,-2-9-105-16,0-7-144 15,-10-7-28-15,6-8-243 16,-7-7-112-16</inkml:trace>
  <inkml:trace contextRef="#ctx0" brushRef="#br0" timeOffset="159699.03">1096 9784 1925 0,'0'0'603'16,"0"0"-457"0,0 0-137-16,0 0 1 0,0 0-20 15,123-15 14-15,-76 15-4 16,-1 0 0-16,1 0-92 16,2 0-103-16,-10-2-304 15,-13-8-240-15</inkml:trace>
  <inkml:trace contextRef="#ctx0" brushRef="#br0" timeOffset="159846.76">1501 9513 1949 0,'0'0'331'0,"0"0"-237"0,0 0-78 16,-110 123-15 0,62-65 46-16,4-3-47 0,1-8-11 15,-1-13-19-15,13-13-243 16,4-14-387-16</inkml:trace>
  <inkml:trace contextRef="#ctx0" brushRef="#br0" timeOffset="159960.81">1146 9656 1313 0,'0'0'881'16,"0"0"-742"-16,0 0-60 16,0 0-79-16,129 26 9 15,-69 23-9-15,-6-6-75 16,-8-7-267-16</inkml:trace>
  <inkml:trace contextRef="#ctx0" brushRef="#br0" timeOffset="160934.12">2149 9493 1132 0,'0'0'344'0,"0"0"-78"0,0 0 1 15,-54-153-42-15,47 97 30 16,7 4-41-16,0 2-126 16,3 10-3-16,17 8-85 15,4 14 9-15,7 16-18 16,5 2-1-16,6 18 10 16,-2 14 0-16,1 4 7 15,-3-4-8-15,-7-5 1 16,-4-4 0-16,-6-11-6 15,-7-8 6-15,-7-4-1 16,-7 0-17-16,0 0-48 16,-23-10-116-16,-10 0 51 0,-7 5 72 15,-4 5 58-15,1 0 1 16,7 27 85-16,7 9-17 16,9 12-39-16,11 5 79 15,9 3-66-15,0-7 9 16,16-3-17-16,16-11-33 15,5-10 27-15,3-8-28 16,0-11 1-16,-2-6-13 16,-2 0-27-16,-7-14-34 15,-2-12 9-15,-2-8-51 16,-8-2 15-16,-3 0 7 16,-8 7 93-16,1 14 0 15,-5 13 61-15,-2 2-51 0,2 26 17 16,-2 13 0-16,0 7 48 15,0 1-14-15,0-3-29 16,0-10-1-16,0-8-30 16,0-10-1-16,0-7 17 15,0-9-15-15,9 0 5 16,7-11-7-16,4-17-82 16,6-7-26-16,3-9-78 15,-2 7 37-15,0 5 62 16,-7 16 80-16,-5 14 7 15,-7 2 44-15,-8 24 36 16,0 8 32-16,0-1-53 16,-2-4 17-16,-6-10-32 0,4-8-42 15,4-9 28 1,0 0-17-16,0-4-7 0,18-18-6 16,7-7-109-16,6 0 79 15,2 2 29-15,-2 12-6 16,-2 7-1-16,-7 8 8 15,-2 6 0-15,-7 23 54 16,-3 3-47-16,-8 7 11 16,-2-1-16-16,0-6 14 15,0-6-32-15,-6-8 13 16,-15-18-112-16,5 0-158 16,-3-3-796-16</inkml:trace>
  <inkml:trace contextRef="#ctx0" brushRef="#br0" timeOffset="161074.01">2550 9176 1495 0,'0'0'1109'0,"0"0"-1078"16,0 0-31-16,118-7-95 16,-51 20-11-16,-14 5-89 15,-6-3-183-15</inkml:trace>
  <inkml:trace contextRef="#ctx0" brushRef="#br0" timeOffset="162072.51">3715 9400 1832 0,'0'0'589'15,"0"0"-397"-15,0 0-130 16,0 0-62-16,0 0 0 0,0 0 40 16,0 0-23-16,97-88 4 15,-78 118-14-15,-3 10 10 16,-11 13 11-16,-5 1-4 16,0 0-6-16,0-8 26 15,-11-11-36-15,1-8-7 16,6-13-1-16,4-11 14 15,0-3-29-15,2-7 15 16,16-23-67-16,2-12-69 16,2-8-66-16,-6-4-50 15,-3 4 61-15,-6 12 191 16,-7 19 62-16,0 18 178 16,-2 5-169-16,-11 29-24 0,1 11-14 15,8 9 31 1,4-3 40-16,0-4-58 0,11-6 11 15,21-7-57-15,1-12 1 16,2-11-1-16,5-7-27 16,-1-3-15-16,-6-9-19 15,-2-16-58-15,-7-8 3 16,-1-4-142-16,-7 0 64 16,-3 5 153-16,-7 9 41 15,-4 16 240-15,-2 7-102 16,0 14-123-16,0 20 103 15,-6 10-61-15,-5 4 17 0,-1-2 14 16,4-5-48-16,1-10 9 16,1-9-49-16,1-7 9 15,5-10 6-15,0-5-15 16,0-1 0-16,0-22-44 16,11-11-176-16,4-8 110 15,6-4-87-15,-1 0 0 16,3 5 125-16,-8 15 72 15,-1 17 37-15,-6 9 39 16,-6 12 37-16,1 18 53 16,-3 7-63-16,4 0-24 15,2-7 13-15,8-5-69 16,6-10 6-16,4-9 4 0,8-6-32 16,1-4-2-16,3-20-80 15,-2-6-142-15,-3-6-57 16,-7-2-82-16,-4-1 94 15,-4 7 232-15,-5 6 36 16,-7 9 476-16,-2 11 37 16,-2 6-301-16,0 3-109 15,0 28-95-15,0 7 26 16,-4 8-15-16,-5 4-4 16,-2 8-30-16,4-14-214 15,5-11-496-15</inkml:trace>
  <inkml:trace contextRef="#ctx0" brushRef="#br0" timeOffset="162185.29">4915 9631 1986 0,'0'0'817'0,"0"0"-817"16,0 0-843-16</inkml:trace>
  <inkml:trace contextRef="#ctx0" brushRef="#br0" timeOffset="165315.73">1636 10548 998 0,'0'0'661'15,"0"0"-520"-15,0 0 3 0,0 0-88 16,0 0-25-1,0 0 68-15,0 0-67 0,0-87 17 16,0 83-9-16,0 0-39 16,0 2 29-16,0 0 10 15,0 2 34-15,0 0 24 16,0 0-76-16,0-2-14 16,0 2-8-16,0 0 12 15,0 0-14-15,0 0 2 16,0 0-9-16,0 14-9 15,-2 14 33-15,-5 14-15 16,2 12 42-16,1 6-41 0,-3 3 33 16,3-4-34-1,-1-10 2-15,3-11 1 0,2-10-3 16,0-11 0-16,0-7 0 16,0-7-32-16,0-3-42 15,0 0-37-15,0-10-14 16,0-15-40-16,0-10-94 15,0-11-21-15,0-10 55 16,5-4-43-16,8-5 206 16,9 5 62-16,7 10 92 15,4 14 56-15,3 16 69 16,-5 15-28-16,-2 5 14 16,-2 20-46-16,-7 18 25 15,-7 13-37-15,-8 7-42 16,-5 8 7-16,-9 4-60 0,-18-7 10 15,-6-2-10-15,-3-10-48 16,5-11-4-16,6-12-4 16,13-15-86-16,9-13 1 15,3 0-82-15,24-46-315 16,7 3-204-16,6 0-158 0</inkml:trace>
  <inkml:trace contextRef="#ctx0" brushRef="#br0" timeOffset="165487.22">1925 10798 1156 0,'0'0'523'0,"0"0"-255"15,0 0-57-15,0 0-105 16,37 130-11-16,-25-101-67 16,9-11-14-16,8-14 29 15,4-4-11-15,5-19 11 0,0-16-40 16,-5-8 5-16,-13 0-16 16,-13-3-21-16,-7 7-15 15,-7 6-4-15,-20 8-77 16,-4 15 44-16,-13 13-123 15,8 20-184-15,4 5-576 0</inkml:trace>
  <inkml:trace contextRef="#ctx0" brushRef="#br0" timeOffset="167456.68">2846 10444 1013 0,'0'0'408'0,"0"0"-166"16,0 0-129-16,0 0 15 16,0 0 62-16,0 0-60 15,0 0-12-15,0-31-32 0,0 36-61 16,0 21 24-16,-4 13 2 15,-3 15-2-15,0 10 9 16,3 4-50-16,2-2 20 16,-1-3-28-16,3-7 16 15,0-8-20-15,0-6 4 16,0-11-67-16,0-7-52 16,7-17-209-16,-1-7-237 15,2 0-619-15</inkml:trace>
  <inkml:trace contextRef="#ctx0" brushRef="#br0" timeOffset="168310.41">2616 10756 1891 0,'0'0'473'0,"0"0"-387"16,0 0-70-16,0 0-16 15,0 0 0-15,116-60 24 16,-66 53-18-16,5 4 7 15,-2 3-1-15,-3 3 0 16,-10 14 5-16,-11 3-9 16,-9 3-2-16,-13 2 44 15,-7-3-36-15,0 0 24 16,-5-4-17-16,-9-3-8 16,4-6-26-16,3-4 1 15,5-2-23-15,2-3 19 0,0 0 7 16,6 0-4-16,13-10 1 15,2 3 12-15,4 2 31 16,2-1 0-16,2 2-31 16,4-2 13-16,-2-5-7 15,3-3-12-15,-3-3-18 16,-6-4-52-16,-9-2 4 16,-10 3-41-16,-6 4-57 15,-4 2 74-15,-19 9 59 16,-4 5 37-16,3 0 93 15,3 9-30-15,8 15 57 16,7 3-41-16,6 6-35 16,0-5 26-16,22-2-55 15,10-6 6-15,7-11-9 0,3-6-3 16,6-3-18-16,-4-8-20 16,-1-13-94-16,-6-4-7 15,-8 1 16-15,-6 2 77 16,-6 1 28-16,-5 9 9 15,-3 3 41-15,-5 9 39 16,-2 6-79-16,2 29 55 16,-1 16 4-16,2 16 9 15,-3 10-6-15,-2 9-26 16,0-1 64-16,0-7-35 16,0-10-47-16,0-10-8 15,0-16 4-15,0-11-15 16,0-14 0-16,0-12-41 15,2-5 23-15,-2-6-13 0,0-28-48 16,0-16-53-16,0-31-85 16,7-35 35-16,13-30-41 15,6 11-160-15,3 31 383 16,-4 42 32-16,-5 36 185 16,-1 4-4-16,2 8-129 15,-1 6 20-15,-7 8-38 16,-3 12-2-16,-8 16 76 15,-2 7-75-15,-2 6-26 16,-19-1-21-16,-3-2-5 16,-10-6-26-16,1-6-63 0,-12-7-107 15,-33-9 11 1,10-9-98-16,-2-1-281 0</inkml:trace>
  <inkml:trace contextRef="#ctx0" brushRef="#br0" timeOffset="168423.13">3056 10692 1517 0,'0'0'588'0,"0"0"-302"16,0 0-181-16,0 0-48 16,0 0-57-16,0 0-17 15,0 0 17-15,111-88-122 16,-89 74-154-16,-1-5-341 0</inkml:trace>
  <inkml:trace contextRef="#ctx0" brushRef="#br0" timeOffset="168543.74">3370 10221 1980 0,'0'0'241'0,"0"0"-205"15,-2 194-36-15,-9-99-214 16,4-13-435-16</inkml:trace>
  <inkml:trace contextRef="#ctx0" brushRef="#br0" timeOffset="168912.01">4533 10333 1485 0,'0'0'859'0,"0"0"-859"16,0 0-73-16,0 0-122 15,0 0 195-15,0 0 104 16,0 0 101-16,-42 134-93 0,34-67-60 15,0 0 15 1,2 0-66-16,4-5-1 0,2-12 0 16,0-11-112-16,0-7-32 15,0-18-188-15,0-7-512 0</inkml:trace>
  <inkml:trace contextRef="#ctx0" brushRef="#br0" timeOffset="169850.09">4219 10631 1707 0,'0'0'649'16,"0"0"-596"-16,0 0-53 15,0 0-107-15,143-49 17 16,-85 45 89-16,7 4 2 16,-1 0 35-16,-6 12 45 0,-4 12-60 15,-12 4 22-15,-13 2-19 16,-12-1-6-16,-7-2 32 15,-6-8-49-15,-2-2-1 16,1-9 0-16,1-6-33 16,6-2 10-16,5-4-62 15,5-14-74-15,2-2 30 16,-2 0-7-16,-6 9 136 16,-5 10 59-16,-7 1 46 15,-2 10 83-15,0 15-83 16,0 0-55-16,2-3-9 15,9-4-40-15,5-8 14 16,6-8-15-16,7-2 0 0,5-12-34 16,-1-16-120-16,-2-4-28 15,-4-5-105-15,-5 3-109 16,-8 8 329-16,-6 9 67 16,-6 10 272-16,3 7-49 15,-5 26-97-15,0 21 46 16,0 15-21-16,0 12-79 15,-5 4 25-15,3 2-7 16,0-5-26-16,0-11 2 16,2-16-66-16,0-16 0 15,0-14 1-15,0-15 17 16,6-3 4-16,15-17-22 0,6-24-39 16,6-12-25-16,2-18-90 15,1-9 57-15,-1-7-21 16,-8 0-53-16,-4 9 121 15,-12 18 50-15,-11 22 199 16,0 21 44-16,-13 17-197 16,-12 0-39-16,0 27 21 15,6 3-17-15,5 2 39 16,10 0-26-16,4-3-22 16,0-8 29-16,18-5-31 15,9-10-9-15,6-6-38 16,3 0-18-16,3-10 13 15,1-10-49-15,-9 0-6 16,-2 4 76-16,-4 6 31 16,-11 10 24-16,-10 0 4 0,-4 24-28 15,0 8 59-15,0 3-26 16,-4-6-20-16,-6-5 18 16,6-5-29-16,4-14-2 15,0-5 10-15,4 0-10 16,23-10-32-16,4-14-174 15,8-2-93-15,1-3 30 16,-5 6 175-16,3 2 78 16,-11 12 16-16,-5 7 74 15,-9 2 37-15,-3 9-24 16,-10 12-29-16,0 4-13 16,0 6-45-16,-14-4 10 15,-5-1-10-15,-22-9-102 0,5-5-191 16,1-6-803-16</inkml:trace>
  <inkml:trace contextRef="#ctx0" brushRef="#br0" timeOffset="170008.34">5000 10488 2054 0,'0'0'603'15,"0"0"-422"-15,0 0-171 16,0 0-10-16,113-75-46 15,-82 67 35-15,-2 0-60 16,2-12-135-16,-6 3-288 16,-7-6-750-16</inkml:trace>
  <inkml:trace contextRef="#ctx0" brushRef="#br0" timeOffset="170115.93">5414 10132 1844 0,'0'0'196'0,"-2"135"-196"15,-9-69-472-15</inkml:trace>
  <inkml:trace contextRef="#ctx0" brushRef="#br0" timeOffset="170918.69">6257 10233 1938 0,'0'0'365'0,"0"0"-329"16,0 0-36-16,0 144 22 15,0-77 17-15,0 2 35 16,0-2 22-16,0-4-18 16,0-5-77-16,0-10-2 15,0-9-20-15,0-15-81 0,0-12 7 16,0-10-27-16,-21-2 50 16,-5-8-156-16,-3-17 48 15,0-8 180-15,13-5 17 16,12-4 93-16,4 0 107 15,11 3-60-15,25 8-113 16,8 5-11-16,12 8-32 16,0 7-1-16,-5 11 0 15,-6 0 7-15,-16 16 2 16,-14 15-1-16,-15 5 42 16,0 6 47-16,-25 2-63 15,-3-4-1-15,-1-8-33 16,9-8 21-16,6-12-41 15,14-9 20-15,0-3-52 16,14-17-68-16,19-12-247 0,7-10 53 16,5 0-234-16,-7 6 469 15,-9 8 79-15,-11 15 555 16,-12 10-315-16,-6 5-76 16,0 22 18-16,-2 9-62 15,-7 3-42-15,2-3-45 16,7-4 12-16,0-8-39 15,2-6-6-15,19-6 27 16,1-10-19-16,5-2-16 16,-1-2-34-16,3-21-136 15,-2-4-94-15,-2-6-52 16,-1-2-4-16,-3 5 144 0,-8 5 184 16,-5 13 255-16,0 12 103 15,-6 3-234-15,-2 25 65 16,0 10-84-16,0 4 3 15,0 2-10-15,-2-4-70 16,-1-6 8-16,-2-6-36 16,5-9-26-16,-2-19-99 15,-2 0-355-15,-3-15-470 0</inkml:trace>
  <inkml:trace contextRef="#ctx0" brushRef="#br0" timeOffset="171037.1">6691 10221 2469 0,'0'0'356'16,"0"0"-356"-16,0 0-184 15,-26 136-52-15,4-72-369 0</inkml:trace>
  <inkml:trace contextRef="#ctx0" brushRef="#br0" timeOffset="171149.05">6487 11238 1534 0,'0'0'1398'0,"0"0"-1222"16,0 0-176-16,0 0-635 15,0 0-493-15</inkml:trace>
  <inkml:trace contextRef="#ctx0" brushRef="#br0" timeOffset="171689.71">7482 10235 1607 0,'0'0'482'0,"0"0"-245"15,0 0-111-15,0 0-32 16,0 0-94-16,0 0 6 16,0 0 100-16,-23 120-26 15,13-52 8-15,-1-2-54 16,-2-4-33-16,6-14 16 15,0-9-17-15,3-17 0 16,2-10 0-16,2-10-82 16,0-2 8-16,0-14 19 15,2-20-222-15,9-12 38 16,3-12-11-16,1-7 21 16,1 1 105-16,-1 10 124 0,1 17 353 15,-1 22 7 1,1 15-246-16,7 18 8 0,-6 22-70 15,1 12-1-15,2 2 68 16,-4 0-76-16,4-4 5 16,-5-6-48-16,6-7-17 15,-2-13-26-15,12-20-140 16,-2-4-50-16,0-4-238 0</inkml:trace>
  <inkml:trace contextRef="#ctx0" brushRef="#br0" timeOffset="171831.01">8013 10263 2335 0,'0'0'297'16,"0"0"-239"-16,-64 144-13 15,28-82-45-15,7-6 67 16,7-16-10-16,9-11-57 16,10-17 0-16,3-12-83 15,16-9-223-15,6-15-74 0</inkml:trace>
  <inkml:trace contextRef="#ctx0" brushRef="#br0" timeOffset="171972.46">8123 10282 2512 0,'0'0'361'0,"0"0"-267"16,0 0-70-16,0 129-17 16,0-64 28-16,0 1-35 15,-10 3-6-15,-5 12-157 16,6-19-313-16,-2-16-915 0</inkml:trace>
  <inkml:trace contextRef="#ctx0" brushRef="#br0" timeOffset="173662.92">8805 10323 894 0,'0'0'493'0,"0"0"-224"15,0 0-16-15,0 0-75 16,0 0-51-16,0 0 12 15,0 0-60-15,-94-60-5 16,67 70-50-16,-4 19-8 16,2 16 69-16,4 5-31 15,8 4-2-15,10 0-24 16,7-6-16-16,3-9 12 16,18-9-23-16,20-12 7 15,3-10-16-15,8-8-2 16,2 0-78-16,-8-19 16 15,-11 0-35-15,-6 3 26 0,-15 4-7 16,-7 10 73-16,-7 2 15 16,0 3 1-16,-2 22 57 15,-3 5 44-15,5 4-53 16,0 0 36-16,15-5-51 16,19-15-20-16,3-5 53 15,4-9-61-15,-1 0 6 16,-7-20-12-16,-10-3 4 15,-12 0-19-15,-11-1 3 16,0-1-79-16,-24 4 66 16,-5 0-36-16,-4 7-10 15,-2-9-17-15,14 2-133 16,7 0-344-16</inkml:trace>
  <inkml:trace contextRef="#ctx0" brushRef="#br0" timeOffset="173814.99">9172 9914 2172 0,'0'0'317'0,"-24"117"-253"15,0-40-57-15,-1 18 2 16,-2 1-9-16,19 2-133 16,0-16-203-16,8-22-989 0</inkml:trace>
  <inkml:trace contextRef="#ctx0" brushRef="#br0" timeOffset="174598.75">9612 10655 2147 0,'0'0'544'15,"0"0"-454"-15,0 0-45 16,0 0-45-16,0 0-19 15,0 0 18-15,140-150-28 16,-91 92-3-16,3-4-89 16,-10-4-67-16,-11 0-36 15,-18-1-21-15,-13 9 65 16,0 8 180-16,-22 15 95 16,0 20 178-16,-5 15-154 15,0 15-103-15,0 34 48 16,6 23 15-16,0 15 54 15,15 5-3-15,4 0-82 16,2-12 11-16,4-12-59 0,15-15 1 16,4-17 2-16,4-14-3 15,2-13-9-15,2-9-1 16,2-3-56-16,-4-21-31 16,0-10-99-16,-2-2-26 15,-12-1 106-15,-1 11 111 16,-7 10 5-16,-7 14 189 15,0 2-146-15,0 18-7 16,0 12 15-16,8 3-15 16,11-3 25-16,5-9-51 15,16-4 22-15,5-14-19 16,6-3-12-16,-2-8-2 16,1-16-61-16,-13-3-32 15,-12-8 13-15,-12 2-88 16,-13-2 22-16,0 5 73 0,-16 9 74 15,-10 8 130-15,-3 13 30 16,4 0-37-16,5 25-31 16,11 9-25-16,9 2 45 15,0-2-36-15,15-4-57 16,24-7 8-16,3-4-27 16,5-9-27-16,2-6-57 15,-12-4-149-15,-8 0-117 16,-15-2-346-16</inkml:trace>
  <inkml:trace contextRef="#ctx0" brushRef="#br0" timeOffset="174737.22">10185 10270 1582 0,'0'0'397'0,"0"0"-96"16,44-114-97-16,-13 82-165 15,7 16-27-15,-7 16-12 16,8 19-100-16,-6 78-60 15,-6-2-166-15,-12 4-582 0</inkml:trace>
  <inkml:trace contextRef="#ctx0" brushRef="#br0" timeOffset="174813.79">10389 10989 1328 0,'0'0'518'0,"0"0"-426"16,0 0-92-16,0 0-364 0</inkml:trace>
  <inkml:trace contextRef="#ctx0" brushRef="#br0" timeOffset="176003.96">11012 10345 1260 0,'0'0'352'16,"0"0"-250"-16,0 0-19 15,0 0-29-15,0 0 53 16,0 0-5-16,0 0-74 15,-39-29-7-15,26 34 48 16,-2 7-22-16,1 0-10 16,8-2-17-16,-1-2-9 15,7-2 1-15,0-3-12 0,0-3 1 16,0 0 8-16,5 0 0 16,5-5-3-16,2-7-6 15,1-3 6-15,-4 0-17 16,-5 1 11-16,-2 4 0 15,-2 2 14-15,0 4 8 16,0 0 34-16,0 4-30 16,-6 0-13-16,-14 0-6 15,-2 17-7-15,-5 12 0 16,-2 5 36-16,4 4-27 16,8 3 18-16,7-2 20 15,10 2-35-15,0-5 55 16,21-4-28-16,8-2-24 0,2-9 16 15,2 0-25-15,-6-8 2 16,-9-1-8-16,-5-3 12 16,-13 3-29-16,0 0 17 15,-20 1 0-15,-9 1 3 16,0-3 11-16,3-7-14 16,3-4 10-16,15 0 3 15,8-17-26-15,0-6-57 16,19-5-70-16,17 1 52 15,2 3 9-15,4 8 50 16,-2 9 23-16,-9 4 6 16,-2 3 0-16,-8 7 1 15,-8 10 29-15,-4 4 40 0,2-3-63 16,-2-2 20 0,0-4-27-16,0-7 1 0,-5-2 4 15,5-3-5-15,-4 0-15 16,-5-10-15-16,0-9-105 15,-16-2-39-15,-11-4 62 16,-4 1 85-16,4 1 27 16,6-2 64-16,7 4 86 15,7 2 46-15,7 3-109 16,0 4 47-16,15 6-79 16,12 2-49-16,0 4 5 15,2 0-11-15,0 0 0 16,-2 12-8-16,-7-2-91 15,2-1-17-15,5-9-77 0,-7 0-166 16,-5-17-612-16</inkml:trace>
  <inkml:trace contextRef="#ctx0" brushRef="#br0" timeOffset="176149.03">11446 9914 2194 0,'0'0'462'15,"0"0"-462"-15,-18 118-8 16,-6-37-16-16,6 9 23 16,1 21-121-16,7-18-168 15,6-24-949-15</inkml:trace>
  <inkml:trace contextRef="#ctx0" brushRef="#br0" timeOffset="177374.89">11977 10444 1045 0,'0'0'544'0,"0"0"-295"15,0 0-101-15,0 0-48 16,0 0-27-16,0 0 0 16,-145 9 75-16,100 27-61 15,-1 12-26-15,3 2 3 16,7 3-53-16,14-9 33 16,9-10-44-16,11-12 0 15,2-10 0-15,2-10 0 16,18-2 0-16,9-10-6 15,9-20-42-15,2-8-37 16,-5-10-56-16,2-5-46 0,-14 2 103 16,0 6-20-16,-9 13 104 15,-10 15 61-15,-4 17 46 16,0 0-63-16,0 37-43 16,0 13 53-16,0 15 49 15,-2 7-45-15,2 4 15 16,0-1-15-16,-2-3-49 15,-1-6 37-15,-4-10-46 16,1-12 1-16,-3-11 3 16,3-10 9-16,-2-12-10 15,2-8 27-15,-3-3-30 16,7-16 0-16,2-22-9 16,0-15-66-16,13-14 28 0,18-12-81 15,9-5 1 1,7 2-34-16,-3 10-14 0,1 14 175 15,-5 18 12-15,-15 13 62 16,-14 18 50-16,-8 9-74 16,-3 0 30-16,0 5-9 15,-16 15 21-15,1 2 12 16,1-4-82-16,5-3-7 16,7-5-9-16,2-8 14 15,0-2-11-15,4 0-9 16,11-5 7-16,4-13-20 15,-4-2-35-15,-6-6-22 16,-2 3-13-16,-7 2 5 0,0 7 78 16,0 8 85-1,0 6-48-15,-7 0-9 0,7 4-28 16,0 10 0 0,5 2 20-16,17-2-18 0,16 1 35 15,4-3-37-15,3-5 5 16,-5-2-17-16,-7-5-17 15,-10 1-6-15,-15-1 34 16,-6 2 0-16,-2 4 1 16,-2 8 19-16,-15 7-7 15,-3 7 67-15,1 6-49 16,13 0 14-16,4-2-3 16,2-6-41-16,6-6 48 15,23-5-39-15,7-8 0 0,7-7-18 16,-1 0-70-16,5-13-97 15,-14-6-172-15,-8-2-424 0</inkml:trace>
  <inkml:trace contextRef="#ctx0" brushRef="#br0" timeOffset="177574.9">12492 9819 1018 0,'0'0'1279'15,"0"0"-1086"-15,0 0-166 0,0 0-27 16,-138 145-11-16,98-66-3 16,-10 42-89-16,17-20-194 15,2-19-682-15</inkml:trace>
  <inkml:trace contextRef="#ctx0" brushRef="#br0" timeOffset="179464.91">13105 10006 1152 0,'0'0'403'15,"0"0"-165"-15,0 0 11 16,0 0-126-16,0 0-84 16,0 0 11-16,0 0 3 15,0 100 51-15,2-24-18 16,0 12-47-16,3 5 38 15,-3-3-29-15,-2-6-23 0,0-10 15 16,0-11-32-16,-7-15-8 16,3-12 0-16,0-14 16 15,1-9-14-15,-2-8-2 16,5-5 0-16,0 0 24 16,0-5-17-16,0-24-7 15,8-11-161-15,11-8 9 16,12-2 14-16,10 6-4 15,3 12 113-15,0 16 11 16,-3 13 20-16,-3 3-2 16,-16 15 14-16,-4 12-2 15,-16 10 98-15,-2 1-22 16,-11 3-30-16,-22 0 58 16,-9-3-58-16,-10-4-13 15,3-6-23-15,-2-7-10 0,6-8 11 16,12-6-23-16,10-7 0 15,17 0-6-15,6-13-12 16,8-11-128-16,33-5-70 16,10-4-52-16,9 1 39 15,4 2 6-15,6 2 116 16,-3 1-28-16,-7 3 72 16,-6 1 63-16,-14 2 259 15,-16 5-3-15,-13 6 45 16,-9 4-119-16,-2 4-34 15,-13 2-48-15,-11 0-100 0,-12 8 9 16,3 11 1 0,-3 0-9-16,12 6 51 0,3-4-51 15,8 2 0-15,13-2 10 16,0-4-2-16,9-5-18 16,16-4 2-16,4-6-39 15,4-2 19-15,-2 0-101 16,7-14 2-16,-9-8-2 15,0-6-11-15,-9-3 56 16,0 2 44-16,-11 5 39 16,2 8 172-16,-9 7-10 15,-2 9-99-15,2 0-63 16,-2 10 12-16,0 15 10 16,0 3 51-16,0-1-60 15,0 0 13-15,0-7-26 0,0-9 0 16,0-2 0-1,0-7 18-15,0-2-15 0,0 0-3 16,9-11-8-16,5-10-87 16,1-7-45-16,3 0 50 15,-2 3 53-15,4 9 37 16,-2 11 5-16,-3 5-5 16,-1 0 0-16,1 3 35 15,-1 11-16-15,1-3 12 16,1-1-3-16,4-6-19 15,0-4 18-15,-2 0-27 16,4-3-39-16,-4-12 39 0,-5-4-78 16,-8-2-33-16,2-1-24 15,-7 2 45-15,0 5 90 16,0 7 139-16,0 8 5 16,0 0-91-16,-7 16-41 15,2 20 35-15,-6 17 62 16,5 11-29-16,-4 12 6 15,4 4-40-15,-1 5-16 16,5-5 45-16,0-8-74 16,2-6 15-16,-2-13-16 15,2-7 18-15,-7-11-30 16,5-11 12-16,-5-9-92 16,-2-10-12-16,-6-5-116 0,1-20-128 15,-1-8-852-15</inkml:trace>
  <inkml:trace contextRef="#ctx0" brushRef="#br0" timeOffset="179663.02">13446 10115 3 0,'0'0'1925'16,"0"0"-1655"-16,0 0-239 15,0 0-30-15,-54 106 51 16,54-62-21-16,14 0 40 16,13-6-56-16,6-6-15 15,11-18-55-15,-4-8-269 0,-11-6-961 0</inkml:trace>
  <inkml:trace contextRef="#ctx0" brushRef="#br0" timeOffset="179799.84">13633 10108 679 0,'0'0'1824'0,"0"0"-1681"16,116-10-143-16,-56 10-104 15,9 0-73-15,18 29 92 16,-16-4-84-16,-13-1-598 0</inkml:trace>
  <inkml:trace contextRef="#ctx0" brushRef="#br0" timeOffset="180118.02">14596 10289 1000 0,'0'0'1351'16,"0"0"-1337"-16,-49 112-2 15,24-52-24-15,12-2 24 16,13-4 54-16,0-8 42 15,13-11-56-15,26-9 23 16,5-17-75-16,10-9-42 16,-3-3-58-16,4-28-96 15,-12-9-56-15,-14-10 45 16,-16-2-41-16,-13-4 46 0,0 2 202 16,-25 4 224-1,2 11 162-15,-4 16-125 0,-2 17-227 16,-7 12-34-16,9 19-345 15,7 4-704-15</inkml:trace>
  <inkml:trace contextRef="#ctx0" brushRef="#br0" timeOffset="180279.2">14937 10686 2374 0,'0'0'459'0,"0"0"-450"15,-27 128 13-15,-6-57-22 0,-13 2-66 16,-8-1-5-16,-4-5-25 16,-25 4 15-16,14-16-99 15,11-15-715-15</inkml:trace>
  <inkml:trace contextRef="#ctx0" brushRef="#br0" timeOffset="182091.92">1771 12087 628 0,'0'0'762'0,"0"0"-399"15,0 0-154-15,0 0-55 16,0 0 4-16,0 0-34 16,0 0-76-16,6-41-7 15,-6 68-26-15,0 15-15 16,0 15 85-16,0 3-41 15,4 1 13-15,2-12-51 16,-3-13 7-16,-1-10-4 16,2-14-8-16,-2-7-1 15,0-5 23-15,6 0-23 16,-2-11-30-16,5-13-45 16,3-8-67-16,-3-6 70 15,0 1-77-15,-2 0 72 0,-5 13 77 16,-1 12 23-1,-1 12 57-15,-2 3-78 0,2 30 8 16,2 7 92-16,5 6-62 16,7-2-1-16,9-10-4 15,8-10-34-15,9-13 33 16,5-11-21-16,4-9-12 16,0-21-2-16,-5-8-64 15,-11-4-109-15,-10-7-103 16,-17 4-286-16,-8 1 71 15,0 6-95-15,-20 14 587 16,-3 14 812-16,0 10-515 0,0 14-56 16,3 26-16-16,9 8-65 15,9 5 31-15,2 2-61 16,6-5-64-16,19-10-5 16,8-9-60-16,3-12 21 15,4-10-22-15,-2-9-30 16,0-3 18-16,-5-19-110 15,-4-8-95-15,-2-6-45 16,-4 0-90-16,-6 2 131 16,-1 4 221-16,-7 12 168 15,-5 10 102-15,-2 8-195 16,-2 8-44-16,0 14 97 16,0 4-75-16,0-4 15 15,0-6-29-15,0-10-30 0,0-6 20 16,16 0-17-16,9-10-12 15,8-9-100-15,5-4-113 16,0 3 81-16,-3 8 82 16,-6 9 50-16,-4 3 14 15,-7 15 8-15,-9 17 10 16,-5 5 13-16,-4 4-44 16,0-3 9-16,-38 4-10 15,5-13-95-15,-3-12-256 0</inkml:trace>
  <inkml:trace contextRef="#ctx0" brushRef="#br0" timeOffset="182253.29">1979 12066 838 0,'0'0'1050'0,"0"0"-685"0,47-131-141 15,-7 94-122-15,7 18-102 16,2 17 0-16,6 2 0 15,1 28-22-15,13 34-75 16,-15-6-243-16,-10-4-740 0</inkml:trace>
  <inkml:trace contextRef="#ctx0" brushRef="#br0" timeOffset="182711.65">3609 11897 1768 0,'0'0'490'16,"0"0"-372"-16,0 0-87 15,0 0-20-15,-27 120 39 16,14-54 69-16,5 9-34 16,6-3-3-16,2-4-46 15,0-8-30-15,16-12 16 16,4-11-22-16,7-13-15 16,-1-11-16-16,1-10-121 15,0-3-3-15,-9-15-150 0,-9-7-360 16</inkml:trace>
  <inkml:trace contextRef="#ctx0" brushRef="#br0" timeOffset="183078.4">3448 12235 1177 0,'0'0'834'15,"0"0"-458"-15,0 0-262 16,0 0-56-16,0 0-37 16,0 0-4-16,134-46-11 15,-68 34-6-15,3 5 0 16,-1 0-18-16,-10 6 18 15,-12 1 0-15,-17 11-1 16,-15 17 7-16,-14 11 42 16,0 5 14-16,-14-2-29 0,-6-5 24 15,3-10-56 1,5-8-1-16,5-14 0 0,7-5 13 16,0 0-28-16,7-17-52 15,13-14-137-15,5-5 83 16,2-4-118-16,-5 4 116 15,-2 8 123-15,-4 10 37 16,-10 11 203-16,-1 7-129 16,-3 13-109-16,0 17 97 15,0 6-78-15,0 0 1 16,4-1-22-16,2-10-52 16,15-13-71-16,-4-5-150 15,2-7-460-15</inkml:trace>
  <inkml:trace contextRef="#ctx0" brushRef="#br0" timeOffset="183479.33">4373 11988 462 0,'0'0'1370'16,"0"0"-1077"-16,0 0-215 16,0 0-76-16,-83 120 82 15,60-70 64-15,4 0-69 16,17-6 15-16,2-3-32 15,2-8-48-15,25-8 30 16,7-8-36-16,3-11-8 16,6-6-22-16,1 0-56 15,-4-18 26-15,-3-8-10 16,-8 1-57-16,-12 2 33 16,-9 7 67-16,-5 10 19 0,-3 6 129 15,0 6-120-15,-11 21 54 16,2 5 9-16,5 1-29 15,4-1 48-15,0-6-66 16,11-6-1-16,11-6 16 16,3-6-40-16,-1-6 43 15,0-2-43-15,-1 0 9 16,-8-7-7-16,-3-5-1 16,-8-5-1-16,-4-1 0 15,0-2-9-15,0-6-62 16,0-32-117-16,0 8-161 15,0-6-519-15</inkml:trace>
  <inkml:trace contextRef="#ctx0" brushRef="#br0" timeOffset="183610.49">4705 11633 2152 0,'0'0'269'15,"0"0"-174"-15,-58 154-95 16,31-78 7-16,3 25-20 15,4-22-107-15,4-14-366 0</inkml:trace>
  <inkml:trace contextRef="#ctx0" brushRef="#br0" timeOffset="184382.5">5523 12374 646 0,'0'0'1374'0,"0"0"-999"16,0 0-120-16,0 0-155 15,0 0-45-15,0 0-17 0,0 0-38 16,127-127-9-16,-77 81-63 15,-6 0 14-15,-11 1 30 16,-10 4-68-16,-9 7 6 16,-12 10 58-16,-2 9 19 15,-2 12 13-15,-14 3 0 16,-5 22 0-16,4 22 0 16,3 19 1-16,5 27 46 15,9 30 30-15,0 24-54 16,0-13 23-16,5-26-34 15,-5-36-6-15,0-22 9 16,-5 4-14-16,-13 2-1 0,-11-3 8 16,-11-12 1-16,3-15 22 15,-1-14-30-15,5-9-1 16,10-16 46-16,17-23-44 16,6-17 5-16,17-9-7 15,26-10 3-15,10 0-27 16,7 0-30-16,2 5-96 15,17-22 16-15,-17 19-182 16,-13 8-365-16</inkml:trace>
  <inkml:trace contextRef="#ctx0" brushRef="#br0" timeOffset="184526.84">6105 11676 1835 0,'0'0'516'0,"0"0"-358"0,0 0-116 15,0 0-32-15,-48 122-10 16,29-48 0-16,9 7 2 16,4 20-18-16,6-22-254 15,0-18-482-15</inkml:trace>
  <inkml:trace contextRef="#ctx0" brushRef="#br0" timeOffset="184753.51">6375 11877 1735 0,'0'0'111'0,"0"0"-97"16,0 0-14-16,-158 142 207 16,122-78 14-16,12 3 12 15,17 1-147-15,7-2-37 16,13-8-28-16,23-8-21 15,7-12-52-15,19-18-119 16,-14-10-300-16,-5-10-598 0</inkml:trace>
  <inkml:trace contextRef="#ctx0" brushRef="#br0" timeOffset="184979.47">6417 12126 690 0,'0'0'107'16,"0"0"1312"-16,0 0-1237 0,0 0-127 15,0 0-55-15,0 0 0 16,0 0 19-16,91 83 44 16,-91-34 26-16,0 3 5 15,-13-2-61-15,-5-6 28 16,3-7-58-16,3-14 6 16,8-11-6-16,4-9-3 15,0-3-39-15,20-12-71 16,22-41-128-16,-7 7-325 15,-7-4-271-15</inkml:trace>
  <inkml:trace contextRef="#ctx0" brushRef="#br0" timeOffset="185105.05">6591 12170 1355 0,'0'0'875'15,"0"0"-620"-15,0 0-167 16,0 0-3-16,-25 123 6 16,25-90-81-16,10-3 12 15,14-8-22-15,5-8-92 16,9-14-49-16,-9 0-199 15,-7-7-351-15</inkml:trace>
  <inkml:trace contextRef="#ctx0" brushRef="#br0" timeOffset="185286.92">6794 11937 1467 0,'0'0'1050'15,"0"0"-992"-15,0 0-29 16,0 0-26-16,25 163 3 15,-25-95 14-15,-12 4 22 0,-13 2-36 16,2-3-12-16,0-8-16 16,12-10-206-16,6-17-241 15,5-18-654-15</inkml:trace>
  <inkml:trace contextRef="#ctx0" brushRef="#br0" timeOffset="185526.72">7182 12258 1753 0,'0'0'848'0,"0"0"-626"16,0 0-151-16,0 0-66 15,0 0 17-15,121-20-29 16,-86 20 7-16,1 0-105 16,-7 16-83-16,-9 0-418 15,-9-4-627-15</inkml:trace>
  <inkml:trace contextRef="#ctx0" brushRef="#br0" timeOffset="185687.08">7097 12422 2367 0,'0'0'354'0,"0"0"-339"16,0 0-15-16,0 0-47 15,156-4 32-15,-89-10-79 16,-11 2-125-16,-7-4-661 0</inkml:trace>
  <inkml:trace contextRef="#ctx0" brushRef="#br0" timeOffset="185938.47">7683 12083 1805 0,'0'0'361'0,"0"0"-280"0,0 0-11 16,-42 145-22 0,42-100 40-16,20-6 29 0,23-9-11 15,17-9-21-15,11-16-43 16,12-5-42-16,-4-8-21 15,2-22-82-15,-19-4 33 16,-17-4 51-16,-27 2-20 16,-18 1 3-16,-13 6-17 15,-30 4 42-15,-8 9-14 16,-23 16 25-16,14 0-130 16,7 6-260-16</inkml:trace>
  <inkml:trace contextRef="#ctx0" brushRef="#br0" timeOffset="186442.83">8711 12293 1859 0,'0'0'636'0,"0"0"-416"16,0 0-179 0,0 0-40-16,0 0 10 0,0 0 5 15,139 5-15-15,-95 5-1 16,0-2-41-16,-3 4-95 16,-10-1-199-16,-16-6-494 0</inkml:trace>
  <inkml:trace contextRef="#ctx0" brushRef="#br0" timeOffset="186657.43">8676 12412 1891 0,'0'0'559'15,"0"0"-412"-15,0 0-25 0,0 0-2 16,0 0-72-16,0 0-31 15,0 0 19-15,151 0-36 16,-100 0-25-16,-2 0-120 16,9 0-116-16,-16-3-231 15,-7-8-601-15</inkml:trace>
  <inkml:trace contextRef="#ctx0" brushRef="#br0" timeOffset="186855.48">9110 12198 1510 0,'0'0'375'0,"0"0"-255"16,0 0-120-16,0 0 18 0,0 0 18 15,0 0 29 1,52 112 19-16,-52-68-83 0,-19-1 16 16,2-8-17-16,-8-5 15 15,5-7-33-15,-5-11-29 16,-4-12-133-16,2 0-310 15,6-12-804-15</inkml:trace>
  <inkml:trace contextRef="#ctx0" brushRef="#br0" timeOffset="187025.01">8537 12228 1839 0,'0'0'553'0,"0"0"-504"0,0 0 23 15,0 0-15 1,-114 143 1-16,108-88 60 0,6 8-65 15,0-2-17-15,11 2-36 16,18-8-54-16,26 0-53 16,-3-17-143-16,-5-15-356 0</inkml:trace>
  <inkml:trace contextRef="#ctx0" brushRef="#br0" timeOffset="188162.31">9806 12371 1418 0,'0'0'707'0,"0"0"-501"15,0 0-182-15,0 0-9 16,0 0 46-16,120-29-38 15,-60 1 7-15,5-6-30 16,-9 1-58-16,-12-2 57 16,-15 7-45-16,-15 2 1 15,-14 6 31-15,-5 5-29 16,-26 9 43-16,-10 6 16 16,-3 0 21-16,-1 19 47 15,3 15-30-15,13 8 25 16,13 8 17-16,16 2-32 15,3-3 29-15,37-8-74 0,12-6-10 16,8-16 0 0,11-9-9-16,2-10-57 0,16-6-101 15,-17-15-220-15,-19-6-458 0</inkml:trace>
  <inkml:trace contextRef="#ctx0" brushRef="#br0" timeOffset="188575.81">10588 11497 1267 0,'0'0'721'0,"0"0"-598"15,0 0-97-15,0 0 23 16,-101 127 84-16,88-58 33 0,9 3-57 16,4-4-29-16,4-6-22 15,19-10-57-15,6-11-1 16,4-14-1-16,3-8-151 16,1-18-50-16,-1-1-344 15,-16 0-470-15</inkml:trace>
  <inkml:trace contextRef="#ctx0" brushRef="#br0" timeOffset="188915.03">10666 11729 1542 0,'0'0'385'0,"0"0"-243"16,0 0-82-16,0 0-59 16,0 0 35-16,0 0 30 0,0 0 41 15,93 124 28 1,-93-73-68-16,0-5 41 0,-8-7-9 15,-3-9-75-15,1-12 28 16,6-8-52-16,4-10-18 16,0 0 7-16,4-10-117 15,17-17-107-15,1-33-92 16,-7-1-381-16,-3 9-111 16,-10 9 248-16,-2 36 571 15,0 7 1524-15,0 0-994 16,-2 14-353-16,-4 14-14 15,6 8-60-15,0 4 8 0,4-2-73 16,23-5-27 0,4-8-11-16,9-9-15 0,9-10-110 15,-9-6-206-15,-9 0-451 16</inkml:trace>
  <inkml:trace contextRef="#ctx0" brushRef="#br0" timeOffset="189071.33">10973 11791 1483 0,'0'0'616'0,"0"0"-331"16,0 0-236-16,0 0-9 15,0 0-40-15,0 0 9 16,143-2-16-16,-112 11 7 16,10 2-123-16,-12-6-201 15,-9-3-494-15</inkml:trace>
  <inkml:trace contextRef="#ctx0" brushRef="#br0" timeOffset="189205.37">11203 11693 1807 0,'0'0'275'16,"0"0"-238"-16,-49 101-26 16,29-46-11-16,14 9-54 15,4-13-151-15,2-16-451 0</inkml:trace>
  <inkml:trace contextRef="#ctx0" brushRef="#br0" timeOffset="189450.63">11348 11897 1393 0,'0'0'198'0,"0"0"-83"0,38-118-48 16,-29 64-11-16,-4 5 167 15,-3 11 39-15,-2 13-49 16,0 13 17-16,0 12-147 15,0 7-74-15,0 27-9 16,-5 14 0-16,3 10 43 16,2 5-43-16,0-2 0 15,0-3-12-15,0-15-48 16,5-8-98-16,8-16-53 16,-7-11-170-16,6-8-343 0</inkml:trace>
  <inkml:trace contextRef="#ctx0" brushRef="#br0" timeOffset="189618.71">11618 11517 1468 0,'0'0'340'0,"0"0"-217"16,0 0-1-16,65 118-67 16,-63-55 110-16,-2 7-9 15,-11 1-36-15,-16-3-34 16,-2-6-85-16,2-9-1 15,3-9-95-15,3-17-223 16,13-12-425-16</inkml:trace>
  <inkml:trace contextRef="#ctx0" brushRef="#br0" timeOffset="190085.8">11857 11414 950 0,'0'0'646'0,"0"0"-357"15,0 0-109-15,0 0-116 16,0 0 59-16,0 0-83 16,0 0-5-16,26-35-35 15,-19 44 18-15,-5 17 22 16,-2 10 40-16,0 8-7 15,-2 0 73-15,-12-2-85 16,-1-8 20-16,3-10-5 16,8-12-75-16,4-6 52 15,0-6-44-15,16 0 0 16,13 0 18-16,7 0-27 16,1-8-101-16,17 0-133 0,-14 4-246 15,-9 4-645-15</inkml:trace>
  <inkml:trace contextRef="#ctx0" brushRef="#br0" timeOffset="190504.7">12300 12397 1685 0,'0'0'737'0,"0"0"-478"15,0 0-99-15,0 0-91 16,0 0-68-16,0 0 28 15,156-2-29-15,-80 2-77 16,-14 0-116-16,-1 0-384 0</inkml:trace>
  <inkml:trace contextRef="#ctx0" brushRef="#br0" timeOffset="191841.86">13161 12374 1796 0,'0'0'612'0,"0"0"-456"15,0 0-10-15,0 0-37 16,0 0-55-16,0 0 10 16,0 0-64-16,119-62 0 15,-71 38-12-15,-13-4-47 16,-4 3-16-16,-6-4-35 16,-16 5-36-16,-9 0 36 15,0 6-46-15,-22 4 48 16,-9 7 107-16,-8 7 1 15,4 0 64-15,-1 21 42 16,7 11-32-16,9 5 35 16,9 6-33-16,11-2-11 0,0 0 26 15,16-4-77 1,15-8 11-16,9-7-25 0,4-5-21 16,8-10-64-16,8-7-119 15,-13-3-312-15,-7-14-591 0</inkml:trace>
  <inkml:trace contextRef="#ctx0" brushRef="#br0" timeOffset="192360.75">13589 11802 1765 0,'0'0'493'0,"0"0"-399"15,0 0-93-15,0 0-1 16,0 0 24-16,0 0 11 16,29 107 57-16,-25-63-66 15,-4-4 30-15,0-8-11 0,0-9-45 16,0-5 30-16,0-11-30 16,0-2 0-16,7-5 27 15,-1 0-27-15,8-12-22 16,1-13-142-16,-1-8-48 15,1-8 32-15,-1 1-2 16,-7 2 75-16,-5 9 107 16,-2 15 78-16,0 14 184 15,0 0-154-15,-12 23-40 16,1 9 60-16,7 4-90 16,4 0 9-16,0-8-22 15,0-4-15-15,13-6-20 16,18-10-53-16,-6-5-183 0,-5-3-411 15</inkml:trace>
  <inkml:trace contextRef="#ctx0" brushRef="#br0" timeOffset="192644.77">13830 11488 1470 0,'0'0'389'0,"0"0"-285"16,0 0-25-16,0 0-61 15,0 0 38-15,0 0 57 0,0 0-3 16,55 130 19 0,-55-77-12-16,0-6-45 0,0-7 34 15,0-5-63-15,-5-14-30 16,5-4 17-16,7-5-22 15,15-8-16-15,14-2 1 16,22-2-187-16,-9-2-140 16,-7-11-749-16</inkml:trace>
  <inkml:trace contextRef="#ctx0" brushRef="#br0" timeOffset="192898.99">14239 12196 2362 0,'0'0'476'0,"0"0"-476"15,0 0-8-15,0 0 8 16,0 0-9-16,119 0 9 16,-75 4-98-16,-8 4-204 15,-10 0-421-15</inkml:trace>
  <inkml:trace contextRef="#ctx0" brushRef="#br0" timeOffset="193063.42">14164 12398 2257 0,'0'0'449'16,"0"0"-449"-16,0 0-64 15,140 0 31-15,-80 0-4 16,23-10-75-16,-14-4-222 16,-9-4-1323-16</inkml:trace>
  <inkml:trace contextRef="#ctx0" brushRef="#br0" timeOffset="193313.73">14741 12172 2234 0,'0'0'557'15,"0"0"-557"-15,0 0-27 16,0 0 17-16,-5 112 20 16,39-91 30-16,17-10 44 15,9-7-75-15,7-4 39 16,-7-4-48-16,-15-22 0 15,-16-4-5-15,-18-6 22 16,-11-2-10-16,-33 2-7 16,-19 1 15-16,-17 9-42 15,-2 8 12-15,-5 11-134 0,-22 7-55 16,23 4-151 0,7 10-489-16</inkml:trace>
  <inkml:trace contextRef="#ctx0" brushRef="#br0" timeOffset="194303.34">8618 13871 1955 0,'0'0'652'16,"0"0"-497"-16,0 0-68 15,0 0-29-15,0 0-34 16,0 0 39-16,51 0-63 16,-11 0 12-16,4 0-29 0,1 0 5 15,-7 3-131 1,-9 13-129-16,-11-4-333 0,-16 2-617 0</inkml:trace>
  <inkml:trace contextRef="#ctx0" brushRef="#br0" timeOffset="194468.19">8613 14064 2074 0,'0'0'357'15,"0"0"-253"-15,0 0-79 16,156-31-8-16,-102 13-23 16,-8-3 6-16,-1-2-116 15,-16 5-158-15,-7 1-415 0</inkml:trace>
  <inkml:trace contextRef="#ctx0" brushRef="#br0" timeOffset="194618.79">9090 13764 1600 0,'0'0'323'0,"0"0"-162"16,0 107-54-16,-11-56 1 15,-12 2-71-15,-6-3-6 16,2-9-28-16,-1-8-3 15,-10-17-6-15,9-11-289 16,0-5-526-16</inkml:trace>
  <inkml:trace contextRef="#ctx0" brushRef="#br0" timeOffset="194782.58">8180 13687 2221 0,'0'0'240'0,"0"0"-142"15,-35 127-98-15,35-55 30 16,0 6 2-16,31 3-26 16,16-1-12-16,51 12-8 15,-11-20-175-15,-2-19-283 0</inkml:trace>
  <inkml:trace contextRef="#ctx0" brushRef="#br0" timeOffset="195571.86">10151 14223 1667 0,'0'0'556'16,"0"0"-421"-16,0 0-111 15,0 0-18-15,0 0 29 16,0 0-35-16,136-81-7 16,-78 46-29-16,-4-6-91 15,-8 1 37-15,-10 3-31 16,-16-2-8-16,-11 10 77 0,-9 3-5 16,-13 7 57-16,-25 14 55 15,-5 5 38-15,-1 9 65 16,-1 25 1-16,5 14-54 15,13 8 29-15,17 5-73 16,10-7 13-16,8-4-2 16,30-10-63-16,11-8 24 15,16-14-33-15,-1-10-111 16,23-8-39-16,-18-18-349 16,-11-7-833-16</inkml:trace>
  <inkml:trace contextRef="#ctx0" brushRef="#br0" timeOffset="196040.5">10728 13571 768 0,'0'0'649'15,"0"0"-444"-15,0 0-58 16,0 0-36-16,0 0 41 16,0 0 10-16,0 0-36 15,89 87 34-15,-89-49-87 0,0-1-12 16,0-6 11-16,-6-7-72 15,-1-10 20-15,5-6-20 16,2-8 14-16,0 0-28 16,0-10 14-16,15-16-192 15,-1-6-23-15,-1-9-6 16,-6 3 70-16,-4 4 94 16,-3 10 57-16,0 11 254 15,0 8 6-15,0 5-88 16,-8 14-91-16,6 14-30 15,2 9 11-15,0-2-48 16,0 2 3-16,23-8-34 0,6-5-86 16,15-10-101-1,-8-11-179-15,-7-3-1552 0</inkml:trace>
  <inkml:trace contextRef="#ctx0" brushRef="#br0" timeOffset="196178.84">11027 13658 821 0,'0'0'1286'16,"0"0"-914"-16,0 0-298 16,0 0-50-16,0 0-21 15,0 0 16-15,147 4-38 16,-104 6-26-16,-7-2-242 16,-15-6-344-16</inkml:trace>
  <inkml:trace contextRef="#ctx0" brushRef="#br0" timeOffset="196360.1">11286 13525 1099 0,'0'0'1135'15,"0"0"-901"-15,0 0-192 16,0 0-41-16,-81 133 17 16,71-86-17-16,5 0-2 15,5-9-79-15,0-6-108 16,11-12-63-16,18-14-242 15,-2-3-100-15,-2-3-93 0</inkml:trace>
  <inkml:trace contextRef="#ctx0" brushRef="#br0" timeOffset="196541.56">11402 13714 796 0,'0'0'273'0,"0"0"-138"0,60-114 46 16,-38 71 159-16,-8 11-14 16,-10 12 135-16,-4 14-193 15,0 6-193-15,0 12-66 16,-11 23 2-16,2 8-4 15,0 6 39-15,3-1-38 16,1-2-5-16,5-8-3 16,0-6-70-16,0-9-77 15,0-18-156-15,9-5-213 16,-5 0-366-16</inkml:trace>
  <inkml:trace contextRef="#ctx0" brushRef="#br0" timeOffset="196728.45">11676 13433 1635 0,'0'0'238'16,"0"0"-144"-16,0 0 3 15,-29 142 28-15,-4-84 100 16,-6 0-96-16,-3-2 5 16,-3-1-95-16,-1-9-38 15,1-6-2-15,3-10-117 16,-18-14-105-16,10-9-171 15,8-7-606-15</inkml:trace>
  <inkml:trace contextRef="#ctx0" brushRef="#br0" timeOffset="196914.42">10532 13346 1711 0,'0'0'567'16,"0"0"-484"-16,0 0-83 15,-73 142 102-15,70-75-17 16,3 0-39-16,14-3 11 16,17-6-56-16,13-6-1 15,41-6-37-15,-6-12-191 16,-8-15-318-16</inkml:trace>
  <inkml:trace contextRef="#ctx0" brushRef="#br0" timeOffset="197394.69">11928 13271 986 0,'0'0'398'0,"0"0"-156"16,0 0-64-16,0 0-29 16,0 0-8-16,0 0-50 15,0 0 12-15,75 5-57 16,-75 31 42-16,-11 7 40 16,-11-1-47-16,0-6 34 15,4-7-39-15,7-10-61 16,9-7 35-16,2-8-50 0,9-2 10 15,20-2-9 1,6 0-1-16,23 0-177 0,-14 0-168 16,-3 0-694-16</inkml:trace>
  <inkml:trace contextRef="#ctx0" brushRef="#br0" timeOffset="197778.69">12235 14022 1696 0,'0'0'668'0,"0"0"-459"15,0 0-137-15,0 0 11 16,0 0-78-16,127-11 8 0,-96 11-26 16,-8 0-108-16,-14 14-191 15,-9-2-411-15</inkml:trace>
  <inkml:trace contextRef="#ctx0" brushRef="#br0" timeOffset="197896.68">12193 14161 1790 0,'0'0'586'15,"0"0"-442"-15,0 0-127 16,142 0-17-16,-36-7-77 16,-19-6-229-16,-10 1-727 0</inkml:trace>
  <inkml:trace contextRef="#ctx0" brushRef="#br0" timeOffset="198315.39">12915 14026 2259 0,'0'0'440'15,"0"0"-440"-15,0 0-99 0,0 0 41 16,0 0 37 0,107-104 1-16,-80 65-12 0,-6 2-236 15,-11-4 18-15,-10 8 4 16,0 1 54-16,-8 8 192 16,-17 8 277-16,-4 12 14 15,-2 4-94-15,2 8-73 16,2 21 63-16,4 12-71 15,13 5-4-15,5 2-3 16,5 2-79-16,15-6 27 16,21-4-52-16,7-9 2 15,5-9-13-15,8-11 6 16,2-8-102-16,21-3-102 16,-21-21-171-16,-10-1-503 0</inkml:trace>
  <inkml:trace contextRef="#ctx0" brushRef="#br0" timeOffset="198732.66">13350 13331 1202 0,'0'0'527'0,"0"0"-385"16,0 0-122-16,0 0 20 15,0 0 42-15,0 0 37 16,0 0 80-16,94 128-67 0,-94-79-20 16,0 2 17-16,-7-9-84 15,-2-7-14-15,0-12-31 16,0-9 21-16,7-10-30 16,2-4 9-16,0 0-59 15,13-18-16-15,3-12-182 16,6-7-47-16,-4-8-19 15,-3-1 76-15,-5 4 247 16,-6 13 20-16,-2 12 475 16,-2 17-222-16,0 10-220 15,0 26-1-15,0 10 22 16,0 3-44-16,0-6 33 16,0-4-62-16,27-9-1 0,2-10 0 15,7-10-15-15,15-10-90 16,-9-2-200-16,-11-15-429 0</inkml:trace>
  <inkml:trace contextRef="#ctx0" brushRef="#br0" timeOffset="199401.09">13691 13094 1139 0,'0'0'390'0,"0"0"-163"0,0 0-69 16,0 0-108-1,0 0 119-15,0 0-64 16,0 0-70-16,-2-24-2 0,2 20-26 15,0 0 35-15,0 2-16 16,0 0-14-16,0-1 15 16,0 3 7-16,0 0 0 15,0 0 52-15,0 0-54 16,0 0 5-16,-7 0-34 16,3 0 21-16,2 0-36 15,2 0 12-15,0 0-12 16,0 0-2-16,0 0-6 15,11-3 14-15,6 1 6 16,1-2 0-16,3 1-4 16,-6 3 4-16,-1 0-3 0,-6 3-9 15,1 19 10 1,-9 6 2-16,0 9 23 0,0 6-3 16,-17-1 98-16,-2 1-64 15,11-9-8-15,6-8 24 16,2-6-58-16,4-6 29 15,25-6-25-15,13-6-5 16,7-2-22-16,29 0-76 16,-16-8-144-16,-6-3-316 0</inkml:trace>
  <inkml:trace contextRef="#ctx0" brushRef="#br0" timeOffset="200196.73">8541 15543 1685 0,'0'0'664'0,"0"0"-424"15,0 0 8-15,0 0-114 16,0 0-86-16,0 0 0 16,0 0-48-16,114 0 0 15,-60 0 0-15,2 0-3 16,-8 4-6-16,4 1-139 16,-5 4-151-16,-16-4-211 15,-9 2-624-15</inkml:trace>
  <inkml:trace contextRef="#ctx0" brushRef="#br0" timeOffset="200355.23">8693 15657 1817 0,'0'0'509'0,"0"0"-354"16,0 0-24-16,0 0-5 16,0 0-38-16,159-28-88 15,-111 16-73-15,0-2-88 16,-4-10-136-16,-11 6-29 15,-10-5-246-15</inkml:trace>
  <inkml:trace contextRef="#ctx0" brushRef="#br0" timeOffset="200522.7">9184 15354 1505 0,'0'0'550'0,"0"0"-391"0,0 0-39 16,0 0-67-16,0 0 26 15,44 121-14-15,-44-77-45 16,-4-4 26-16,-14-6-46 15,-4-8-15-15,0-8-7 16,-26-18-176-16,6 0-285 16,5-10-1186-16</inkml:trace>
  <inkml:trace contextRef="#ctx0" brushRef="#br0" timeOffset="200662.7">8281 15290 1557 0,'0'0'780'0,"0"0"-663"15,0 0-95-15,-31 122 58 0,37-55-21 16,32 2-16 0,16 2-39-16,10-4-4 0,48-6-76 15,-16-17-238-15,-9-19-654 0</inkml:trace>
  <inkml:trace contextRef="#ctx0" brushRef="#br0" timeOffset="201977.58">10216 15464 1056 0,'0'0'380'15,"0"0"-219"-15,0 0 24 16,0 0-31-16,0 0-8 15,0 0 20-15,115 38-85 16,-103-6 27-16,-12 3-25 16,0 3-5-16,0-4 27 0,-14-4-40 15,1-8-6 1,-1-6-29-16,8-8-28 0,4-8 11 16,2 0-13-16,0-10-43 15,8-20-133-15,13-10-326 16,1-4 276-16,5-4-263 15,-12 2 244-15,1 13 245 16,-11 15 161-16,-5 16 382 16,0 2-306-16,-14 27-87 15,-1 15 11-15,4 8-35 16,1 2-74-16,10 0 24 16,2-9-68-16,25-6-8 15,14-11-18-15,26-14-129 0,-7-9-203 16,-12-3-919-16</inkml:trace>
  <inkml:trace contextRef="#ctx0" brushRef="#br0" timeOffset="202366.7">10724 15516 466 0,'0'0'1818'16,"0"0"-1301"-16,0 0-408 16,0 0-47-16,0 0-62 15,0 0 34-15,0 0-34 16,118 4 6-16,-71-4-24 0,11 0-116 15,-7 0-163-15,-16 0-329 16</inkml:trace>
  <inkml:trace contextRef="#ctx0" brushRef="#br0" timeOffset="202530.52">10994 15314 2070 0,'0'0'359'15,"0"0"-277"-15,0 0-52 16,-49 118-29-16,35-63 43 16,10 1-44-16,4 4-53 15,4-12-143-15,12-16-515 0</inkml:trace>
  <inkml:trace contextRef="#ctx0" brushRef="#br0" timeOffset="202764.1">11245 15547 1677 0,'0'0'207'16,"0"0"-207"-16,60-143 34 16,-41 93-34-16,-13 10 267 15,-4 14-12-15,-2 10 54 16,0 16-137-16,0 0-157 16,0 26-15-16,-2 16-9 15,-4 13 9-15,-1 4-9 16,7 3 19-16,0-3-20 15,0-9 4-15,7-10-166 16,9-10-1-16,-1-13-147 0,-1-12-248 16</inkml:trace>
  <inkml:trace contextRef="#ctx0" brushRef="#br0" timeOffset="202980.92">11546 15186 2063 0,'0'0'303'0,"0"0"-248"16,0 0-55-16,0 0 0 16,21 146 33-16,-26-80 72 15,-15 6-2-15,-9-4-57 16,-2 5-44-16,-5-9 29 16,-6-6-31-16,4-10 0 0,-9-10-2 15,0-7-111 1,-37-9-103-16,8-11-291 0,5-8-342 0</inkml:trace>
  <inkml:trace contextRef="#ctx0" brushRef="#br0" timeOffset="203168.84">10067 15363 1674 0,'0'0'637'0,"0"0"-498"16,0 0-126-16,-114 59-2 15,87-6 85-15,7 10-9 0,9 14-4 16,11 6-34 0,0-2-47-16,20-7-4 0,24-7-27 15,56-16-101-15,-6-14-41 16,-3-21-329-16</inkml:trace>
  <inkml:trace contextRef="#ctx0" brushRef="#br0" timeOffset="203800.54">11861 15037 576 0,'0'0'884'0,"0"0"-638"16,0 0-93-16,0 0-28 15,0 0-57-15,0 0 0 16,0 0-41-16,7-12-21 16,-7 33 30-16,0 4 35 0,-7 4 8 15,-5 0 11-15,4 0-42 16,-1-5 39-16,5-6-21 15,4-6-60-15,0-4 39 16,4-4-20-16,19 0 36 16,10-2 3-16,5-2-64 15,4 0-25-15,11 0-126 16,-5 0-121-16,-15 0-447 0</inkml:trace>
  <inkml:trace contextRef="#ctx0" brushRef="#br0" timeOffset="204159.9">12017 15717 2121 0,'0'0'581'0,"0"0"-437"15,0 0-100-15,0 0-18 16,118 0-26-16,-62 0 18 16,-1 0-41-16,13 0-150 15,-20 6-291-15,-7 0-483 0</inkml:trace>
  <inkml:trace contextRef="#ctx0" brushRef="#br0" timeOffset="204335.45">12003 15883 1932 0,'0'0'845'0,"0"0"-678"15,0 0-131-15,0 0-25 16,157-18-22-16,-100 15 4 16,26 3-167-16,-14 0-131 15,-13 0-632-15</inkml:trace>
  <inkml:trace contextRef="#ctx0" brushRef="#br0" timeOffset="205154.95">12742 15516 769 0,'0'0'37'0,"0"0"203"15,0 0 282-15,0 0-258 0,0 0-50 16,0 0-71 0,0 0-50-16,75 0-19 0,-34 0 36 15,-6 4-63-15,1 21-18 16,-14 5 41-16,-4 8-27 16,-18 3 15-16,0 3 19 15,-5-4-29-15,-13-5 30 16,1-11-62-16,6-5-16 15,1-10 12-15,8-6-10 16,2-3-4-16,0 0-10 16,12-24-50-16,5-15-115 15,8-9-12-15,-7-6-6 0,-5 2-28 16,-2 10 215 0,-9 18 8-16,-2 16 277 0,0 8-183 15,-6 11-39-15,-5 20-32 16,2 9 35-16,6 0 21 15,3-1-64-15,10-4 10 16,19-7-25-16,6-8-104 16,21-14-23-16,-12-6-353 15,-6 0-663-15</inkml:trace>
  <inkml:trace contextRef="#ctx0" brushRef="#br0" timeOffset="206014.31">11756 15100 601 0,'0'0'104'15,"0"0"-45"-15,0 0 770 16,0 0-513-16,0 0-141 16,0 0 14-16,0 0-5 15,12-112 0-15,-12 91 1 16,0 4-131-16,-12 8-34 15,-10 9-20-15,-7 0-77 16,2 26-28-16,-2 27-115 16,9-7-162-16,5-7-867 0</inkml:trace>
  <inkml:trace contextRef="#ctx0" brushRef="#br0" timeOffset="207096.1">11698 15033 601 0,'0'0'87'0,"0"0"-55"15,0 0 569-15,0 0-278 16,0 0-208-16,0 0 6 15,0 0 27-15,-24-4-27 16,21-5 57-16,3-3-84 16,0-2-48-16,3-4 10 15,12 4-54-15,12-1-2 16,4 5 0-16,-2 10 7 16,5 0-14-16,-10 16 7 15,-1 14 0-15,-10 10 24 16,-13 3 2-16,0 3 32 15,-9-7 9-15,-7-6-35 0,1-13 26 16,1-4-43-16,10-8-14 16,4-6 14-16,0-2-15 15,8 0-25-15,29 0-11 16,7 0-16-16,5-2-66 16,12 0-93-16,1 2-27 15,25 0 83-15,-16 14-97 16,-9 2-141-16</inkml:trace>
  <inkml:trace contextRef="#ctx0" brushRef="#br0" timeOffset="207832.98">13156 15190 1061 0,'0'0'398'0,"0"0"-286"15,0 0-55-15,0 0 42 16,0 0-24-16,0 0 30 16,0 0-51-16,-9-8 25 15,9 1 43-15,0 0-48 16,0-3 85-16,2-3-137 16,14 5-12-16,6 3 7 15,-4 2-17-15,-2 3-3 16,-7 11-11-16,-7 17 28 15,-2 8 14-15,-11 8 22 16,-11-2-24-16,-5-2 66 0,4-10-56 16,10-7 2-16,13-6-3 15,0-8-35-15,34-2 40 16,10-7-40-16,12 0-90 16,8 0-10-16,21-10-183 15,-16-1-360-15,-15 2-362 0</inkml:trace>
  <inkml:trace contextRef="#ctx0" brushRef="#br0" timeOffset="210107.46">19803 6053 756 0,'0'0'166'0,"0"0"752"15,0 0-582-15,0 0-196 16,0 0 54-16,0 0-67 15,0 0 34-15,-4-7-1 16,4 4-82-16,0 3 5 16,0 0-27-16,0-2-32 15,2 2 22-15,18-3-44 16,14 1-2-16,5-2 6 0,13 4 4 16,2 0-20-1,-3 0-46-15,2 0-77 0,-1 4-135 16,-19 8-294-16,-8-5-400 0</inkml:trace>
  <inkml:trace contextRef="#ctx0" brushRef="#br0" timeOffset="210256.84">19894 6217 1780 0,'0'0'502'0,"0"0"-398"16,0 0-94-16,0 0 45 15,135-1-31-15,-85-7-14 16,22-2-20-16,-16 3-226 0,-7-2-510 0</inkml:trace>
  <inkml:trace contextRef="#ctx0" brushRef="#br0" timeOffset="210457.1">20474 5937 1134 0,'0'0'835'0,"0"0"-699"16,0 0-9-16,0 0-67 16,-2 145 43-16,-18-102-59 15,0-4 7-15,-3-5-35 16,4-10-3-16,-6-8-26 16,5-8-75-16,-18-8-163 0,7-12-89 15,2-8-337-15</inkml:trace>
  <inkml:trace contextRef="#ctx0" brushRef="#br0" timeOffset="210594.65">19641 5912 1536 0,'0'0'582'0,"0"0"-464"15,-136 46-74-15,95 3-7 16,19 16 117-16,13 11-56 16,9 5-32-16,23 6-20 15,19-3-46-15,51 9-18 16,-6-23-153-16,-2-20-331 0</inkml:trace>
  <inkml:trace contextRef="#ctx0" brushRef="#br0" timeOffset="214002.87">21578 5921 743 0,'0'0'178'16,"0"0"-178"-16,0 0 0 16,0 0 58-16,0 0 91 15,0 0 24-15,0 0-110 16,0-1-40-16,0 1-7 15,0 0-16-15,0 0 28 16,0 0-21-16,0 0 27 16,0 0 91-16,0-3 17 15,0 3 13-15,0-1-2 16,0-3-62-16,0 1-7 16,0-1-71-16,0-1 17 15,0 2 51-15,4 1-79 16,5 0 4-16,3 2-6 15,-6 0 10-15,5 12 3 0,-7 15 63 16,6 12 4-16,-10 11 45 16,0 7-80-16,0 1 4 15,-2-3 8-15,-10-8-45 16,-1-10 33-16,-1-10-42 16,10-10 3-16,-3-12 1 15,7-5-7-15,0 0-1 16,5-22-31-16,13-14-218 15,-1-13 105-15,6-9-10 16,-5-4-34-16,-1 3 146 16,-5 11 43-16,-1 16 111 15,-9 13 194-15,-2 17-94 16,0 2-105-16,-2 18-105 0,-11 19-1 16,1 5 27-16,3 3-18 15,9 1-3-15,0-7-6 16,23-7-15-16,10-8-73 15,36-15-141-15,-9-9-147 16,-6 0-635-16</inkml:trace>
  <inkml:trace contextRef="#ctx0" brushRef="#br0" timeOffset="214152.41">22079 6028 2006 0,'0'0'625'0,"0"0"-443"0,0 0-182 15,0 0 0-15,130-4-9 16,-86 4 2-16,8 0-2 16,14 1-152-16,-10 2-86 15,-9-3-386-15</inkml:trace>
  <inkml:trace contextRef="#ctx0" brushRef="#br0" timeOffset="214318.44">22447 5883 2223 0,'0'0'534'16,"0"0"-528"-16,0 0 11 15,-63 131-24-15,44-71 7 0,-4-1-1 16,15-1-105 0,8-5-172-16,0-15-271 0,15-13-1057 0</inkml:trace>
  <inkml:trace contextRef="#ctx0" brushRef="#br0" timeOffset="214571.37">22719 6191 950 0,'0'0'1424'0,"0"0"-1308"16,0 0-116-16,18-125-188 15,-14 79 96-15,3-3 92 16,-2 3 59-16,4 7 18 0,-3 10-43 15,3 14-28 1,-7 10 59-16,3 5-65 0,-3 26 6 16,-2 20 66-16,0 16-50 15,0 10-1-15,0 7-21 16,0 16-115-16,0-20-147 16,5-21-532-16</inkml:trace>
  <inkml:trace contextRef="#ctx0" brushRef="#br0" timeOffset="-214501.88">23477 5999 1906 0,'0'0'568'0,"0"0"-333"16,0 0-45-16,0 0-67 16,0 0-29-16,0 0-87 15,0 0 20-15,89-33-27 16,-56 33-63-16,-6 0-14 15,-13 15-261-15,-10 6-210 16,-4-3-219-16</inkml:trace>
  <inkml:trace contextRef="#ctx0" brushRef="#br0" timeOffset="-214390.11">23468 6152 1908 0,'0'0'604'0,"0"0"-525"15,18 2-9-15,16-2-37 0,5 0-28 16,38 0-5-16,-15 0-203 15,-2-2-395-15</inkml:trace>
  <inkml:trace contextRef="#ctx0" brushRef="#br0" timeOffset="-213983.97">24518 5819 2152 0,'0'0'298'0,"0"0"-283"16,0 0-30-16,0 0 27 16,0 0-12-16,0 0 66 15,0 0-38-15,47 40 45 16,-47 6-21-16,0 7-34 16,0 3 43-16,-11-4-47 0,-1-8-13 15,6-9 6 1,-1-14 11-16,7-11-36 0,0-8-6 15,2-2-109-15,21-16 22 16,19-42-357-16,1 4-196 16,-8-4 255-16</inkml:trace>
  <inkml:trace contextRef="#ctx0" brushRef="#br0" timeOffset="-213856.23">24768 5784 1765 0,'0'0'606'15,"0"0"-490"-15,0 0-66 16,-89 145 11-16,64-81-39 15,16 0 5-15,9-8 31 16,13-7-58-16,59-5-80 16,-1-16-91-16,-2-10-358 0</inkml:trace>
  <inkml:trace contextRef="#ctx0" brushRef="#br0" timeOffset="-212433.25">21054 6110 512 0,'0'0'996'0,"0"0"-717"16,0 0-168-16,0 0-22 15,0 0 34-15,0 0-34 16,0 0-2-16,5-28-69 16,-5 40-3-16,0 16 11 15,0 16 81-15,0 16-25 0,0 16 11 16,0 25-54 0,0 25 36-16,0 20-28 0,-12 7-23 15,1-14 42-15,7-14-47 16,-5-32 22-16,4-20-1 15,5-18-28-15,-4-8 5 16,-1 2-17-16,5 7 0 16,-2 3-6-16,2-11 6 15,0-9 0-15,0-10-1 16,0-7 18-16,0-10-18 16,0-4 1-16,0-4 0 15,0-1-9-15,0-3 9 16,0 0 0-16,0 0 0 0,0 0 16 15,9 0-4 1,5 0-2-16,5 1-9 0,10-1 15 16,12 0-16-16,-1 0-12 15,4 0-50-15,12-1-204 16,-11-11-227-16,-12-5-553 0</inkml:trace>
  <inkml:trace contextRef="#ctx0" brushRef="#br0" timeOffset="-212018.15">21045 6039 1217 0,'0'0'941'16,"0"0"-613"-16,0 0-166 16,0 0-141-16,0 0 13 15,0 0-34-15,0 0 1 16,122-7-22-16,-68 25-114 15,-7-2-385-15</inkml:trace>
  <inkml:trace contextRef="#ctx0" brushRef="#br0" timeOffset="-211329.45">21790 7305 1624 0,'0'0'570'15,"0"0"-364"-15,0 0-84 16,0 0-101-16,0 0 57 16,0 0 51-16,0 0-10 15,0-44-43-15,0 44-76 16,0 14 32-16,2 18-38 16,2 12 6-16,-2 11 0 0,-2 4 17 15,0-3-8 1,0-5-7-16,-6-12-2 0,4-12 16 15,0-11-23-15,2-10 7 16,0-6 0-16,0 0 27 16,8-24-27-16,15-10-56 15,-6-15-44-15,6-7-89 16,-5-4 104-16,-7 4-51 16,-7 12 136-16,-2 15 33 15,-2 23 168-15,0 6-99 16,0 9-102-16,-6 22 0 15,-3 8 2-15,5 5 8 16,4-2-10-16,0-2 6 16,8-4-6-16,17-7-58 15,28-15-152-15,-8-6-286 0,-1-8-706 0</inkml:trace>
  <inkml:trace contextRef="#ctx0" brushRef="#br0" timeOffset="-211131.98">22298 7409 2210 0,'0'0'586'16,"0"0"-555"-16,0 0-14 16,0 0-5-16,0 0 13 15,0 0 75-15,121-3-91 16,-75 0-9-16,1 3-55 0,4-4-267 15,-18 0-162-15,-8-2-177 16</inkml:trace>
  <inkml:trace contextRef="#ctx0" brushRef="#br0" timeOffset="-210961.2">22565 7273 327 0,'0'0'2137'15,"0"0"-1774"-15,0 0-319 16,0 0-44-16,0 0-10 15,-60 140 10-15,40-83 0 16,4-2-14-16,10-1-59 16,6-2-183-16,0-17-283 0,15-12-435 0</inkml:trace>
  <inkml:trace contextRef="#ctx0" brushRef="#br0" timeOffset="-210091.23">22779 7478 2243 0,'0'0'662'15,"0"0"-599"-15,0 0-20 16,0 0-32-16,0 0-4 16,0 0 66-16,0 0-73 15,47-46-9-15,-24 14-25 0,-6 1-77 16,3-1-65 0,1 0 5-16,-6 6 4 0,1 4 124 15,-7 10 43-15,-5 10 40 16,0 2 18-16,-2 14-37 15,-2 22 68-15,0 11-49 16,0 10-34-16,-2 4-12 16,2 17-65-16,0-20-257 15,0-16-820-15</inkml:trace>
  <inkml:trace contextRef="#ctx0" brushRef="#br0" timeOffset="-209750.62">23713 7437 2041 0,'0'0'606'0,"0"0"-448"16,0 0-13-16,0 0-91 0,0 0 1 15,0 0-29-15,0 0-10 16,129-28-32-16,-102 28-111 15,-13 0-336-15,-10 6-124 16,-4 6-1184-16</inkml:trace>
  <inkml:trace contextRef="#ctx0" brushRef="#br0" timeOffset="-209623.03">23713 7437 1748 0,'25'116'881'15,"-25"-113"-709"-15,13 1-159 16,9 0-16-16,7-1 3 15,7 0-104-15,22-3 22 0,-9 0-283 16,-7-9-910-16</inkml:trace>
  <inkml:trace contextRef="#ctx0" brushRef="#br0" timeOffset="-209456.39">24195 7455 2453 0,'0'0'486'16,"0"0"-486"-16,0 0-97 16,0 0 18-16,0 0 67 15,129 16 4-15,-78-13-150 16,1-3-396-16</inkml:trace>
  <inkml:trace contextRef="#ctx0" brushRef="#br0" timeOffset="-209037.1">24797 7258 1796 0,'0'0'499'0,"0"0"-354"16,0 0-145-16,0 0 0 15,0 0 18-15,0 0 15 16,0 0 25-16,58 24 6 15,-58 17-20-15,-2 7 50 16,-19 2-54-16,1-4 1 16,3-3 29-16,1-12-69 0,5-8 10 15,2-9-11-15,9-10 19 16,0-4-9-16,0 0-10 16,15-25-47-16,10-11-164 15,2-10-96-15,2-8-82 16,-4-4-190-16,-8 6 292 15,-3 11 287-15,-12 20 806 16,-2 15-255-16,0 6-454 16,-12 20-96-16,-3 13 9 15,11 8 76-15,4 3-37 16,0-4 18-16,15 0-67 16,20-8-14-16,42-5-73 0,-15-11-127 15,5-11-395-15</inkml:trace>
  <inkml:trace contextRef="#ctx0" brushRef="#br0" timeOffset="-207204">25497 6662 1300 0,'0'0'756'0,"0"0"-537"0,0 0-150 15,0 0-26-15,0 0 98 16,0 0-32-16,0 0-2 15,73 9-20-15,-40-7-87 16,6 0 12-16,1-2-12 16,-5 0-25-16,-4 0-95 15,-4 0-143-15,-6 0-307 16,-17 0-1210-16</inkml:trace>
  <inkml:trace contextRef="#ctx0" brushRef="#br0" timeOffset="-207014.47">25590 6791 1215 0,'0'0'908'0,"0"0"-738"0,0 0-139 15,0 0 7-15,0 0 84 16,0 0-30-16,0 0-19 16,98 7-68-16,-67-7-5 15,-2 0-76-15,-2 0-174 16,0 0-113-16,-4-10-149 15,-8-4-306-15</inkml:trace>
  <inkml:trace contextRef="#ctx0" brushRef="#br0" timeOffset="-206866.83">26007 6645 1800 0,'0'0'477'16,"0"0"-427"-16,0 0 5 15,0 0 32-15,-49 137-73 0,22-95 6 16,0-5-5-16,8-6-1 15,-6-11-28-15,5-16-44 16,5-4-143-16,-4 0-143 0</inkml:trace>
  <inkml:trace contextRef="#ctx0" brushRef="#br0" timeOffset="-206716.28">25334 6517 1597 0,'0'0'908'0,"0"0"-796"15,0 0-83-15,-51 119-29 16,49-50-2-16,2 1-17 16,6 4 17-16,48 15-48 0,-10-19-122 15,3-19-648-15</inkml:trace>
  <inkml:trace contextRef="#ctx0" brushRef="#br0" timeOffset="-205507.75">26477 5923 1066 0,'0'0'543'16,"0"0"-300"-16,0 0 4 0,0 0-96 15,0 0-109-15,0 0-7 16,0 0-35-16,-4 23 12 15,4 24 62-15,-2 34-14 16,-5 36 17-16,1 28 41 16,-8 9-44-16,1-8-10 15,1-33-7-15,6-33-42 16,4-14 42-16,2-8-57 16,0 11 0-16,0 9 16 15,0 7-4-15,0-7-7 0,0-10-5 16,0-8 6-1,0-7-12-15,0-9 6 0,0-8 0 16,0-8-2-16,0-5 14 16,0-4-12-16,0-3 0 15,0-2 0-15,0-2-15 16,0 0 15-16,0-4 0 16,0-2-6-16,0-2 11 15,0-2-6-15,0 0 1 16,0-2 0-16,0 0-13 15,0 0 13-15,0 0 0 16,0 0 0-16,0 0 15 16,2 0-5-16,14 0 5 15,11 0-13-15,4 0 19 16,9 0-21-16,4 0 0 0,-1 0 0 16,-1-2 12-16,1 2-27 15,-10 0-71-15,5 0-187 16,-14 0-73-16,-6 0-488 0</inkml:trace>
  <inkml:trace contextRef="#ctx0" brushRef="#br0" timeOffset="-205034.77">26522 5932 636 0,'0'0'1296'16,"0"0"-791"-16,0 0-378 16,0 0-19-16,0 0-77 15,0 0 51-15,0 0-10 16,134 2-57-16,-87-1 17 16,1 3-32-16,0 1-68 15,-4 0-135-15,-15-1-298 16,-9-2-759-16</inkml:trace>
  <inkml:trace contextRef="#ctx0" brushRef="#br0" timeOffset="-204246.36">27488 5909 606 0,'0'0'1140'0,"0"0"-852"16,0 0-9-16,0 0-4 15,0 0-10-15,0 0-65 16,0 0-120-16,28-40-52 16,3 40-7-16,8 0-20 15,-4 17-1-15,5 6 0 16,1 3 7-16,-8 2-23 15,-4-1-31-15,7 0-137 16,-14-5-180-16,0-9-555 0</inkml:trace>
  <inkml:trace contextRef="#ctx0" brushRef="#br0" timeOffset="-204037.34">28103 5805 2385 0,'0'0'384'16,"0"0"-384"-16,0 0 12 16,0 0 1-16,-110 118-13 15,79-74 97-15,6 5-71 16,8 1-26-16,5-5-6 16,10-6-167-16,2-9-107 15,23-14-311-15,-3-12-590 0</inkml:trace>
  <inkml:trace contextRef="#ctx0" brushRef="#br0" timeOffset="-203703.31">28323 5871 1053 0,'0'0'1506'16,"0"0"-1411"-16,0 0-95 15,0 0 0-15,-87 124 48 16,56-76 41-16,6-4-3 15,8-6-45-15,3-7-30 16,10-11-22-16,4-5 1 0,0-15-101 16,0 0 73-1,0-3-58-15,16-21-131 0,11-10-91 16,2-4-190-16,2-1 309 16,2 3 199-16,3 11 126 15,-3 7 220-15,0 11-57 16,-1 7-98-16,-3 4-47 15,-5 17-67-15,3 3-4 16,2 1-71-16,-2 0 7 16,-1-7-18-16,13-8-139 15,-16-7-136-15,0-3-312 0</inkml:trace>
  <inkml:trace contextRef="#ctx0" brushRef="#br0" timeOffset="-203540.37">28856 5645 2152 0,'0'0'816'16,"0"0"-816"-16,0 0-6 15,0 0 6-15,-58 139 0 16,34-69 7-16,-3 5-7 16,0 3-16-16,4 14-201 15,6-20-290-15,11-17-495 0</inkml:trace>
  <inkml:trace contextRef="#ctx0" brushRef="#br0" timeOffset="-203294.4">28961 6122 2412 0,'0'0'104'0,"0"0"-104"16,0 0-31-16,0 0 31 15,-69 124 53-15,69-109 44 16,4-1 10-16,19-9-83 16,6-5-24-16,0 0-13 15,-3-10-99-15,-6-11 61 16,-11-8-14-16,-9 0-4 16,0 2 12-16,-55 5-151 15,1 5-94-15,0 10-907 0</inkml:trace>
  <inkml:trace contextRef="#ctx0" brushRef="#br0" timeOffset="-200307.87">27316 7282 1242 0,'0'0'510'16,"0"0"-273"-16,0 0-88 15,0 0 48-15,0 0-6 16,0 0-57-16,0 0-12 16,-23-61-59-16,21 59-37 15,2 0 38-15,0 2-64 16,0 0 15-16,0 0 9 16,18 0-7-16,4 0-10 15,5 0-7-15,0 7 2 16,-11 18-14-16,-8 5 12 15,-8 7 0-15,-6 8 11 0,-25 1 3 16,-10-1 5-16,1-5-19 16,7-8 8-16,8-13-14 15,14-5 6-15,11-7 0 16,7-6-1-16,22-1 13 16,13 0-34-16,14 0 4 15,-3-12-121-15,3-5-26 16,-5-2-119-16,-8-3-101 15,-14 2-168-15,-10-2-71 16,-9 1 139-16,-8-4 485 16,-2-1 690-16,0-1-164 15,0 4-271-15,0 3 13 16,0 5 21-16,9 8-107 0,-1 5-37 16,6 2-93-16,-1 2-39 15,1 20 32-15,-5 7-24 16,-7 12 16-16,-2 3 17 15,0 2-53-15,-2-4 39 16,-11-7-40-16,5-9 0 16,6-10-7-16,2-10 7 15,0-5 0-15,0-1 0 16,14-5-33-16,11-23 6 16,-8-11-213-16,3-7-73 15,-2-1 75-15,-9 1 74 16,-2 13 164-16,-3 17 56 15,-4 14 36-15,0 2-37 0,0 26 66 16,0 10-34-16,0 6 19 16,0 2-93-16,11-2 6 15,3-2-19-15,34-6-81 16,2-9-147-16,-3-13-375 0</inkml:trace>
  <inkml:trace contextRef="#ctx0" brushRef="#br0" timeOffset="-198646.45">26787 7383 2138 0,'0'0'551'0,"0"0"-413"16,0 0-114-16,0 0-9 16,0 0-13-16,0 0 8 15,118-2-20-15,-50 10 2 16,32 3-222-16,-13 0-263 0,-14-2-476 15</inkml:trace>
  <inkml:trace contextRef="#ctx0" brushRef="#br0" timeOffset="-185873.44">28159 7445 980 0,'0'0'64'0,"0"0"-31"16,0 0 627-16,0 0-402 16,0 0-122-16,0 0-6 15,0 0-44-15,4 12 20 0,-2-12-76 16,0 0 4-1,-2-2 60-15,0 2-49 0,0 0 35 16,0 0-8-16,0 0-17 16,0 0 45-16,0 0-80 15,0 0-5-15,7 0-15 16,1 0 21-16,13 0-21 16,6 0 0-16,4 3 0 15,9 3-18-15,-5 0 18 16,4 2-94-16,3 4-176 15,-13 0-246-15,-13-7-458 0</inkml:trace>
  <inkml:trace contextRef="#ctx0" brushRef="#br0" timeOffset="-185690.36">28209 7624 535 0,'0'0'1862'0,"0"0"-1376"16,0 0-425-16,0 0 5 16,0 0-66-16,0 0 15 15,0 0-15-15,145 0-11 16,-68 0 10-16,-20 4-288 16,-1 1-412-16</inkml:trace>
  <inkml:trace contextRef="#ctx0" brushRef="#br0" timeOffset="-185370.97">28917 7557 1435 0,'0'0'749'0,"0"0"-601"16,0 0-59-16,0 0-71 16,19-130 7-16,-3 94-10 15,-1 6 28-15,-3 4 61 0,-1 10-46 16,-7 8 36 0,-2 8-27-16,-2 4-65 0,0 26 2 15,0 18-4-15,0 12 12 16,-4 11-31-16,2 4 4 15,0 17-194-15,2-19-262 16,0-17-672-16</inkml:trace>
  <inkml:trace contextRef="#ctx0" brushRef="#br0" timeOffset="-184550.78">29540 6775 1603 0,'0'0'518'15,"0"0"-304"-15,0 0 110 0,0 0-97 16,0 0-98-16,0 0 19 15,0 0-79-15,-2 0-23 16,2 0-20-16,9 0-10 16,15 0-17-16,10 0 1 15,3 0-23-15,4 0 22 16,1 0-89-16,1 0-5 16,8 0-98-16,-8 0-333 15,-14 0-267-15</inkml:trace>
  <inkml:trace contextRef="#ctx0" brushRef="#br0" timeOffset="-184134.43">29650 6874 565 0,'0'0'1205'16,"0"0"-826"-16,0 0-83 15,0 0-45-15,0 0-142 16,0 0-34-16,0 0-57 15,-10 0 12-15,31 0-24 16,8 1 9-16,6 6-6 16,6-6-9-16,-1 2-15 15,2-3 6-15,1 0-93 0,-6 0-71 16,-1 0-4 0,-5-3-67-16,-6-6 16 0,-5-5-119 15,-5-2-12-15,-6-4 165 16,3-2 194-16,-10 4 161 15,2 0 182-15,5 6-38 16,-9 1 46-16,4 8-137 16,1 3-86-16,0 0-43 15,-3 7-84-15,0 17 18 16,-2 8 3-16,0 9-10 16,-2 3-4-16,-14-2-8 15,-6-7-59-15,2-1-2 16,-20-15-61-16,11-6-100 15,0-12-334-15</inkml:trace>
  <inkml:trace contextRef="#ctx0" brushRef="#br0" timeOffset="-183978.19">29436 6573 2165 0,'0'0'277'0,"0"0"-238"16,-72 148-10-16,57-78-17 15,13-1-6-15,2-2 5 16,15-8-11-16,45 1-84 16,-2-18-176-16,0-13-704 0</inkml:trace>
  <inkml:trace contextRef="#ctx0" brushRef="#br0" timeOffset="-182829.61">30722 6697 1035 0,'0'0'343'16,"0"0"-6"-16,0 0-49 15,0 0 11-15,0 0-2 16,0 0-60-16,0 0-54 15,-21-73-91-15,21 68-57 0,0 3 34 16,0 2-68-16,0 0 5 16,0 0-6-16,0 2-6 15,6 18-2-15,-2 11 8 16,5 7 0-16,-9 8-9 16,0 0 9-16,0 1 0 15,0-4-9-15,0-6 21 16,0-11-13-16,0-7 1 15,-5-9 0-15,5-6-24 16,0-4 3-16,0-2-7 16,9-24 26-16,9-14-113 15,4-13 39-15,-6-5-138 0,2 0 46 16,-5 12 150 0,-4 16 18-16,-5 16 124 0,-4 14-18 15,0 0-98-15,0 32 17 16,-4 10 35-16,-1 11-45 15,5 1 28-15,0-2-36 16,7-4-7-16,20-10 0 16,2-5-18-16,6-12-65 15,23-11-154-15,-8-7-299 16,-13-3-1222-16</inkml:trace>
  <inkml:trace contextRef="#ctx0" brushRef="#br0" timeOffset="-182604.73">31197 6757 1597 0,'0'0'596'16,"0"0"-303"-16,0 0 51 16,0 0-148-16,0 0-115 15,0 0-8-15,0 0-73 16,42-10 0-16,-7 17-11 15,8 0 11-15,-5 3-30 16,-5 3-67-16,-10 3-247 16,-12-4-179-16,-11-2-475 0</inkml:trace>
  <inkml:trace contextRef="#ctx0" brushRef="#br0" timeOffset="-182478.31">31179 6934 1761 0,'0'0'603'0,"0"0"-508"0,0 0-67 15,0 0 29-15,0 0-57 16,122 19-9-16,-59-19-95 16,-14 0-403-16,-7-3-1241 0</inkml:trace>
  <inkml:trace contextRef="#ctx0" brushRef="#br0" timeOffset="-182274.25">31702 6784 2020 0,'0'0'577'15,"0"0"-363"-15,0 0-34 16,0 0-143-16,0 0-28 16,0 0-7-16,0 0-2 15,128-13-2-15,-59 20-134 16,-13 1-369-16,-8-3-237 0</inkml:trace>
  <inkml:trace contextRef="#ctx0" brushRef="#br0" timeOffset="-181960.02">32316 6735 639 0,'0'0'889'0,"0"0"-889"15,0 0-202-15,4-104 202 16,-4 63 148-16,0-4 81 16,0-1-39-16,0 1-112 15,0 4 37-15,0 7 59 16,0 8 14-16,0 7 112 16,2 9-124-16,-2 7-74 15,0 3-86-15,0 0 6 16,0 12-44-16,0 20 9 15,0 14 13-15,0 14-15 0,-2 12 16 16,-9 9-2 0,-2-2-16-16,-1 2-139 0,-1 9-81 15,2-23-247-15,3-16-412 0</inkml:trace>
  <inkml:trace contextRef="#ctx0" brushRef="#br0" timeOffset="-181802.34">32144 7042 1753 0,'0'0'1125'16,"0"0"-1008"-16,0 0-81 15,0 0-36-15,0 0-12 0,0 0 0 16,123 0 10 0,-68 0-83-16,-6 0-242 15,-4 4-325-15</inkml:trace>
  <inkml:trace contextRef="#ctx0" brushRef="#br0" timeOffset="-181106.64">32161 7273 1562 0,'0'0'305'15,"0"0"-305"-15,0 0-109 16,0 0 79-16,0 0 30 16,0 0 46-16,0 0-5 15,0 0-36-15,0 0 9 16,0 0 19-16,0 0 35 16,0 0 36-16,0 0 32 0,0 0-92 15,0 0 6 1,0 0-25-16,0 0-19 0,8 0-4 15,-2 0-2-15,-1 0-27 16,-5 0 26-16,0 0-89 16,0 2 50-16,0 2 39 15,0-1 1-15,0 0 14 16,-7-1-14-16,5 0 0 16,0-2 80-16,2 0 1 15,0 0 36-15,0 0 8 16,0 0-33-16,13 0-44 15,5 0-48-15,-1 0-23 16,4 0 22-16,-8 10-42 16,-6 12 33-16,-7 4 9 15,0 8 1-15,-18 2 1 0,-7 2 8 16,-2-3-7-16,8-5 46 16,7-9-42-16,12-5 22 15,0-6-13-15,31-5 31 16,23-5 45-16,15 0-91 15,11-8-22-15,10-8-78 16,10-3-73-16,-22 6-105 16,-20 4-532-16</inkml:trace>
  <inkml:trace contextRef="#ctx0" brushRef="#br0" timeOffset="-179550.72">19543 8793 2000 0,'0'0'278'16,"0"0"-228"-16,0 0-7 15,0 0-36-15,0 0-5 16,129 32 142-16,-84 17-34 16,3 9-3-16,6 3-56 15,0-3-44-15,-6-3 29 16,-3-11-36-16,-5-10 0 16,-9-10 0-16,-6-8 18 15,-8-10-17-15,4-6-1 16,-3 0 0-16,9-24-4 0,4-13 4 15,13-4-62 1,12-4 4-16,6 5-12 0,5 7 60 16,2 11-1-16,-4 7 7 15,-10 13-18-15,-7 2 22 16,-19 0 0-16,-11 19 16 16,-16 2 0-16,-2 7 62 15,-18 6-8-15,-13 3-28 16,-7 1 26-16,-1-4-68 15,13-6 1-15,8-10-1 16,12-11 18-16,6-7-41 16,2 0-9-16,20-13-48 15,16-15 31-15,4-6-115 16,-1 0 31-16,-10 4 73 16,-14 12 60-16,-5 13 55 0,-12 5 49 15,0 17-76-15,-10 17 97 16,2 6-90-16,-3-1 18 15,6-2-14-15,5-5-28 16,0-11 8-16,9-7-19 16,18-9 0-16,9-5-6 15,1-10 6-15,5-18-56 16,1-8-55-16,-3-4-43 16,-7-1 9-16,-10 6 4 15,-7 10 141-15,-12 11 70 16,-4 14 90-16,0 0-96 15,0 25-35-15,-4 7-28 16,-6 2 65-16,10 0-32 16,0-7-28-16,0-1 3 15,12-11 0-15,8-7-18 0,2-8 8 16,3 0-68-16,-3-12-7 16,-2-11-97-16,-4-2-17 15,-10-3 56-15,-1 1-3 16,-3 6 77-16,-2 6 60 15,0 13 243-15,2 2-49 16,0 35-153-16,6 17 35 16,-4 16-20-16,-4 16-54 15,0 6 39-15,0 5-25 16,0-3-10-16,0-8 15 16,-4-8-21-16,-10-11 0 0,-1-13-1 15,-6-12 13-15,3-10-9 16,-4-13 1-16,2-12 8 15,2-5 22-15,7 0-28 16,7-19 15-16,4-6-17 16,4-8 17-16,21-6-33 15,4-3 12-15,2-2-132 16,-4-17-65-16,-10 13-136 16,-7 4-304-16</inkml:trace>
  <inkml:trace contextRef="#ctx0" brushRef="#br0" timeOffset="-179384.65">20503 8782 1943 0,'0'0'585'0,"0"0"-362"16,0 0-42-16,76-119-165 15,-34 98 14-15,8 11-30 16,-6 10-69-16,-6 57-172 15,-9 10-219-15,-18 8-374 0</inkml:trace>
  <inkml:trace contextRef="#ctx0" brushRef="#br0" timeOffset="-179278.65">20646 9590 1588 0,'0'0'606'16,"0"0"-462"-16,0 0-113 15,0 0-31-15,0 0-5 0,0 0-191 16,0 0-638-16</inkml:trace>
  <inkml:trace contextRef="#ctx0" brushRef="#br0" timeOffset="-178295.83">21904 8860 636 0,'0'0'926'0,"0"0"-637"16,0 0-176-16,0 0 20 16,0 0 9-16,0 0-36 15,117-79 28-15,-90 80-53 0,-5 26-12 16,-1 11 44-16,-8 8-59 16,-11 5 10-16,-2 8 2 15,0-2-57-15,0-3 35 16,-11-8-44-16,7-10 0 15,-4-12-3-15,6-9 3 16,2-10 0-16,0-5 0 16,8-8 21-16,9-28 0 15,8-18-21-15,-3-20-73 16,5-11-44-16,-5-1-45 16,-6 14 142-16,-8 17 20 15,-1 25 106-15,-7 25 39 0,0 5-130 16,0 30 4-16,-13 19-16 15,2 9-3-15,6 5 38 16,5 1-7-16,0-6-19 16,22-5 6-16,12-9-18 15,1-12 0-15,10-8-7 16,5-14 7-16,-4-10-8 16,-1 0-26-16,-3-14-84 15,-4-18-17-15,-14-6-20 16,-3-4 36-16,-13 1 88 15,-1 7 31-15,-7 10 36 16,0 10 108-16,0 6-4 16,0 8-7-16,0 0-117 0,0 5-16 15,0 19-22 1,0 10 1-16,0 12 12 0,0 20-155 16,0-11-207-16,0-14-462 15</inkml:trace>
  <inkml:trace contextRef="#ctx0" brushRef="#br0" timeOffset="-177578.26">22635 9128 1300 0,'0'0'397'0,"0"0"-172"16,0 0-168-16,0 0-8 15,0 0-16-15,0 0 98 16,0 0 32-16,-23 110-79 16,19-66-11-16,4 2 4 15,-2-2-37-15,0-2 66 16,-4-3-54-16,6-9-50 0,0-7 16 16,0-9-17-16,0-5-1 15,0-7 9-15,0-2-1 16,0-2 40-16,0-24-48 15,0-10-48-15,10-15-10 16,3-5-91-16,5 3 47 16,7 4 64-16,-4 17 38 15,2 14 43-15,-7 18-19 16,-1 0-24-16,-4 24 77 16,-4 12-32-16,0 6 32 15,-5 2-1-15,9-1-65 16,-2-8 32-16,9-5-43 0,0-7 0 15,9-14 4 1,4-9 8-16,0 0-24 0,7-20 8 16,-5-18-152-16,-2-8 22 15,-4-10-86-15,-2-4-50 16,-12 6 97-16,-4 8 173 16,-2 14 155-16,-3 16 316 15,-2 14-235-15,-2 2-116 16,0 20-120-16,0 16 2 15,0 12 32-15,5 8-28 16,-1 6 9-16,-2 1-15 16,8-3-9-16,3 2-168 15,-7-15-193-15,6-18-829 0</inkml:trace>
  <inkml:trace contextRef="#ctx0" brushRef="#br0" timeOffset="-177132.45">23667 9097 1654 0,'0'0'645'15,"0"0"-491"-15,0 0-83 16,0 0 30-16,0 0 1 0,0 0 1 16,0 0 3-16,115 0-105 15,-72-1 11-15,-3-1-12 16,-7 2-89-16,-4 0-183 15,-11 0-307-15,-11 5-833 0</inkml:trace>
  <inkml:trace contextRef="#ctx0" brushRef="#br0" timeOffset="-176992.31">23771 9264 1056 0,'0'0'1231'0,"0"0"-1025"15,0 0-146-15,0 0 39 16,0 0-50-16,123 6 5 15,-76-6-54-15,22 0-40 16,-9-6-157-16,-8-2-621 0</inkml:trace>
  <inkml:trace contextRef="#ctx0" brushRef="#br0" timeOffset="-176173.16">24525 9160 1149 0,'0'0'710'0,"0"0"-328"16,0 0-67-16,0 0-60 15,0 0-42-15,0 0-112 16,0 0-42-16,-9 0-20 16,9 0-30-16,20 0-5 15,9 4-4-15,4 1 6 0,14 2-34 16,5-3-7-16,21-4-79 16,-6 0-260-16,-14 0-455 0</inkml:trace>
  <inkml:trace contextRef="#ctx0" brushRef="#br0" timeOffset="-175821.93">25403 8983 1603 0,'0'0'97'0,"0"0"-97"16,0 0-245-16,0 0 45 0,0 0 200 15,23-123 33 1,-21 91 39-16,-2-3-71 0,0 0 11 16,0 1-3-16,0 3 191 15,0 4 85-15,0 10 17 16,0 3-23-16,0 7 4 16,0 6-138-16,0 1-16 15,0 0-102-15,0 5-15 16,0 22-23-16,0 12 11 15,0 16 0-15,0 6-1 16,0 2 10-16,0 4-11 16,0-4 2-16,0-5-139 0,0 5-103 15,0-19-296-15,0-13-681 16</inkml:trace>
  <inkml:trace contextRef="#ctx0" brushRef="#br0" timeOffset="-175652.53">25109 9258 2490 0,'0'0'473'0,"0"0"-405"15,0 0-61-15,114 0-7 16,-52 0 2-16,11-6 17 16,8 1 10-16,-1-4-29 15,0 3-35-15,9 0-193 16,-22 4-409-16,-20-2-496 0</inkml:trace>
  <inkml:trace contextRef="#ctx0" brushRef="#br0" timeOffset="-175086.25">25358 9581 1410 0,'0'0'243'0,"0"0"-150"16,0 0 86-16,0 0-14 16,0 0 49-16,0 0-48 15,0 0-81-15,-11-58-20 16,34 43-65-16,6 4 12 0,-2 3-1 15,4 5-11 1,-5 3 0-16,-4 3 0 0,-10 19 17 16,-12 11 2-16,-5 12 54 15,-35 7-30-15,-6 1 35 16,-8 0-42-16,7-9 28 16,11-12 24-16,16-11-68 15,20-9 16-15,0-8-36 16,22-4 0-16,28 0 30 15,8 0-30-15,17-16-1 16,10-3-31-16,11-3-87 16,24-7-195-16,-22 2-317 15,-15 6-835-15</inkml:trace>
  <inkml:trace contextRef="#ctx0" brushRef="#br0" timeOffset="-174736.85">26321 9293 613 0,'0'0'842'16,"0"0"-542"-16,0 0-91 15,0 0-5-15,0 0 5 16,0 0-79-16,0 0-64 16,-2 0 13-16,11 0-52 15,-5 0-2-15,4 0 32 16,-6-5-8-16,-2 1-6 15,0 4-11-15,0 0-32 16,-14 0-98-16,-3 14-371 16,-6 0-508-16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44:44.71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1997 2946 652 0,'0'0'44'0,"0"0"-27"16,0 0 570-16,0 0-105 16,0 0-386-16,0 0 7 15,9-15 4-15,-9 11-23 16,0 3 49-16,0-2-44 15,0 3-26-15,0 0 40 16,0 0-69-16,0 0 35 16,0 0 1-16,0 0-45 0,0 0 81 15,-3 0-86-15,-7 0-13 16,-11 0 2-16,-6 3 9 16,-10 15-18-16,-8 10 0 15,-6 9 15-15,-3 11-11 16,5 5-4-16,9-1 0 15,11-4-1-15,9-2 20 16,13-8-19-16,7-6 0 16,0-8-55-16,27-7-12 15,29-15-170-15,-4-2-130 16,-10 0-596-16</inkml:trace>
  <inkml:trace contextRef="#ctx0" brushRef="#br0" timeOffset="804.83">1571 3222 1833 0,'0'0'532'15,"0"0"-388"-15,0 0-65 16,0 0-67-16,119-54-12 16,-59 40 0-16,4 2 17 15,1 0-29-15,-5 6 12 16,-8 4-15-16,-13 2-2 15,-14 2 5-15,-12 22 12 16,-13 10 18-16,0 10-2 16,-9 8 94-16,-13 3-63 15,-1-1-29-15,4-9 14 16,3-9-20-16,7-11-12 0,5-9 0 16,2-11-12-1,2-5 6-15,0-1-77 0,2-24-20 16,13-16-111-16,5-11-15 15,5-6-37-15,4-4 116 16,2 4 134-16,3 12 16 16,-3 14 137-16,-2 18 64 15,-4 13-35-15,-2 1-92 16,-2 6 22-16,1 10-6 16,3 2-80-16,4-4 48 15,4-4-48-15,3-4 68 16,-1-2-14-16,-6-4-52 0,-6 0-11 15,-15 0-1-15,-8 4 20 16,0 6-31-16,-18 8 11 16,-15 8 0-16,-5 6-18 15,3 4 19-15,8-1-1 16,9-7 0-16,15-8 18 16,3-10-54-16,14-10-2 15,22 0-49-15,6-22-24 16,1-9-171-16,-3-5 49 15,-7 0 81-15,-8 2 63 16,-9 6 89-16,-8 10 52 16,-5 12 149-16,-3 6 57 15,0 4-194-15,-3 20 28 16,-5 6 28-16,2 2-104 16,4-2 63-16,2-6-74 0,0-7 1 15,21-10 11-15,6-7-17 16,2 0-25-16,2-7-31 15,-2-13-118-15,-2-6 42 16,-6-1-26-16,-3 1 40 16,-5 6 118-16,-3 6 34 15,-6 12 169-15,-4 2-64 16,0 8-102-16,0 20 144 16,0 5-121-16,0 0-59 15,0 0 27-15,0-8-28 16,0-4-52-16,5-9-82 15,1-7-442-15</inkml:trace>
  <inkml:trace contextRef="#ctx0" brushRef="#br0" timeOffset="1089.97">2623 2796 225 0,'0'0'1886'16,"0"0"-1574"-16,0 0-178 0,0 0-6 16,0 0 15-16,0 0-122 15,0 0-15-15,-11-121-6 16,36 113-67-16,-1 8 67 15,-6 13-111-15,-12 32-9 16,-8 47 67-16,-22-9-134 16,-3-6-334-16</inkml:trace>
  <inkml:trace contextRef="#ctx0" brushRef="#br0" timeOffset="1343.99">2994 3529 1101 0,'0'0'1298'0,"0"0"-1046"15,0 0-209-15,0 0-19 16,0 0-24-16,0 0-111 16,0 0-80-16,-8 17-404 0</inkml:trace>
  <inkml:trace contextRef="#ctx0" brushRef="#br0" timeOffset="1891.46">1631 3663 1517 0,'0'0'619'0,"0"0"-358"16,0 0 23-16,0 0-128 0,0 0-11 15,0 0-78-15,0 0-66 16,103 0 85-16,-37 0-86 15,17-1 34-15,13-6 52 16,24 0-85-16,-8-2 59 16,4-3-60-16,-3 2-20 15,-19 5 19-15,4-2-139 16,7 7-114-16,-27 0-279 16,-25 2-947-16</inkml:trace>
  <inkml:trace contextRef="#ctx0" brushRef="#br0" timeOffset="3562.29">3390 4456 126 0,'0'0'846'15,"0"0"-452"-15,0 0 232 16,0 0-456-16,0 0-30 15,0 0 3-15,0 0 22 16,-18-13-98-16,-7 26-3 16,-8 14-14-16,-7 11-33 15,-7 11 66-15,-1 5-72 16,-2 4-1-16,1-2 10 16,2-3-5-16,10-10-15 0,8-6 0 15,13-16-94-15,16-17-72 16,4-4-197-16,16-4-374 0</inkml:trace>
  <inkml:trace contextRef="#ctx0" brushRef="#br0" timeOffset="3754.53">3437 4456 1545 0,'0'0'515'0,"0"0"-414"16,0 0 16-16,0 0-33 15,43 130 77-15,-33-78-56 0,3 2-5 16,3 0-58 0,3-2-24-16,-2-4-15 0,1-5-3 15,-3-7-166-15,-8-8-43 16,-2-10-344-16,-5-8-656 0</inkml:trace>
  <inkml:trace contextRef="#ctx0" brushRef="#br0" timeOffset="3941.8">3052 4703 2212 0,'0'0'487'0,"0"0"-369"16,0 0-93-16,0 0-2 15,148-7 2-15,-88 9-25 0,6 12 0 16,-2 6-21-16,20 6-131 15,-16-4-199-15,-15-6-543 0</inkml:trace>
  <inkml:trace contextRef="#ctx0" brushRef="#br0" timeOffset="4189.5">3775 4538 1692 0,'0'0'689'16,"0"0"-622"-16,0 0-66 0,0 0 38 15,0 0 38-15,0 0 64 16,0 0-18-16,112 108-101 16,-72-68 52-16,1-2-74 15,1 1 0-15,0-6-13 16,-4-3-18-16,4 0-153 15,-11-7-81-15,-6-10-430 0</inkml:trace>
  <inkml:trace contextRef="#ctx0" brushRef="#br0" timeOffset="4377.42">4396 4448 2481 0,'0'0'313'15,"0"0"-312"-15,0 0-2 16,0 0-10-16,-48 109 11 16,24-53 38-16,-2 9-29 15,-1 0-18-15,4 18 7 16,13-17-296-16,2-16-288 0</inkml:trace>
  <inkml:trace contextRef="#ctx0" brushRef="#br0" timeOffset="4776.28">4705 4730 1699 0,'0'0'686'15,"0"0"-554"1,0 0-37-16,0 0 32 0,0 0-77 16,0 0 21-16,0 0-30 15,87 0-20-15,-51 0-6 16,-5 0-15-16,-6 0-70 16,-17 19-93-16,-3-5-223 15,-5-2-508-15</inkml:trace>
  <inkml:trace contextRef="#ctx0" brushRef="#br0" timeOffset="4917.51">4607 4985 494 0,'0'0'2208'0,"0"0"-1979"16,0 0-228-16,0 0-1 16,123 0-18-16,-77-4-3 15,14 4 10-15,-12 0-315 16,-13 0-566-16</inkml:trace>
  <inkml:trace contextRef="#ctx0" brushRef="#br0" timeOffset="5737.12">6109 4463 1028 0,'0'0'1173'0,"0"0"-899"15,0 0-205-15,0 0-38 16,0 0 107-16,0 0-137 15,0 0 19-15,63-77-20 16,-32 45-72-16,5-5 48 16,-2-3-41-16,-1-2-29 15,-4-4 81-15,-7-2-48 0,-4 2 61 16,-7 6 16 0,-4 8 30-16,-5 11 146 0,-2 11-52 15,0 8-51-15,0 2 0 16,0 9-89-16,-14 22 0 15,-1 22-6-15,-3 10 39 16,3 14-39-16,1 7 6 16,3 0-55-16,5 22-114 15,4-21-310-15,-4-19-573 0</inkml:trace>
  <inkml:trace contextRef="#ctx0" brushRef="#br0" timeOffset="6623.1">5401 4881 1020 0,'0'0'713'0,"0"0"-532"0,0 0-67 16,0 0-15 0,0 0-23-16,0 0 53 0,0 0-19 15,64-25-96-15,-35 19 56 16,3 2-46-16,1 3-24 16,2 1 78-16,1 0-69 15,3 0 15-15,-2 0-10 16,1 0 17-16,5 0-18 15,-1 0-13-15,2 0 0 16,3 1-10-16,-3-1 10 16,-1 3 0-16,-1-2 0 15,-1 4 25-15,-3-2-31 16,-5 2 6-16,0 0 0 16,-4-1-16-16,0 1 16 15,0 0 0-15,-2-1 0 0,-2 2 26 16,-1 1-34-16,0-2 8 15,5 2 0-15,0-2-15 16,-2 0 15-16,7 1 0 16,-3-1 0-16,0 2 21 15,0-1-29-15,0-1 8 16,3-1 0-16,2 1-15 16,0-2 15-16,1 2 0 15,3-3 0-15,1 0 24 16,-1 0-30-16,-3 0 6 15,3-1 0-15,-9 4-24 16,4-3 24-16,-12 3 0 16,-2-2 0-16,-5-1-12 0,-10-2-45 15,-6 0-201 1,0 0-573-16</inkml:trace>
  <inkml:trace contextRef="#ctx0" brushRef="#br0" timeOffset="10632">5536 5360 897 0,'0'0'272'16,"0"0"-55"-16,0 0-23 15,0 0-65-15,0 0 42 16,0 0-55-16,0 0 7 16,0-31-83-16,0 31-39 15,0 0 52-15,0 0-53 16,0 0 30-16,0 0 23 0,0 0-44 16,0 0 63-16,0 0-21 15,0-1-41-15,0-5 75 16,0-4-64-16,0-4-15 15,14-6-6-15,7-1 7 16,5 4-7-16,0 2 0 16,-1 7 0-16,-4 7-19 15,-6 1 19-15,-6 9 0 16,-7 20 34-16,-2 10-10 16,-7 10 83-16,-19 4-52 15,-6-2-41-15,-4-1 54 16,3-8-66-16,4-7-2 15,4-13 4-15,10-7 29 0,9-8-27 16,6-7-6-16,0 0-3 16,4-11-27-16,23-17-73 15,8-4-21-15,5 0 115 16,-2 4-9-16,-2 9 18 16,-9 8 0-16,-5 8 2 15,-8 3 35-15,-6 5-31 16,-3 16 22-16,-5 11 45 15,0 2-61-15,-9 5 66 16,-9 1-54-16,-4-1-15 16,0-5 17-16,1-7-26 15,4-6 0-15,5-8-41 16,12-10-185-16,0-3-100 16,0 0-491-16</inkml:trace>
  <inkml:trace contextRef="#ctx0" brushRef="#br0" timeOffset="10811.43">5987 5500 743 0,'0'0'1231'16,"0"0"-915"-16,0 0-224 16,0 0-38-16,0 0 26 15,0 0-65-15,141-14-9 16,-102 14-6-16,22-2-27 15,-8 0-271-15,-6-1-727 0</inkml:trace>
  <inkml:trace contextRef="#ctx0" brushRef="#br0" timeOffset="11155.45">6629 5329 1832 0,'0'0'382'0,"0"0"-322"16,0 0-27-16,0 0 75 15,0 0-31-15,-127 133 85 16,120-87-72-16,7-2-66 16,0-1 44-16,25-9-60 0,8-10-4 15,5-11 5-15,7-13 25 16,1 0-34-16,2-16 0 15,-6-10 0-15,-9-6-7 16,-13-3 7-16,-13-2 0 16,-7 1-7-16,-2 2 39 15,-23 5-33-15,-4 10 1 16,-4 7-49-16,-9 10-23 16,8 2-282-16,5 0-674 0</inkml:trace>
  <inkml:trace contextRef="#ctx0" brushRef="#br0" timeOffset="11941.63">7694 4145 1437 0,'0'0'405'16,"0"0"-240"-16,0 0-123 15,0 0 39-15,0 0-22 16,0 0 29-16,0 0 5 16,-104 80-41-16,89-35 47 15,1 10-36-15,5 13-5 0,5 9 67 16,4 8-70-16,0 8 15 15,0 1-2-15,0 0-58 16,0-7 34-16,6-7-44 16,-1-8 19-16,-1-11-29 15,-4-10 10-15,0-9 0 16,0-5 0-16,-2-7 33 16,-9-6-33-16,-7-4 0 15,-3-4-49-15,0 2 49 16,-10 0-189-16,4-1-113 15,6-8-348-15</inkml:trace>
  <inkml:trace contextRef="#ctx0" brushRef="#br0" timeOffset="13262.9">7501 5586 884 0,'0'0'609'0,"0"0"-358"16,0 0-114-16,0 0-39 16,0 0 37-16,0 0-12 15,0 0 50-15,0-27-63 16,0 22-22-16,0 3 13 15,-5 2-62-15,-9 0 13 16,1 0-46-16,-7 7 22 16,-4 15-16-16,4 5-3 15,-3 10-3-15,8 3 66 16,6-1-71-16,4-2 27 16,5-5 6-16,7-6-19 15,20-8 28-15,9-10-43 0,10-8 0 16,8 0-31-16,-2-17-1 15,-6-6-11-15,-13-1 26 16,-8 0-59-16,-16 0 64 16,-9 0-74-16,-5 4 20 15,-17 2 53-15,-9 4-17 16,-16 6-15-16,10 4-120 16,2 1-451-16</inkml:trace>
  <inkml:trace contextRef="#ctx0" brushRef="#br0" timeOffset="15253.16">7895 3798 1075 0,'0'0'273'0,"0"0"-54"0,0 0-79 15,0 0-62-15,0 0 87 16,0 0-68-16,0 0 51 15,-17-13-52-15,14 10-72 16,3 1 109-16,-2 0-116 16,-3-2 5-16,5 0 39 15,0 1-51-15,0 0 1 16,-2-4 25-16,2 4-14 16,0-4 23-16,0 2-26 15,0-2-9-15,9 2-2 16,5-1-7-16,1 2-1 15,1 4 0-15,-5 0 15 16,0 5-11-16,-6 17 4 0,-5 6-1 16,0 11 89-16,-14 1-68 15,-8 1 42-15,0-8-53 16,1-6 8-16,15-12-13 16,4-6-12-16,2-6 0 15,4-1-6-15,16 1 24 16,7 0-18-16,-5 0 0 15,-4 8 15-15,-7 8-28 16,-11 8 13-16,0 11-2 16,-13 6-16-16,-16 6-113 15,-16 11-75-15,7-13-260 16,7-11-701-16</inkml:trace>
  <inkml:trace contextRef="#ctx0" brushRef="#br0" timeOffset="16960.34">7889 4828 1468 0,'0'0'348'0,"0"0"-134"15,0 0-79-15,0 0 84 16,0 0-36-16,0 0-46 16,0 0 29-16,-5 0-134 15,5 0 1-15,0 0-4 16,7-2-5-16,13-10-5 15,9-7-19-15,7-6 0 16,6-3-27-16,3 0 27 16,-1-2 0-16,-2 2-13 0,-6 0-29 15,-2 0 40-15,-13 3-22 16,-5 5-16-16,-5 3 15 16,-9 3 16-16,-2 4 9 15,0 2-14-15,0 1 47 16,-6 5-30-16,-1 1-3 15,3 1 8-15,0 0-29 16,-4 0 21-16,4 6 0 16,-5 16-15-16,1 14 27 15,-2 12-12-15,-1 12 0 16,3 8 7-16,-2 3 16 16,-1-1-11-16,7-2-12 15,-5-6 17-15,0-6 16 16,-2-8-16-16,-2-6-17 15,-3-8 1-15,-7-5 5 0,2-10-6 16,-4-5 0-16,-4-7 14 16,2-6 13-16,0-1 0 15,12-1-27-15,1-20 15 16,12-5 5-16,2-6-19 16,11-6-1-16,23-4 0 15,15-2-1-15,2 2-15 16,14 0-26-16,-3 3-106 15,3 0-16-15,11-14-196 16,-16 11-119-16,-16 2-111 0</inkml:trace>
  <inkml:trace contextRef="#ctx0" brushRef="#br0" timeOffset="17163.4">8570 4517 1440 0,'0'0'575'0,"0"0"-381"15,0 0 1-15,0 0-124 16,0 0-38-16,0 0 128 15,-135 70-90-15,104-15 5 16,6 9 3-16,10 0-70 16,7-3 32-16,8-10-41 15,0-6 1-15,19-11-22 16,5-7 21-16,10-12-72 16,-1-5-58-16,-2-10-117 15,0-6-92-15,-4-13-225 16,-12-8-172-16</inkml:trace>
  <inkml:trace contextRef="#ctx0" brushRef="#br0" timeOffset="17377.75">8580 4740 637 0,'0'0'935'0,"0"0"-670"15,0 0-84-15,0 0-86 16,0 0 30-16,0 0 37 16,0 0-87-16,67 120 84 15,-67-77-57-15,0-4-58 16,-9-2 19-16,-3-9-61 15,8-6-2-15,2-10 0 16,2-7-12-16,0-5-38 16,4 0-79-16,14-19 13 15,4-13-48-15,5-36-213 0,-7 8-291 16,-5 5-551-16</inkml:trace>
  <inkml:trace contextRef="#ctx0" brushRef="#br0" timeOffset="17515.41">8751 4712 1016 0,'0'0'638'0,"0"0"-382"16,0 0-129-16,0 0 112 15,0 0-69-15,0 122-112 16,2-85 54-16,12-5-63 16,3-5-48-16,6-8 38 15,-1-6-39-15,5-6-30 16,-2-7-29-16,-1 0-148 16,-4-19-87-16,-7-4-455 0</inkml:trace>
  <inkml:trace contextRef="#ctx0" brushRef="#br0" timeOffset="17703.38">9201 4458 1739 0,'0'0'264'16,"0"0"-106"-16,32 120 1 16,-28-58-39-16,-4 4-49 15,-4 0 69-15,-19-2-118 16,-3-1-1-16,-5-8-21 15,4-10-106-15,9-10-59 16,9-16-351-16,9-13-743 0</inkml:trace>
  <inkml:trace contextRef="#ctx0" brushRef="#br0" timeOffset="17929.39">9523 4645 1595 0,'0'0'174'0,"0"0"-122"16,0 0-34-16,-152 77 30 15,119-43 154-15,10 2-90 16,15-2-8-16,8-4-103 16,0-5 11-16,17-7-24 15,12-13-20-15,4-5-35 16,19-13-88-16,-8-15-404 15,-11-2-723-15</inkml:trace>
  <inkml:trace contextRef="#ctx0" brushRef="#br0" timeOffset="18152.79">9687 4160 1802 0,'0'0'468'16,"0"0"-468"-16,0 0 9 15,0 0 0-15,0 0 9 16,-29 161 136-16,14-87-77 16,1 11 30-16,8 2-68 15,-3 0-9-15,5-9-60 16,4-10-6-16,0-13-84 16,0-14 19-16,0-12-238 15,11-13-210-15,-5-15-517 0</inkml:trace>
  <inkml:trace contextRef="#ctx0" brushRef="#br0" timeOffset="18380.38">9797 4632 1428 0,'0'0'395'16,"0"0"-214"-16,0 0-47 16,0 0-77-16,0 0 88 15,0 0 18-15,46 126-75 16,-46-79 54-16,-2-2-99 15,-9-4-31-15,3-7 21 16,0-12-24-16,6-7-9 16,0-8 0-16,2-7-8 0,0 0 1 15,0-19-117-15,18-36-205 16,-3 2-14-16,1-2-387 0</inkml:trace>
  <inkml:trace contextRef="#ctx0" brushRef="#br0" timeOffset="18499.66">9797 4632 971 0,'89'39'775'0,"-89"-18"-426"15,-14 9-64-15,8 6-177 16,-1 2 5-16,7-1 2 16,0-3-106-16,23-6 13 15,12-7-22-15,47-10-152 16,-8-8-134-16,-3-3-1024 0</inkml:trace>
  <inkml:trace contextRef="#ctx0" brushRef="#br0" timeOffset="20541.62">10617 4792 530 0,'0'0'1371'0,"0"0"-1048"15,0 0-66-15,0 0-37 0,0 0-65 16,0 0 17-16,0 0-100 16,-4 0-12-16,28-1-39 15,10-3 18-15,6-3-42 16,6-1 3-16,-1 2-15 16,-1 3 6-16,-5-2-75 15,-8 5-51-15,-9 0-186 16,-15 0-401-16</inkml:trace>
  <inkml:trace contextRef="#ctx0" brushRef="#br0" timeOffset="20705.91">10568 4967 1582 0,'0'0'894'16,"0"0"-687"-16,0 0-191 0,0 0 8 15,0 0 46-15,120 18-61 16,-66-18-15-16,15 0 6 15,-11 0-284-15,-9 0-672 0</inkml:trace>
  <inkml:trace contextRef="#ctx0" brushRef="#br0" timeOffset="21625.37">11685 4506 2065 0,'0'0'577'0,"0"0"-480"16,0 0-97-16,0 0 78 15,0 0-30-15,0 0-38 16,0 0-2-16,120-93-8 0,-78 57-21 15,1 1-63-15,-5 0-55 16,-7-1 126-16,-6 3-81 16,-10 0 63-16,-3 5 12 15,-10 4 38-15,0 5 2 16,-2 7 68-16,0 7-47 16,0 2 96-16,0 3-94 15,0 0-28-15,-2 10-16 16,-12 20 23-16,1 13-23 15,-3 13 0-15,1 7 16 16,3 2-25-16,1 0 9 16,7-4-13-16,-3-4-38 15,7 3-149-15,0-13-32 0,0-15-356 16</inkml:trace>
  <inkml:trace contextRef="#ctx0" brushRef="#br0" timeOffset="21825.64">11498 4778 1925 0,'0'0'547'0,"0"0"-466"16,0 0 12-16,0 0 73 16,0 0-111-16,127 0 14 15,-56-3-41-15,7 0 2 16,3 1-40-16,-4 0 10 0,-6 2-157 15,8 0-36-15,-19 0-191 16,-13 0-325-16</inkml:trace>
  <inkml:trace contextRef="#ctx0" brushRef="#br0" timeOffset="22512.92">11839 5003 317 0,'0'0'1007'16,"0"0"-692"-16,0 0-166 15,0 0-12-15,0 0 96 16,0 0-74-16,0 0-33 16,-27-3-6-16,27 2-84 15,0-1 37-15,0 2-73 16,0 0 16-16,0 0-29 15,0 0 13-15,0 0-19 0,0 0 18 16,0 0-32 0,0 0 21-16,0 0 12 0,0 0 0 15,-2 0-21-15,2 0 21 16,0 0 0-16,0 0-1 16,0 0 30-16,0 0-25 15,0-6-4-15,0-2-10 16,16-2-4-16,1-1-41 15,3 3 55-15,5 3-16 16,-8 5 40-16,-1 0-4 16,-5 8-8-16,-11 18-6 15,0 8 110-15,-11 6-81 0,-13 4 35 16,-10 0-10-16,10-5-42 16,1-10 8-16,12-2-26 15,11-8 0-15,0-3-31 16,27 0 31-16,9-2 0 15,1 1-16-15,-1 1 25 16,-16 2-26-16,-9 3 17 16,-11 8 0-16,-24 8 0 15,-19 1 14-15,-15 3-28 16,-13 8-28-16,15-14-204 16,14-8-289-16</inkml:trace>
  <inkml:trace contextRef="#ctx0" brushRef="#br0" timeOffset="23499.52">12922 4124 1333 0,'0'0'553'0,"0"0"-425"15,0 0-43-15,0 0 9 0,0 0-23 16,0 0 46 0,0 0 15-16,-78 83-38 0,63-29 52 15,1 15-97-15,3 6-9 16,-1 9 72-16,8 5-95 16,2-1 43-16,0-2-31 15,-3-5-12-15,5-11 8 16,-2-8-25-16,2-12 0 15,-4-8-9-15,-6-10 33 16,4-6-24-16,-5-5 0 16,-3-7-3-16,-3-1-30 15,-1-1-47-15,-2 0-192 16,4-3-199-16,5-4-474 0</inkml:trace>
  <inkml:trace contextRef="#ctx0" brushRef="#br0" timeOffset="23935.16">12730 5414 910 0,'0'0'903'0,"0"0"-694"15,0 0-77-15,0 0-72 16,0 0 89-16,0 0-9 16,0 0-57-16,-84 16 51 15,66 10-111-15,2 4 27 16,9 2 31-16,7 0-75 15,0-4 54-15,12-3-60 16,17-8 16-16,9-6-29 16,6-11 13-16,3 0-29 15,-3-11 7-15,-5-10-81 16,-10-5 78-16,-14-5-28 16,-11 3-54-16,-4 0 73 15,-6 6-43-15,-19 8 39 16,-19 8-5-16,5 4-218 0,8 2-351 0</inkml:trace>
  <inkml:trace contextRef="#ctx0" brushRef="#br0" timeOffset="25372.37">13127 3851 527 0,'0'0'818'0,"0"0"-509"16,0 0-226-16,0 0-34 15,0 0 16-15,0 0-6 16,0 0 86-16,-9 0-74 16,9-1-39-16,0 1 28 15,0 0-39-15,0 0 28 16,-2 0-28-16,2 0 2 16,0 0-14-16,0 0-9 15,0 0 0-15,0 0-10 16,0 0 20-16,0 0-10 15,0 0 0-15,0 0 9 16,0 0-15-16,0 0 6 0,0 0 0 16,0-2-9-16,0-3 21 15,0-1-12-15,0-3 0 16,0-2 18-16,2 1-33 16,7 1 15-16,2-4 0 15,2 6-13-15,1-1 38 16,-1 4-22-16,1 4 13 15,-5 0-10-15,-3 0 85 16,-4 9-62-16,-2 12 6 16,0 3 75-16,-2 4-45 15,-13-1 28-15,-3 0-41 16,2-8-41-16,7-6 20 16,7-5-31-16,2 0 0 0,4 0-14 15,23 4 26 1,2 0-12-16,-2 2 0 0,-4 4-7 15,-15 5-29-15,-8 6 36 16,-2 10 0-16,-33 5-15 16,-15 4-4-16,-21 18-93 15,13-10-137-15,13-12-455 0</inkml:trace>
  <inkml:trace contextRef="#ctx0" brushRef="#br0" timeOffset="26091.64">13292 4736 1172 0,'0'0'524'0,"0"0"-343"16,0 0 0-16,0 0-101 15,0 0 39-15,0 0 0 16,0 0-103-16,73-2 73 16,-65 26-35-16,-6 6-32 0,-2 5 91 15,0-2-79-15,-16 0 31 16,-1-4 6-16,-2-6-60 16,5-7 32-16,10-6-43 15,2-8 7-15,2-2 10 16,0 0-8-16,4-22-18 15,21-11-181-15,4-9-2 16,2-6 100-16,-2 2-58 16,-2 8-2-16,-11 10 145 15,-5 14 7-15,-11 14 88 16,0 0 16-16,-11 19-17 16,-11 16 101-16,1 8-66 15,6-2-68-15,8 2 40 0,7-8-93 16,0-2-1-16,20-7 0 15,11-8-85-15,34-12-46 16,-9-6-252-16,-9 0-570 0</inkml:trace>
  <inkml:trace contextRef="#ctx0" brushRef="#br0" timeOffset="26269.9">13738 4838 620 0,'0'0'1491'0,"0"0"-1218"16,0 0-259-16,0 0 9 0,0 0 37 16,0 0-19-1,0 0 7-15,84 75-33 0,-57-53 13 16,2 0-56-16,7 0-79 16,-12-8-229-16,1-7-321 0</inkml:trace>
  <inkml:trace contextRef="#ctx0" brushRef="#br0" timeOffset="26509.26">14310 4566 1877 0,'0'0'348'0,"0"0"-336"0,0 0 43 15,0 0 6-15,-84 140 31 16,62-88 64-16,-3 4-88 16,5 1-22-16,-2-3-46 15,6-4-1-15,1-2-65 16,3-14-170-16,6-13-375 0</inkml:trace>
  <inkml:trace contextRef="#ctx0" brushRef="#br0" timeOffset="27194.64">14306 4550 1250 0,'0'0'712'16,"0"0"-461"-16,0 0-115 15,0 0-4-15,0 0-114 16,0 0 10-16,0 0 59 15,174 7-56-15,-103 3 55 16,32 1-23-16,31-5-18 16,24-4 53-16,5-2-98 15,-30 0 0-15,-35 0 3 16,-33 0 24-16,-18-2-27 16,9 0 0-16,-8 2 0 15,2 0-40-15,-17 0 32 16,-17 0-142-16,-16 0-55 15,0 0-309-15,-20 0-4 0</inkml:trace>
  <inkml:trace contextRef="#ctx0" brushRef="#br0" timeOffset="27660.18">14362 4814 1420 0,'0'0'283'16,"0"0"-229"-16,0 0-48 16,0 0 79-16,0 0 28 15,0 0 4-15,0 0-36 16,91 12-52-16,-91 17 88 0,0 2-34 15,-13 4-34 1,-5 1 64-16,3-5-94 0,1-2 5 16,1-7-21-16,11-8 31 15,2-6-41-15,0-8 7 16,0 0-92-16,19 0 91 16,8-20-153-16,16-24-146 15,-12 1-203-15,3 3-175 0</inkml:trace>
  <inkml:trace contextRef="#ctx0" brushRef="#br0" timeOffset="27813.76">14576 4828 705 0,'0'0'812'0,"0"0"-546"16,0 0-16-16,0 0-83 15,0 0-5-15,0 0-65 16,-83 129-38-16,81-98 53 16,2-4-112-16,0-3 15 0,16-4-15 15,9-6-88-15,23-12-32 16,-5-2-259-16,-1 0-547 0</inkml:trace>
  <inkml:trace contextRef="#ctx0" brushRef="#br0" timeOffset="27967.23">14765 4914 1400 0,'0'0'865'15,"0"0"-756"-15,0 0-79 16,0 0-30-16,0 0 0 15,0 0 84-15,116 0-83 16,-66 0-2-16,23 0-37 16,-11 0-290-16,-10-3-291 0</inkml:trace>
  <inkml:trace contextRef="#ctx0" brushRef="#br0" timeOffset="28165.04">15126 4807 1719 0,'0'0'375'16,"0"0"-228"-16,0 0-108 15,0 0 12-15,0 0 93 16,0 0-68-16,-73 123-18 16,59-84-58-16,10-1-34 15,4 1-106-15,0-12-373 0,2-8-472 0</inkml:trace>
  <inkml:trace contextRef="#ctx0" brushRef="#br0" timeOffset="28399.62">15383 4965 1743 0,'0'0'382'16,"0"0"-296"-16,0 0-86 15,69-127-77-15,-53 94 77 16,-5 3 199-16,-7 11 66 15,-2 6-16-15,-2 10-89 16,0 3-159-16,0 0 41 16,0 24-42-16,0 12 0 0,-8 13-21 15,-4 6 33-15,-1 6-24 16,9 1-12-16,-3 6-210 16,7-16-64-16,0-14-566 0</inkml:trace>
  <inkml:trace contextRef="#ctx0" brushRef="#br0" timeOffset="28770.28">16230 4826 1167 0,'0'0'374'0,"0"0"-160"15,0 0-38-15,0 0-125 16,0 0 72-16,0 0-36 15,-140-56-54-15,102 73 56 16,0 12-76-16,9 10 27 16,13 1 27-16,5-3-67 0,11-4 41 15,0-7-41-15,20-9-21 16,7-5 2-16,20-12-70 16,-7-7-158-16,-5-13-282 15</inkml:trace>
  <inkml:trace contextRef="#ctx0" brushRef="#br0" timeOffset="29017.96">16297 4150 1077 0,'0'0'907'0,"0"0"-619"15,0 0-202-15,0 0-15 16,0 0-71-16,0 0 14 0,0 0 112 15,-33 143-32-15,17-59-12 16,3 9-12-16,1 1-57 16,1-2 16-16,5-8-29 15,1-10-17-15,3-7 7 16,2-6-157-16,0-15-154 16,0-19-511-16</inkml:trace>
  <inkml:trace contextRef="#ctx0" brushRef="#br0" timeOffset="29274.15">16308 4772 1283 0,'0'0'1026'0,"0"0"-938"16,0 0-88 0,0 0-36-16,0 0 36 0,0 0 12 15,0 0 81-15,101 54-41 16,-97-9 57-16,-4 0-108 15,0 0 12-15,0-7-13 16,0-6 33-16,0-10-24 16,0-8-9-16,0-6 1 15,0-8-18-15,0 0 17 16,0-14-34-16,15-18-188 16,23-43-129-16,-9 10-171 15,0 0-360-15</inkml:trace>
  <inkml:trace contextRef="#ctx0" brushRef="#br0" timeOffset="29400.91">16569 4717 666 0,'0'0'1127'15,"0"0"-657"1,0 0-387-16,0 0 69 0,0 0-75 16,-58 136 12-16,54-97 62 15,4-1-135-15,4-1-1 16,21-5-15-16,8-8-43 16,25-8-85-16,-7-9-229 15,-6-7-734-15</inkml:trace>
  <inkml:trace contextRef="#ctx0" brushRef="#br0" timeOffset="29521.04">16999 4991 1901 0,'0'0'1043'0,"0"0"-1043"16,0 0-440-16,0 0-1504 0</inkml:trace>
  <inkml:trace contextRef="#ctx0" brushRef="#br0" timeOffset="31533.59">13994 5043 1017 0,'0'0'272'16,"0"0"-191"-16,0 0-40 15,0 0 78-15,0 0-20 16,0 0 13-16,0 0-49 16,0 0-41-16,0 0 98 15,0 0 6-15,0 0-4 16,0 0-17-16,0 0-65 16,0 0 49-16,0 0-10 15,0 0-73-15,0 0 47 16,0 0-42-16,0 0-11 0,0 0 61 15,0 0-61-15,0 0 65 16,0 0-29-16,0 0-28 16,0 0 60-16,0 0-68 15,0 0 0-15,9 0-5 16,5 0 29-16,3 6-24 16,3-2 0-16,20 0-95 15,-9 0-78-15,-6-4-441 0</inkml:trace>
  <inkml:trace contextRef="#ctx0" brushRef="#br0" timeOffset="36577.82">2777 6786 1512 0,'0'0'296'15,"0"0"-197"-15,0 0 90 16,0 0-15-16,0 0-8 16,0 0 65-16,0 0-133 15,0-62-7-15,0 58-10 16,0-1-80-16,0 3 91 15,0 0-91-15,0 2 0 0,0 0 17 16,0 0-6-16,0 0-12 16,0 0 0-16,0 10 9 15,0 16-26-15,0 13 17 16,0 9 0-16,0 6-22 16,-3 2 40-16,-1-4-18 15,0-2 0-15,4-6-67 16,0-7-14-16,0-1-207 15,0-10-180-15,0-11-238 0</inkml:trace>
  <inkml:trace contextRef="#ctx0" brushRef="#br0" timeOffset="36781.75">2545 7031 1704 0,'0'0'386'15,"0"0"-77"-15,0 0-174 16,0 0 4-16,0 0-35 16,0 0-91-16,0 0 35 15,92-7-48-15,-48 7-1 16,1 0 1-16,-3 0-185 16,-1 0-30-16,-1 0-114 15,-11 0-233-15,-10 0-150 0</inkml:trace>
  <inkml:trace contextRef="#ctx0" brushRef="#br0" timeOffset="36929.68">2880 6953 540 0,'0'0'1060'15,"0"0"-880"-15,0 0-35 16,0 0-51-16,-148 43 24 16,113-23-94-16,4-2-8 15,6-7-32-15,5-11-36 16,9 0-159-16,4-8-320 0</inkml:trace>
  <inkml:trace contextRef="#ctx0" brushRef="#br0" timeOffset="37035.14">2674 6880 954 0,'0'0'724'0,"0"0"-422"16,0 0-179-16,0 0-5 16,0 0-100-16,0 0-2 0,112 131-32 15,-87-90-137-15,-4-7-612 16</inkml:trace>
  <inkml:trace contextRef="#ctx0" brushRef="#br0" timeOffset="37517.47">3559 6918 1422 0,'0'0'648'0,"0"0"-514"15,0 0-26-15,0 0 18 0,0 0-62 16,0 0 42-16,0 0-86 15,0 22 1-15,0 10 95 16,0 7-115-16,0 0 13 16,0-1-14-16,0-2 22 15,0-6-60-15,0-3 32 16,2-8-148-16,8-8-49 16,-4-7-327-16,3-4-406 0</inkml:trace>
  <inkml:trace contextRef="#ctx0" brushRef="#br0" timeOffset="37715.21">3314 6767 1877 0,'0'0'530'0,"0"0"-285"15,0 0-93-15,0 0-13 16,0 0-139-16,0 0 1 15,147-22-12-15,-84 22-13 16,17 4-164-16,-15 8-161 16,-14 1-694-16</inkml:trace>
  <inkml:trace contextRef="#ctx0" brushRef="#br0" timeOffset="38316.75">3783 6912 1096 0,'0'0'707'16,"0"0"-585"-16,0 0-121 15,0 0 71-15,0 0 128 16,-35 104-69-16,33-74 22 16,0 1-87-16,2-5-58 15,0-7 13-15,0-7-21 16,0-4 0-16,0-5 8 15,0-3 14-15,2 0-32 16,14-21 10-16,5-7-159 0,0-6 49 16,6-6-112-16,0 4 98 15,-4 6 108-15,-6 8 16 16,-5 15 53-16,-8 7 9 16,-4 0-7-16,0 19 156 15,0 5-109-15,0 0-9 16,2 0 18-16,9-4-94 15,11-6 51-15,10-7-16 16,7-7-52-16,11 0 6 16,6-14-6-16,0-13-78 15,-8-3-13-15,-3-5-91 16,-14 0 27-16,-10-5-35 16,-13 2 35-16,-8 0 155 15,0 6 16-15,0 9 173 16,-11 9 49-16,0 12-158 0,0 2-17 15,1 11-63-15,2 17 6 16,1 9 87-16,7 12-24 16,0 1-21-16,0 2 16 15,0 1-58-15,0-5 40 16,0-4-46-16,0-8 11 16,0-4-19-16,-4-8 10 15,-10-8-4-15,-1-6-19 16,-14-10-171-16,4-2-8 15,1-18-421-15</inkml:trace>
  <inkml:trace contextRef="#ctx0" brushRef="#br0" timeOffset="38463.11">4057 6258 1001 0,'0'0'1484'0,"0"0"-1276"16,0 0-130-16,0 0-78 15,0 0 0-15,-141 134-23 16,87-31 23-16,12-15-167 16,13-14-425-16</inkml:trace>
  <inkml:trace contextRef="#ctx0" brushRef="#br0" timeOffset="39290.21">5040 6844 1706 0,'0'0'573'16,"0"0"-366"-16,0 0 95 15,0 0-124-15,0 0-128 16,0 0 9-16,0 0-59 16,-5 3 0-16,5 22-15 15,0 3 42-15,0 4-33 16,5 0 6-16,-3-2-74 16,0-4 42-16,-2-4-162 15,4-4-65-15,-2-6-106 16,-2-7-480-16</inkml:trace>
  <inkml:trace contextRef="#ctx0" brushRef="#br0" timeOffset="39505.58">4853 6771 1646 0,'0'0'376'15,"0"0"-98"-15,0 0-50 16,0 0 49-16,0 0-121 15,0 0-134-15,102-104 26 16,-65 102-48-16,6 2 0 16,1 0-1-16,-5 22-56 15,-8 8-76-15,-20 27-123 16,-9-6-109-16,-2-2-253 0</inkml:trace>
  <inkml:trace contextRef="#ctx0" brushRef="#br0" timeOffset="39663.35">4692 7249 1759 0,'0'0'371'0,"0"0"-215"15,0 0-92-15,0 0 31 16,0 0 70-16,154-9-122 16,-110 9-13-16,-2 0-30 15,14 0-113-15,-11 0-188 16,-7 0-508-16</inkml:trace>
  <inkml:trace contextRef="#ctx0" brushRef="#br0" timeOffset="39994.1">5713 7050 1854 0,'0'0'534'0,"0"0"-411"16,0 0 75-16,0 0-125 15,0 0 25-15,0 0-79 16,0 0 11-16,64-16-20 16,-37 16-10-16,-2 0-103 15,-5 14-70-15,-7 2-188 16,-9-3-324-16</inkml:trace>
  <inkml:trace contextRef="#ctx0" brushRef="#br0" timeOffset="40157.31">5713 7050 2154 0,'-51'131'389'0,"53"-131"-312"0,18 0-54 15,4 0-10-15,5 0-13 16,3 0 0-16,7 0-88 16,-10 4-136-16,-2 1-666 0</inkml:trace>
  <inkml:trace contextRef="#ctx0" brushRef="#br0" timeOffset="42197.61">6620 6629 58 0,'0'0'1300'0,"0"0"-926"16,0 0-253-16,0 0-18 16,0 0-78-16,0 0 16 15,0 0 63-15,-25-42-72 0,19 42 25 16,2 0-31 0,-3 0-7-16,-5 2 35 0,-1 16-7 15,-5 8 9-15,-3 12 66 16,-2 8-92-16,-2 11 23 15,7 5 59-15,3 8-91 16,1 2 67-16,8 2-71 16,1-2-8-16,5-6 37 15,0-9-39-15,0-9-7 16,0-8 0-16,0-8 36 16,0-6-40-16,0-6 4 15,-2-6 0-15,-9 0-35 16,-3-3 19-16,-3-5-121 15,-8 3-69-15,3-2-312 16,5-6-395-16</inkml:trace>
  <inkml:trace contextRef="#ctx0" brushRef="#br0" timeOffset="42801.06">6292 7602 1415 0,'0'0'351'0,"0"0"-35"16,0 0-86-16,0 0-10 0,0 0-28 15,0 0-136-15,0 0 46 16,-2-12-102-16,-7 21 1 16,-1 14 25-16,-2 3-15 15,5 6 26-15,7 0-32 16,0-4 23-16,7-4-8 15,13-7-20-15,9-8 0 16,7-6-8-16,1-3 4 16,4-7 3-16,-10-13-27 15,-2-6-60-15,-16-2 80 16,-6-2-74-16,-7 0 9 16,-7 0 65-16,-15 5-5 15,-5 7-11-15,-2 6 15 0,-2 6-190 16,7 2-97-1,8 0-611-15</inkml:trace>
  <inkml:trace contextRef="#ctx0" brushRef="#br0" timeOffset="43753.08">6759 6476 864 0,'0'0'386'0,"0"0"-112"0,0 0-121 16,0 0-24 0,0 0-39-16,0 0-47 0,0 0 13 15,-16-17-46-15,16 15-10 16,0-1 0-16,0 3 30 15,0 0-27-15,0 0-3 16,0-1 0-16,0 1 53 16,-5-3-51-16,5 0 18 15,0 1-4-15,0-4-2 16,0 2 8-16,0-1-22 16,0 0 0-16,0-4 38 15,11 4-29-15,7-3-9 16,5 1 0-16,-4 3 18 15,4 4-27-15,-7 0 9 16,-7 4 0-16,-9 18 84 0,0 7-17 16,-5 3 31-16,-15 0 25 15,-3-4-78-15,4-4 65 16,5-6-107-16,5-4 6 16,9-5-10-16,0 2 1 15,23-2-21-15,6 0 21 16,2-1-13-16,-2 1-11 15,-12 6 24-15,-8 2-3 16,-9 6-30-16,-4 5 29 16,-30 6 4-16,-3 4-15 15,-26 15-172-15,12-11-125 16,9-10-671-16</inkml:trace>
  <inkml:trace contextRef="#ctx0" brushRef="#br0" timeOffset="44706.71">7081 7057 707 0,'0'0'319'0,"0"0"-116"0,0 0 22 16,0 0-22-16,0 0-35 15,0 0 46-15,0 0-77 16,-58-41 53-16,58 31-41 16,0-2-33-16,0 0 24 15,8-3-110-15,0 6 0 16,5 4 18-16,-1 2-35 15,-1 3 29-15,0 0-42 16,0 22 7-16,0 8 13 16,-9 10-8-16,-2 4-12 15,0 1 18-15,0-3 9 16,-6-6-10-16,-5-9-17 16,4-10 0-16,2-7-13 0,5-6 13 15,0-4 0-15,0 0-2 16,14-11-70-16,8-18-79 15,7-9-50-15,-2-10-127 16,-3-1 40-16,-1 7-186 16,-10 10 474-16,-7 16 214 15,-6 13 29-15,0 3-85 16,-4 17 18-16,-13 15-21 16,1 8 25-16,3 3-123 15,6-3 30-15,7-2-40 16,0-9-26-16,15-4-42 15,12-9-50-15,17-13-145 16,-3-3-125-16,-10 0-616 0</inkml:trace>
  <inkml:trace contextRef="#ctx0" brushRef="#br0" timeOffset="44881.25">7394 7066 1731 0,'0'0'709'0,"0"0"-629"15,0 0-60-15,0 0-32 16,0 0 12-16,0 0 0 16,86 107 0-16,-61-73 32 15,2-5-61-15,-5-2 29 16,12-8-242-16,-12-6-142 0,-7-9-506 16</inkml:trace>
  <inkml:trace contextRef="#ctx0" brushRef="#br0" timeOffset="45140.99">7937 6749 1781 0,'0'0'339'0,"0"0"-339"15,0 0 11-15,0 0 37 16,0 0 82-16,-69 114 39 15,47-63 38-15,0 5-142 0,-5 2-8 16,5-2-57 0,1-4 31-16,4-6-44 0,3-9 13 15,3-11-126-15,11-10-21 16,0-7-213-16,0-9-341 0</inkml:trace>
  <inkml:trace contextRef="#ctx0" brushRef="#br0" timeOffset="45425.84">7897 6731 1046 0,'0'0'995'0,"0"0"-712"0,0 0-219 16,0 0-24-16,116-6-22 15,-55 6 40-15,17 15 19 16,26 1-1-16,35-1 72 16,21 0-117-16,5-8-1 15,-31-2-10-15,-34-5 11 16,-40 0-30-16,-6 0-1 16,-3 0-40-16,-4-5 3 15,-14-2-168-15,-10-1-164 16,-21 0-513-16</inkml:trace>
  <inkml:trace contextRef="#ctx0" brushRef="#br0" timeOffset="46512.98">8034 7066 838 0,'0'0'806'0,"0"0"-617"16,0 0 6-16,0 0 66 15,0 0-132-15,0 0 82 16,0 0-38-16,6-48-139 16,5 44 53-16,5 1-87 15,-1 3 12-15,1 5-5 16,-3 21 7-16,-3 9-14 0,-8 8 1 16,-2 3 25-16,-2 0 25 15,-16-5-51-15,-1-9 0 16,9-9-18-16,-1-6 36 15,3-7-18-15,8-6 0 16,0-4-11-16,0 0-19 16,8-6 0-16,9-19-125 15,6-6-49-15,1-11-53 16,-2-4-21-16,-4 3 135 16,-5 7 143-16,-8 14 32 15,-5 12 147-15,0 10-46 16,-7 0-28-16,-10 10 11 15,-4 15 49-15,8 4-46 0,-1 2-86 16,14 0 55-16,0-2-88 16,0-5-2-16,19-6-15 15,5-4-91-15,18-7-62 16,-4-4-103-16,-5-3-438 0</inkml:trace>
  <inkml:trace contextRef="#ctx0" brushRef="#br0" timeOffset="46674.78">8339 7168 722 0,'0'0'1321'0,"0"0"-977"15,0 0-271-15,0 0-5 16,0 0-32-16,0 0-27 0,125-22 27 16,-92 22-36-16,-2 0-15 15,5 0-45-15,-1 0-267 16,-8 0-211-16,-6 0-517 0</inkml:trace>
  <inkml:trace contextRef="#ctx0" brushRef="#br0" timeOffset="46847.04">8633 7002 1175 0,'0'0'792'0,"0"0"-651"16,0 0-78-16,0 0 10 0,0 0-20 15,-76 134 36-15,56-80-89 16,9 6-2-16,9-11-184 16,2-15-559-16</inkml:trace>
  <inkml:trace contextRef="#ctx0" brushRef="#br0" timeOffset="47097.81">8890 7247 352 0,'0'0'1671'0,"0"0"-1486"16,0 0-185-16,62-129-81 15,-51 91 81-15,-2 6 136 0,0 6 198 16,-7 10-124 0,0 6-70-16,-2 8-68 0,0 2-46 15,0 8-22-15,0 24-4 16,-4 14 0-16,-8 10 1 15,-3 7-1-15,2-1-1 16,-1-4-24-16,10 2-270 16,4-16-164-16,0-12-792 0</inkml:trace>
  <inkml:trace contextRef="#ctx0" brushRef="#br0" timeOffset="47615.73">9629 7037 1445 0,'0'0'482'0,"0"0"-276"16,0 0-2-16,0 0-91 16,0 0 88-16,0 0-79 15,0 0-92-15,-89 1 59 16,56 31-81-16,-3 6 28 15,9 4-36-15,7-5 37 0,9-5-58 16,7-13 21 0,4-4-55-16,2-10-20 0,36-5-95 15,-3-9-53-15,2-13-408 0</inkml:trace>
  <inkml:trace contextRef="#ctx0" brushRef="#br0" timeOffset="47867.62">9701 6486 1788 0,'0'0'339'15,"0"0"-134"-15,0 0-100 16,0 0-96-16,0 0 52 16,0 0-60-16,0 0 150 15,-5 125-20-15,-4-52-130 0,-4 10 71 16,2 6-69-16,-2 1 33 15,2-4-32-15,-1-3-4 16,8-11-40-16,2-12-45 16,2-11-158-16,0-17-114 15,4-11-324-15</inkml:trace>
  <inkml:trace contextRef="#ctx0" brushRef="#br0" timeOffset="48117.75">9730 7060 1605 0,'0'0'377'0,"0"0"-133"16,0 0-139-16,0 0-44 0,0 0 12 15,0 0-17-15,0 0 87 16,98-49-117-16,-87 80 9 16,-9 9 52-16,-2 6-60 15,0-1 64-15,-11-3-37 16,-5-4-47-16,3-10 25 15,-1-7-32-15,12-12 0 16,2-7-1-16,0-2-7 16,10-2 8-16,9-24-160 15,18-35-199-15,-9 5-29 16,-6 5-450-16</inkml:trace>
  <inkml:trace contextRef="#ctx0" brushRef="#br0" timeOffset="48235.52">9913 7050 1175 0,'0'0'675'0,"0"0"-367"16,0 0-105-16,0 0-40 0,-36 139-97 15,36-99 4-15,9-4-27 16,27-5-43-16,28-4-67 16,-6-11-215-16,0-8-632 0</inkml:trace>
  <inkml:trace contextRef="#ctx0" brushRef="#br0" timeOffset="52282.49">3347 8601 568 0,'0'0'807'16,"0"0"-597"-16,0 0-80 16,0 0 47-16,0 0-35 15,0 0-64-15,0 0 65 16,0-43-50-16,0 43 41 16,0 0-66-16,0 0-1 15,0 0 64-15,0 0-114 16,0 0 9-16,-2 6-26 15,-2 16 29-15,-5 10-29 16,3 4 0-16,-4 5 1 0,4-3 3 16,1-4 4-1,3-4-8-15,2-2 0 0,0-6-27 16,0-4-113-16,9-9-168 16,5-9-189-16,-3 0-201 0</inkml:trace>
  <inkml:trace contextRef="#ctx0" brushRef="#br0" timeOffset="52734.91">3446 8514 584 0,'0'0'952'16,"0"0"-774"-16,0 0-109 16,0 0 35-16,0 0 48 15,136 31-92-15,-116 10 42 16,-7 11-11-16,-4 6-77 0,-9 2 79 15,0-2-44-15,-5-7-25 16,-19-5 52-16,-5-10-75 16,-7-5 25-16,-4-7-26 15,-7-9 25-15,-1-7-40 16,-2-6 15-16,4-2-38 16,7-3 23-16,10-18-9 15,14-3 8-15,15-6-10 16,0-4-40-16,29 5 46 15,15-2-2-15,17 9 13 16,6 4-16-16,4 8 17 16,0 7 8-16,1 3 0 15,-12 0 16-15,-9 14-7 16,-10 7-9-16,-20 2 0 16,-9 0 61-16,-12 3-31 0,0 0 47 15,-20 0 1-15,-5-4-77 16,0-6 64-16,8-4-65 15,3-8-5-15,10-4-5 16,4 0-45-16,0-12-208 16,35-24-99-16,-4 4-140 15,4 4-314-15</inkml:trace>
  <inkml:trace contextRef="#ctx0" brushRef="#br0" timeOffset="53171.51">3867 8883 667 0,'0'0'678'0,"0"0"-201"15,0 0-262-15,0 0-106 0,0 109 53 16,0-79-91-1,11-6-23-15,11-5 7 0,7-9-49 16,10-10 10-16,-2 0-16 16,5-10-92-16,-5-16-4 15,-9-6-163-15,-8-6-124 16,-6-8 95-16,-7-8-110 16,-3-4-144-16,-2-6 424 15,0 3 118-15,0 13 956 16,1 14-377-16,-3 19-249 15,2 12-140-15,-2 3-184 16,0 32 37-16,0 16 44 16,0 12-18-16,2 8 69 0,0 1-91 15,1 0-16 1,-1-9-7-16,5-6 3 0,-3-10-27 16,0-10 0-16,1-10-42 15,-3-10 16-15,-2-10-136 16,0-4 24-16,0 0 83 15,-17-22-241-15,-6-12 44 16,-2-8-96-16,6-4 83 16,7-3 265-16,12 8 219 15,0 6 77-15,9 7 13 16,20 4-133-16,5 7-64 16,6-2-112-16,4 3 31 15,-1 4-63-15,1 4-35 16,-13 5-153-16,-6 0-179 0</inkml:trace>
  <inkml:trace contextRef="#ctx0" brushRef="#br0" timeOffset="53552.95">3785 8420 168 0,'0'0'1337'16,"0"0"-1099"-16,0 0-105 15,0 0-26-15,0 0 44 16,0 0-73-16,-96 104-28 16,96-68 55-16,28 2-104 15,11-1 7-15,5-6-8 16,21 1-54-16,-12-9-161 0,-13-9-584 15</inkml:trace>
  <inkml:trace contextRef="#ctx0" brushRef="#br0" timeOffset="53688.96">3613 9372 1109 0,'0'0'502'0,"0"0"-502"15,0 0-128-15,0 0-544 0</inkml:trace>
  <inkml:trace contextRef="#ctx0" brushRef="#br0" timeOffset="54575.25">5021 8717 1035 0,'0'0'582'16,"0"0"-368"-16,0 0 49 15,0 0-111-15,0 0-67 16,0 0 55-16,0 0-113 15,6 5-4-15,-6 31 78 16,0 8-25-16,0 5 57 16,0-3-100-16,0-6-27 0,0-6 16 15,0-6-7-15,8-5-15 16,7-7 0-16,6-8 14 16,6-6-35-16,4-2-63 15,2-7-95-15,-2-19 8 16,-2-8-210-16,-2-34-141 15,-14-2 41-15,-3 4-438 16,-8 11 919-16,-2 38 662 16,0 8 55-16,0 6-210 15,0 3-319-15,0 3-92 16,0 25 8-16,0 15-9 16,0 6 48-16,0 7-99 15,0-1-33-15,0-3-7 0,0-2-4 16,6-8-103-1,19-5-90-15,-5-14-327 0,2-10-754 0</inkml:trace>
  <inkml:trace contextRef="#ctx0" brushRef="#br0" timeOffset="54815.49">5561 8959 1111 0,'0'0'934'16,"0"0"-564"-16,0 0-211 16,0 0-104-16,0 0-20 15,0 0-13-15,0 0-23 16,127-12 1-16,-107 12-169 15,-7 0-87-15,-10 8-479 0</inkml:trace>
  <inkml:trace contextRef="#ctx0" brushRef="#br0" timeOffset="54942.01">5561 8959 1332 0,'-48'140'495'15,"63"-135"-323"-15,14-3-5 16,6 0-105-16,28-2-62 0,-10 0-59 15,-3 0-557-15</inkml:trace>
  <inkml:trace contextRef="#ctx0" brushRef="#br0" timeOffset="55399.17">6252 8839 1793 0,'0'0'615'15,"0"0"-322"-15,0 0-239 16,0 0 0-16,0 0-54 16,0 0 9-16,119 44 0 15,-82-12-9-15,-1 0 0 16,-3 2-8-16,-6-4-130 16,4-2-29-16,-8-7-302 15,-3-12-925-15</inkml:trace>
  <inkml:trace contextRef="#ctx0" brushRef="#br0" timeOffset="55710.89">6905 8532 1702 0,'0'0'492'15,"0"0"-378"-15,0 0-65 16,0 0-19-16,0 0 120 16,-102 153-48-16,66-91-32 15,1 0 6-15,-1-2-74 16,2-6-2-16,3-4 0 15,7-10-60-15,12-5-46 0,6-12-170 16,6-11-477-16</inkml:trace>
  <inkml:trace contextRef="#ctx0" brushRef="#br0" timeOffset="56113.04">7025 8560 1551 0,'0'0'534'15,"0"0"-380"-15,0 0-73 16,0 0 26-16,0 0-67 16,0 0 22-16,164 14 33 15,-104-4-93-15,7-2 46 16,11-2-45-16,10-1 4 16,7-4 24-16,7-1-31 15,0 0 0-15,-3 0 0 16,-10 0 32-16,-7 0-11 0,-15 0 18 15,-11-3-38 1,-11 3 16-16,-14 0-17 0,-14 0-105 16,-9 0-179-16,-8 0-814 15</inkml:trace>
  <inkml:trace contextRef="#ctx0" brushRef="#br0" timeOffset="56781.33">6965 8815 1081 0,'0'0'578'16,"0"0"-377"-16,0 0-114 15,0 0-48-15,0 0 73 16,0 0-33-16,0 0 33 16,103-13-29-16,-90 39-44 15,1 6 69-15,-12 1-32 16,-2 4-18-16,0-2 65 15,-4-3-101-15,-8-5 30 16,-1-8-43-16,7-5 25 16,1-6-28-16,2-5-6 15,3-3 0-15,0 0-22 16,0-3 22-16,14-16-112 0,4-10-65 16,2-5-13-1,-4-2 22-15,-5 4 28 0,-5 8 140 16,-6 10 121-16,0 11 48 15,0 3-52-15,-6 3-19 16,-10 17-26-16,5 4 57 16,2 2-82-16,9-2-32 15,0 0 20-15,7-4-17 16,13-1-36-16,7-5-1 16,2-6-187-16,13-8 54 15,-11 0-212-15,-2 0-531 0</inkml:trace>
  <inkml:trace contextRef="#ctx0" brushRef="#br0" timeOffset="56939.37">7311 8893 1661 0,'0'0'578'16,"0"0"-360"-16,0 0-110 16,0 0-8-16,0 0-97 15,0 0 8-15,143-7-22 16,-105 7-5-16,4 0-118 15,-11 0-239-15,-8 0-826 0</inkml:trace>
  <inkml:trace contextRef="#ctx0" brushRef="#br0" timeOffset="57132.92">7569 8791 1706 0,'0'0'473'0,"0"0"-458"0,0 0 113 16,-73 106-65-16,46-64-44 16,7 2-19-16,9-2-3 15,11 1-157-15,2-14-311 16,19-8-1026-16</inkml:trace>
  <inkml:trace contextRef="#ctx0" brushRef="#br0" timeOffset="57337.35">7864 8944 1209 0,'0'0'690'0,"0"0"-527"15,56-128 9-15,-36 82 49 0,-9 7 14 16,-7 13-31-16,1 11-115 16,-5 15-28-16,0 0-61 15,0 27 27-15,-18 14-27 16,2 10 0-16,-4 5 9 15,-2 2-54-15,0 2 45 16,-9 10-248-16,6-13-127 16,2-15-1108-16</inkml:trace>
  <inkml:trace contextRef="#ctx0" brushRef="#br0" timeOffset="62353.65">7875 8763 719 0,'0'0'219'0,"0"0"-73"16,0 0-14-16,0 0-45 15,0 0 91-15,0 0-91 16,29-28-24-16,-27 24 70 15,3-1-111-15,-5 3 87 16,2 2-41-16,-2 0-39 16,0 0 77-16,0 0-93 15,0 0 22-15,0 0 39 0,0 0-52 16,0 0 85-16,0 0-18 16,0-2-33-16,0 2 135 15,0 0-96-15,0 0-2 16,0 0 13-16,0 0-106 15,0 0 63-15,-2 0-63 16,-18 0-11-16,-11 13-13 16,-32 31-119-16,7-2-83 15,7-6-264-15</inkml:trace>
  <inkml:trace contextRef="#ctx0" brushRef="#br0" timeOffset="64709.71">8776 8907 1219 0,'0'0'363'0,"0"0"-108"0,0 0-39 16,0 0 28-16,0 0-37 15,0 0-7-15,0 0-8 16,-9-40-55-16,9 36-76 16,0-2-9-16,0 4-23 15,0 0 11-15,0 2 14 16,0-2-46-16,4 2 9 16,19 0-17-16,4 0 0 15,6 0 3-15,5 0-3 16,-1 4-38-16,6 8-25 15,4 7-106-15,-10 1-204 16,-8-8-351-16</inkml:trace>
  <inkml:trace contextRef="#ctx0" brushRef="#br0" timeOffset="64973.78">8782 8961 1572 0,'0'0'602'0,"0"0"-324"16,0 0-17-16,0 0-34 15,0 0-117-15,0 0-54 16,0 0-8-16,47 0-41 0,-5 0 5 15,12 0-12-15,2 0-18 16,2 3-10-16,17 4-177 16,-17-2-172-16,-6-3-400 0</inkml:trace>
  <inkml:trace contextRef="#ctx0" brushRef="#br0" timeOffset="65160.82">9415 8782 2031 0,'0'0'378'0,"0"0"-271"15,0 0-61-15,0 0 86 0,19 124-35 16,-26-75-62-16,-22 7 11 16,-12 8-46-16,-30 23-96 15,11-14-211-15,6-15-719 0</inkml:trace>
  <inkml:trace contextRef="#ctx0" brushRef="#br0" timeOffset="66699.72">9787 8744 1446 0,'0'0'375'0,"0"0"-141"16,0 0-178-16,0 0 97 15,0 0-65-15,0 0 21 16,0 0 59-16,41-62-106 15,-41 62 45-15,0 0-61 16,0 3-29-16,0 17 29 0,0 11-46 16,-14 10 16-16,1 3 23 15,-1-5-15-15,6-2-7 16,-1-9-17-16,7-9 10 16,2-4-23-16,2-7 13 15,23-4 0-15,10-4-6 16,7 0-36-16,8-18-66 15,-4-10-34-15,-1-8-99 16,-7-6-2-16,-7-6-134 16,-6 2 38-16,-10 4 339 15,-6 9 171-15,-4 14 183 16,-5 10-32-16,0 9-193 16,0 2 13-16,-5 27-124 15,-11 9 108-15,8 8-41 16,-3 4-66-16,3 0 6 0,8-2-25 15,0 3-167-15,0-13-64 16,0-13-555-16</inkml:trace>
  <inkml:trace contextRef="#ctx0" brushRef="#br0" timeOffset="68773.64">8985 8863 766 0,'0'0'380'15,"0"0"-251"-15,0 0-119 16,0 0 31-16,0 0-32 16,0 0-1-16,0 0 29 15,-8 0 5-15,8 0 97 16,0 0-11-16,0 0-46 15,-5 0 53-15,5 0-124 16,-3 0 3-16,-1 0-14 16,2 0 26-16,-5 0-33 0,7 0 7 15,-2 0 0-15,0 2-18 16,0 0 18-16,0-2 0 16,-3 0 10-16,5 0 8 15,0 0 55-15,0 0-22 16,0 0-4-16,0 0 113 15,0 0-49-15,0 0 21 16,5 0 20-16,8 0-100 16,7 0 45-16,5 0-92 15,-2 0 16-15,12 0-21 16,-4 0 0-16,-2 0-51 16,-3 0-124-16,-6 0-345 0,-9 0-399 15</inkml:trace>
  <inkml:trace contextRef="#ctx0" brushRef="#br0" timeOffset="73256.7">10194 8354 801 0,'0'0'701'15,"0"0"-486"-15,0 0-189 16,0 0-18-16,0 0 50 0,0 0-49 15,0-5 58-15,2 3-38 16,0-1-7-16,0 1-35 16,0 2 13-16,-2 0-86 15,0 0 58-15,5 0-118 16,-5 0 54-16,0 0 66 16,2 0-30-16,0 0 54 15,3 0-76-15,-5 0-13 16,7 0 75-16,-3 0-96 15,0 0 61-15,-4 0 51 16,0 0 29-16,0 0 164 16,0 0-2-16,0 0-16 15,0 0 40-15,0 0-182 0,-6-5 76 16,-1 1 58 0,5 3-139-16,2-1 99 0,0 0-66 15,0 2-47-15,0-5 75 16,0 4-88-16,11-6 12 15,2 2-13-15,3 1 12 16,-5-1-30-16,1 5 18 16,-4 0 0-16,-1 0-25 15,-5 9 40-15,-2 6-15 16,0 7 33-16,-9 3-21 16,-18 1 58-16,5 0-70 15,-3-4 14-15,8-6-24 16,6-4 20-16,8-6-10 15,3-4 0-15,0 2 3 16,16 0-23-16,13 3 20 0,4 0-73 16,9 0 44-1,1 6-113-15,22 8 23 0,-16-6-98 16,-7 1-384-16</inkml:trace>
  <inkml:trace contextRef="#ctx0" brushRef="#br0" timeOffset="74207.66">10630 8840 1179 0,'0'0'513'16,"0"0"-361"-16,0 0 31 16,0 0 0-16,0 0 92 15,0 0-128-15,0 0-15 16,0 0 14-16,0 0-109 16,0 0 56-16,21 0-80 15,1 0 19-15,4 0-26 0,3 0-6 16,2 0 0-16,-2 0-18 15,0 0-145-15,-2 17-71 16,-9-2-113-16,-7-4-484 0</inkml:trace>
  <inkml:trace contextRef="#ctx0" brushRef="#br0" timeOffset="74377.39">10586 9006 1949 0,'0'0'397'0,"0"0"-226"16,0 0-128-16,0 0-43 16,0 0 97-16,144-14-97 15,-99 14-13-15,18 0-41 0,-14 1-263 16,-9 8-378-16</inkml:trace>
  <inkml:trace contextRef="#ctx0" brushRef="#br0" timeOffset="74995.69">11317 8821 1735 0,'0'0'368'15,"0"0"-205"-15,0 0-33 16,0 0-100-16,0 0 96 15,0 0-108-15,0 0 9 16,52-48-32-16,-35 50 11 16,-3 17-6-16,-3 8 63 0,-5 7-63 15,-6 2 82 1,0 0-51-16,0-2-30 0,-13-3 58 16,6-10-59-16,-2-5 0 15,5-6 0-15,2-6 32 16,2-1-38-16,0-3 6 15,0 0-63-15,0-7 63 16,15-15-262-16,5-10-4 16,5-6 27-16,0-3-353 15,-4 0 257-15,-5 7 335 16,-3 10 264-16,-1 10 245 16,-10 10-269-16,-2 4 1 15,0 0-70-15,-2 13-155 0,-10 10 164 16,4 3-96-1,1 0-78-15,7 0 43 0,0 1-40 16,2-4-9-16,21 0 0 16,6-4-104-16,27-7-57 15,-10-4-340-15,-1-6-654 0</inkml:trace>
  <inkml:trace contextRef="#ctx0" brushRef="#br0" timeOffset="75174.67">11847 8867 1603 0,'0'0'631'15,"0"0"-388"-15,0 0-130 16,0 0-10-16,0 0-102 0,0 0 6 16,130-34-7-16,-96 34-54 15,-3 0-31-15,2 0-155 16,-6 0-159-16,-10 2-269 0</inkml:trace>
  <inkml:trace contextRef="#ctx0" brushRef="#br0" timeOffset="75379.78">12119 8647 1800 0,'0'0'567'0,"0"0"-439"0,0 0-116 15,0 0 68-15,-77 109 30 16,54-63-89-16,5 3 50 16,7-1-71-16,7-6-58 15,4-4-13-15,6-4-200 16,21-11-194-16,0-9-366 0</inkml:trace>
  <inkml:trace contextRef="#ctx0" brushRef="#br0" timeOffset="75630.57">12369 8944 1618 0,'0'0'247'15,"0"0"-100"-15,0 0-141 0,51-151 83 16,-37 93 101 0,1 4-77-16,1 5 38 0,-3 11-42 15,-2 16-49-15,-8 10 62 16,-1 12-116-16,-2 0 12 15,0 18-18-15,0 24 24 16,-2 13-26-16,-12 9 2 16,-1 6-10-16,-1-2-21 15,3 14-174-15,4-16-116 16,4-16-579-16</inkml:trace>
  <inkml:trace contextRef="#ctx0" brushRef="#br0" timeOffset="76250.09">12978 8843 887 0,'0'0'634'0,"0"0"-322"15,0 0-117-15,0 0 128 16,0 0-45-16,0 0-65 16,0 0-2-16,-5-24-145 15,5 24 3-15,0 0-65 16,0 0 47-16,5 0-78 15,10 0 27-15,12 6 0 16,2 2-19-16,11-1-8 16,3 2-8-16,3-1-57 15,14-5-265-15,-8-3-160 16,-12 0-945-16</inkml:trace>
  <inkml:trace contextRef="#ctx0" brushRef="#br0" timeOffset="76542.55">12933 8981 494 0,'0'0'1510'0,"0"0"-969"16,0 0-341-16,0 0-117 0,0 0 64 15,0 0-140-15,0 0-5 16,123-2 17-16,-76 1-11 16,1 1-16-16,4 0-126 15,8-2-184-15,-16-1-73 16,-7-1-491-16</inkml:trace>
  <inkml:trace contextRef="#ctx0" brushRef="#br0" timeOffset="76744.66">13500 8736 1307 0,'0'0'724'15,"0"0"-368"-15,0 0-304 16,0 0-46-16,0 0 34 15,0 0-39-15,35 111 77 16,-47-59-75-16,-16 2 27 16,-15 4-54-16,-1-4 24 15,-30 7-128-15,16-15-190 16,5-12-777-16</inkml:trace>
  <inkml:trace contextRef="#ctx0" brushRef="#br0" timeOffset="79853.05">14121 8705 1577 0,'0'0'281'16,"0"0"-96"-16,0 0 6 15,0 0-23-15,0 0-33 16,0 0-125-16,0 0-20 16,0 0-33-16,0 0-304 15,0-5-795-15</inkml:trace>
  <inkml:trace contextRef="#ctx0" brushRef="#br0" timeOffset="80431.3">14121 8705 1542 0,'45'6'365'16,"-47"-22"-194"-16,2-6 49 15,0-6-81-15,0-4-60 16,11 1 94-16,9 1-147 16,4 9 4-16,-4 4-30 15,-1 14 26-15,-11 3-59 16,-8 9 33-16,0 26 0 15,-16 14 9-15,-19 11 1 16,-14 9 10-16,-7-5-15 16,0-10 25-16,7-12-16 15,7-14-14-15,13-12 0 16,4-9 1-16,12-7 28 0,9 0-29 16,4-5 0-1,0-13-33-15,4-2 32 0,23 0-102 16,9 6 40-16,-1 7 56 15,1 4-36-15,-1 3 43 16,4 0 0-16,-4 8 16 16,5 1-32-16,-2 0 16 15,-2-6-97-15,2-3-1 16,-7 0-134-16,-2-9 38 16,-2-8-15-16,-8-6 8 15,0 0 138-15,-11-4 63 16,1 5 61-16,-4 1 119 15,-5 12 17-15,0 9 0 0,0 0-135 16,0 16-49-16,-2 15 205 16,-8 6-117-16,10 4-28 15,0-6-8-15,0-5-41 16,21-6-6-16,-1-8-18 16,6-5-27-16,1-9 24 15,0-2-118-15,6-13-98 16,-8-11-111-16,-7-4-394 0</inkml:trace>
  <inkml:trace contextRef="#ctx0" brushRef="#br0" timeOffset="80558.42">14752 8673 1639 0,'0'0'634'0,"0"0"-514"16,0 0-52 0,0 0-32-16,-16 138 75 0,3-89-111 15,7-2 0-15,1-5-8 16,5 1-93-16,0-13-251 15,13-13-661-15</inkml:trace>
  <inkml:trace contextRef="#ctx0" brushRef="#br0" timeOffset="80832.95">15184 8695 1435 0,'0'0'756'15,"0"0"-524"-15,0 0-209 16,0 0 24-16,-110-53-34 0,60 56 66 16,5 20 73-16,3 12-109 15,13 5 34-15,9-2-77 16,13-3 18-16,7-6-18 16,2-9 1-16,23-8-1 15,6-6 0-15,9-6-42 16,3 0-52-16,1-16-116 15,-3-16-91-15,1-40 39 16,-11 5-349-16,-8-2-357 0</inkml:trace>
  <inkml:trace contextRef="#ctx0" brushRef="#br0" timeOffset="81300.67">15263 8243 1295 0,'0'0'911'16,"0"0"-528"-16,0 0-224 15,0 0-141-15,0 0 27 0,0 0 24 16,-56 125 4-16,38-53-46 15,7 8 77-15,2 1-102 16,7-6-2-16,2-4 0 16,0-16 43-16,11-10-44 15,5-15 1-15,-1-10-5 16,10-10-40-16,-3-10 24 16,4 0-23-16,3-14-3 15,0-19-111-15,-2-2 82 16,-9-5 6-16,-5 11 70 15,-3 8 68-15,-8 17 17 16,-2 4-47-16,0 22-17 0,-2 12-4 16,-10 4 73-16,8 0-90 15,4-6 23-15,0-8-19 16,0-8 11-16,13-7-15 16,7-4 0-16,3-5-13 15,-1-2 12-15,4-18-144 16,-1-12-99-16,-7-8 120 15,5-4-115-15,-6 3 44 16,-3 4 195-16,-8 12 171 16,1 15 333-16,-5 10-413 15,-2 5-67-15,0 23-23 16,0 11 10-16,-11 6-11 16,-3 5 0-16,1 0-17 15,9 6-181-15,2-10-349 0,2-12-878 16</inkml:trace>
  <inkml:trace contextRef="#ctx0" brushRef="#br0" timeOffset="81955.57">16166 8805 1617 0,'0'0'656'0,"0"0"-465"16,0 0 74-16,0 0-144 16,0 0-39-16,0 0-5 15,0 0-56-15,88 0-17 16,-49 0-4-16,-4 0-43 15,-6 2-17-15,-6 10-228 16,-17-3-175-16,-6 2-178 0</inkml:trace>
  <inkml:trace contextRef="#ctx0" brushRef="#br0" timeOffset="82104.86">16137 8964 1523 0,'0'0'542'16,"0"0"-405"-16,0 0-33 0,0 0 96 15,0 0-170 1,113 5-30-16,-68-1 0 0,-12 1-141 16,-6-2-417-16</inkml:trace>
  <inkml:trace contextRef="#ctx0" brushRef="#br0" timeOffset="84852.5">17028 8675 715 0,'0'0'829'16,"0"0"-520"-16,0 0-132 16,0 0 54-16,0 0-94 15,0 0-48-15,0 0-11 16,-98-14-28-16,63 26 18 16,-6 13-13-16,1 6-37 0,11 3 31 15,9 0-48-15,9-6 6 16,9-2 13-16,2-3-19 15,4-6-2-15,23-5-13 16,6-4-102-16,7-8-23 16,16-2-142-16,-11-18-225 15,-7-9-722-15</inkml:trace>
  <inkml:trace contextRef="#ctx0" brushRef="#br0" timeOffset="85092.73">17101 8043 1884 0,'0'0'323'0,"0"0"-261"15,0 0-48-15,0 0 2 16,0 0 90-16,-29 140-8 16,14-48 71-16,-1 28-66 15,-3 17-29-15,3-6-35 16,5-31-39-16,4-28 15 15,7-26-15-15,0 5-93 16,0 2-66-16,9 3-116 16,4-17-272-16,3-15-685 0</inkml:trace>
  <inkml:trace contextRef="#ctx0" brushRef="#br0" timeOffset="85482.24">17155 8765 1626 0,'0'0'352'0,"0"0"-242"16,0 0-67-16,0 0 37 15,0 0 63-15,0 0-35 16,125 118-36-16,-107-74 15 16,-5-4-51-16,-7-5 0 15,4-10-18-15,-8-6-17 16,0-9 13-16,-2-5-14 15,5-5 0-15,-3 0 23 0,2-5-23 16,6-22-61 0,-2-14-120-16,10-12 70 0,-7-8-27 15,0 6 19-15,1 11 119 16,-10 16 173-16,-2 21 25 16,0 7-98-16,-7 23-36 15,-4 16 49-15,4 8-21 16,7 3-39-16,9-2-23 15,22-2 6-15,19-5-36 16,0-6-51-16,35-5-162 16,-13-10-126-16,-12-8-735 0</inkml:trace>
  <inkml:trace contextRef="#ctx0" brushRef="#br0" timeOffset="95919.15">5700 9800 690 0,'0'0'298'0,"0"0"-87"0,0 0-59 16,0 0 11-16,0 0-18 16,0 0-46-16,0 0-7 15,0 0-14-15,0 0-34 16,0 0 25-16,0 0-27 16,0 0 11-16,0 0 18 15,0 0-7-15,0 0-2 16,0 0-25-16,0 0-25 15,0 0 29-15,0 0-21 16,0 0 6-16,0 0 11 16,0 0-36-16,0 0 30 15,0 0-4-15,0 0-21 16,0 0 28-16,0 0-28 0,0 0 6 16,0 0-12-1,0 0 4-15,0 1-15 0,0 8 5 16,0 2 6-16,0 8-6 15,0-1 13-15,0 2-7 16,0 2 16-16,-5 0-14 16,0 0 28-16,1-2-30 15,-3 1 1-15,7-2 9 16,-4-1-1-16,2-2-9 16,-2 2 0-16,1-2 9 15,-1 2 18-15,1 0-26 16,1-2-1-16,2 2 32 15,-2 0-31-15,2 0 4 16,-5-2-5-16,5 0 7 16,0-4-2-16,-2 2-5 0,2-1 0 15,-2-1-8-15,2 2 9 16,-2 2-1-16,2 2 2 16,-2 1 5-16,2 4 0 15,-5 0-7-15,5 0 0 16,0 3 11-16,0 0-10 15,0 1 22-15,0 4-4 16,0 4-1-16,0 3 36 16,0 0-47-16,0-1-6 15,0 0 20-15,-2-1-19 16,-3-4-2-16,1 1 0 16,-1-4-5-16,3-3-29 15,-4 0-157-15,1-6-192 16,1-10-602-16</inkml:trace>
  <inkml:trace contextRef="#ctx0" brushRef="#br0" timeOffset="97306.81">4718 10287 916 0,'0'0'734'0,"0"0"-595"16,0 0-67-16,0 0 26 15,0 0 22-15,0 0 5 16,0 0-38-16,25 0-30 15,-11 0 45-15,3-2-31 16,1-2 5-16,7 0-19 16,-1 0-47-16,3 1 23 15,4 3-32-15,2 0-1 16,4 0 11-16,0 0-5 16,1 0-6-16,-3 0 0 0,-1 7 7 15,-3-2-5-15,0 2-2 16,1-2 0-16,-4 3-12 15,9-1 13-15,-4-2-1 16,3-3 0-16,-3 1 8 16,0-1-10-16,1 0 2 15,-1 0 0-15,0-1-1 16,-4 1 6-16,6 1-5 16,-4-1 0-16,0 2 0 15,-5-2-6-15,3 2 6 16,-2-2 0-16,0 0-1 15,0 0 7-15,2-2-5 0,0 2-1 16,0-2 0-16,2 0 0 16,0 0 0-16,0 0 0 15,0 0-6-15,-2 0-3 16,3 0 9-16,-6 0 0 16,-1 0 1-16,-1 0-6 15,-2 0 5-15,1 0 0 16,2 0-6-16,-4 0 5 15,2-2 0-15,-1 2 1 16,5 0 0-16,0-2-5 16,2 0 5-16,0 0 0 15,0-1 0-15,2 2 8 16,-2-1-8-16,-3 2 0 0,-1 0 0 16,-5 0-8-1,5 0 8-15,-3 0 0 0,2 0-1 16,1 0 5-16,4 0-7 15,2 0 3-15,-2 0 0 16,5 0-9-16,-5 0 10 16,-5 0-1-16,5 0 0 15,-4 2 7-15,-1-1-4 16,-2 2-3-16,7-1 0 16,0 0-15-16,-2-2 21 15,9 0-6-15,-3 0 0 16,3 0 9-16,0 0-12 15,2 0 3-15,-1 0 0 0,1 0-3 16,3 0 10 0,-1 0-7-16,2-4 0 0,1 1 9 15,-4 2-13-15,3-1 4 16,-3 0 0-16,-1 2 1 16,-1-2 7-16,-1 2-8 15,2 0 0-15,2 0 9 16,0 0-12-16,3 0 3 15,-1 0 0-15,3 0-2 16,-1 0 4-16,1 0-2 16,-1 0 0-16,4 0 7 15,-2 0 2-15,-1 0-9 0,-3 0 0 16,-2 0-9 0,-5 0 9-16,0 0 0 0,-12 0-7 15,2 0-112-15,-11 0-132 16,-10 0-378-16</inkml:trace>
  <inkml:trace contextRef="#ctx0" brushRef="#br0" timeOffset="98293.43">4984 9898 1232 0,'0'0'355'0,"0"0"-156"16,0 0-28-16,0 0-30 15,0 0 52-15,0 0-23 16,0 0-58-16,-11-12 43 15,11 7-61-15,9-7-63 16,7 3 12-16,1-2-35 16,3 6-2-16,7 1-6 15,-5 4 10-15,-2 0-22 16,-2 0 12-16,-5 11 0 0,-6 12-1 16,-5 3 8-1,-2 4 8-15,0 4 18 0,-4-4-32 16,-9 0 32-16,2-6-33 15,-1-8 0-15,8-4 2 16,-3-4-1-16,7-6-1 16,0-2 0-16,0 0 6 15,0 0 8-15,11-10-14 16,10-14-59-16,3-8-32 16,0-10-79-16,3 0 31 15,-7 1 13-15,-5 10 64 16,-5 9 62-16,-8 8 34 15,-2 7 101-15,0 7-11 16,-2 0-65-16,-12 2-15 16,-1 17-25-16,3 4-4 0,8 5 57 15,4 5-38-15,0-1-12 16,7 0-1-16,19-2-15 16,5-2-12-16,19 4-115 15,-8-11-180-15,-6-4-393 0</inkml:trace>
  <inkml:trace contextRef="#ctx0" brushRef="#br0" timeOffset="98895.57">4915 10513 1294 0,'0'0'567'0,"0"0"-331"0,0 0-89 16,0 0-3-16,0 0-60 16,0 0-42-16,0 0-11 15,2 21 27-15,-2 5 27 16,0 6-4-16,0 2-47 15,0 2 29-15,0-4-54 16,0-4-8-16,4-6 23 16,5-5-22-16,3-2 8 15,3-7-10-15,3-8-28 16,5 0-6-16,0-2-105 16,2-20-56-16,-2-8-38 0,-3-8-38 15,-7-4-57 1,-4 3 222-16,-4 10 106 0,-5 8 389 15,0 15-33 1,0 6-236-16,0 0-84 0,0 20 10 16,-3 11 52-16,1 8-47 15,-1 5-50-15,3 5-1 16,0 6-94-16,5-12-234 16,2-14-601-16</inkml:trace>
  <inkml:trace contextRef="#ctx0" brushRef="#br0" timeOffset="99899.39">6063 9926 1702 0,'0'0'293'16,"0"0"-202"-16,0 0-60 16,0 0 28-16,0 0 77 15,0 0-21-15,0 0-27 0,-112 108-11 16,112-82-49-16,11-2 17 16,16-7-2-1,12-8-17-15,3-6 21 0,4-3-44 16,1-7 5-16,-5-13-16 15,-8-6-54-15,-14-2 29 16,-14-2 23-16,-6-2-19 16,0 1 28-16,-17 4-25 15,-8 7 14-15,7 6 2 16,3 8-2-16,4 6-110 16,11 4-182-16,0 13-88 15,0 4-572-15</inkml:trace>
  <inkml:trace contextRef="#ctx0" brushRef="#br0" timeOffset="100837.68">8167 9881 1280 0,'0'0'353'15,"0"0"-166"-15,0 0-36 0,0 0 3 16,0 0-22-16,0 0-50 15,0 0 10-15,-4-35-12 16,4 29-36-16,0-2-15 16,0-1-5-16,6 1 13 15,5 0-37-15,3 2 0 16,1 1-13-16,1 2 11 16,-3 3 2-16,1 0 0 15,-1 0 1-15,-9 10 11 16,4 8 0-16,-8 7-6 15,0 1 39-15,-8 0-23 16,-5-2 28-16,3-5-4 16,-2-2-39-16,5-10 16 0,7 0-23 15,0-5 0-15,27 2 20 16,4-2-20-16,7 0 6 16,-5 1-6-16,-6 0 0 15,-11 6-15-15,-16 5 12 16,0 11-7-16,-16 5 4 15,-21 8-18-15,-11 5-107 16,-14 8-96-16,11-6-284 16,13-11-877-16</inkml:trace>
  <inkml:trace contextRef="#ctx0" brushRef="#br0" timeOffset="105435.37">6009 10832 1350 0,'0'0'526'0,"0"0"-358"0,0 0 9 15,0 0 42-15,0 0-15 16,0 0-82-16,0 0 15 16,0 0-54-16,0 0-16 15,0 0 11-15,0 0-35 16,0-8 20-16,5-9-48 16,11-2 2-16,3-8-34 15,6 1-7-15,4-3-18 16,2-1 9-16,0 2-33 15,-2-1 36-15,-6 7 8 16,-8 7 21-16,-5 4 1 0,-8 8 7 16,-2 3 14-1,0 0-2-15,0 0-13 0,0 3-7 16,-5 18 1-16,-6 9 0 16,-2 8-18-16,1 3 18 15,3 5-64-15,1 9-152 16,3-13-260-16,0-9-560 0</inkml:trace>
  <inkml:trace contextRef="#ctx0" brushRef="#br0" timeOffset="109683.27">8078 10692 1382 0,'0'0'490'15,"0"0"-340"-15,0 0 84 16,0 0-22-16,0 0-19 16,0 0-54-16,0 0-61 0,0-10 8 15,-2 8-33 1,2-1-25-16,0 0 33 0,0-2-60 15,0-2 17-15,0-1-18 16,0-3 6-16,8-1-14 16,6 3-5-16,9 1-11 15,-6 2 24-15,1-1-21 16,-5 5 21-16,-2 2 0 16,-6 0-5-16,0 0-7 15,-5 12 5-15,-5 10 7 16,-17 5-7-16,-9 5 8 15,-9-2-1-15,1-5 0 0,6-2 14 16,6-7-11 0,10-4-3-16,7-5 0 0,8-5-7 15,2 3 16-15,0 1-9 16,20 0 0-16,14 2 7 16,9-1 11-16,7-2-18 15,4-1-60-15,15-1-115 16,-13 2-206-16,-14-1-489 0</inkml:trace>
  <inkml:trace contextRef="#ctx0" brushRef="#br0" timeOffset="112326.14">3121 12247 950 0,'0'0'359'15,"0"0"-57"-15,0 0-51 16,0 0-25-16,0 0-27 15,0 0-66-15,0 0 25 16,-7-17-21-16,7 11-43 16,0 3 13-16,0-2-29 15,0 3-28-15,0 0-7 16,0 2-43-16,11-3 12 16,9 3-12-16,6 0 0 15,8 0-7-15,6 0 7 0,4 3-17 16,4 7-57-16,14 3-191 15,-8-1-86-15,-12-5-554 0</inkml:trace>
  <inkml:trace contextRef="#ctx0" brushRef="#br0" timeOffset="112616.21">3158 12310 1551 0,'0'0'715'0,"0"0"-506"15,0 0 17-15,0 0-30 16,0 0-87-16,0 0-33 15,0 0-53-15,29 0-14 16,9 0-5-16,9 0-4 16,7 2-25-16,-1 4-54 15,16-4-150-15,-14 0-72 16,-10-2-434-16</inkml:trace>
  <inkml:trace contextRef="#ctx0" brushRef="#br0" timeOffset="112813.08">3804 12087 1820 0,'0'0'357'15,"0"0"-241"-15,0 0-59 16,0 0-5-16,0 0 53 16,65 121-29-16,-78-71-18 15,-18 2-31-15,-9 2-27 16,-3-2 0-16,-3 3-137 15,10-15-324-15,14-14-534 0</inkml:trace>
  <inkml:trace contextRef="#ctx0" brushRef="#br0" timeOffset="113134.82">4418 12298 1918 0,'0'0'537'16,"0"0"-420"-16,0 0 11 15,0 0-50-15,0 0-20 16,0 0-58-16,0 0 2 0,2 24-2 15,-2 0 15-15,0 4 7 16,5 4-20-16,-1-2 8 16,0 1-13-16,1-6 3 15,-1-1-33-15,3-5-112 16,0-7-79-16,-1-7-133 16,-1-5-308-16</inkml:trace>
  <inkml:trace contextRef="#ctx0" brushRef="#br0" timeOffset="113330.05">4261 12182 18 0,'0'0'1921'16,"0"0"-1374"-16,0 0-297 16,0 0-99-16,0 0-110 0,0 0-9 15,0 0-32-15,152-54-5 16,-109 69 4-16,-6 10-56 15,-10 5-110-15,-27 19-43 16,0-3-146-16,-8-7-393 0</inkml:trace>
  <inkml:trace contextRef="#ctx0" brushRef="#br0" timeOffset="113488.6">3887 12559 1290 0,'0'0'1050'16,"0"0"-751"-1,0 0-101-15,0 0-56 0,123-22-69 16,-65 15-35-16,6 6-38 16,1 1 0-16,20 9-75 15,-19 10-230-15,-5-5-264 0</inkml:trace>
  <inkml:trace contextRef="#ctx0" brushRef="#br0" timeOffset="113847.81">5029 12479 1605 0,'0'0'687'0,"0"0"-381"16,0 0-18-16,0 0-82 15,0 0-82-15,0 0-104 16,0 0 4-16,44-4-24 15,-11 4-18-15,1 0-6 0,-3 5-68 16,-4 9-84-16,-18 3-172 16,-9-3-231-16,0-4-577 0</inkml:trace>
  <inkml:trace contextRef="#ctx0" brushRef="#br0" timeOffset="113981.71">5029 12479 2045 0,'-56'80'588'0,"58"-80"-403"15,15 0-2-15,16-2-134 16,2-3-27-16,5 5-22 16,16 0-97-16,-10 7-215 15,-5 3-478-15</inkml:trace>
  <inkml:trace contextRef="#ctx0" brushRef="#br0" timeOffset="114884.79">6205 11976 578 0,'0'0'975'15,"0"0"-695"-15,0 0-133 16,0 0-5-16,0 0-42 15,0 0-49-15,0 0 0 16,-77-32-50-16,68 52 23 16,-1 9 36-16,2 13-3 15,-1 15 42-15,-3 6-30 16,10 14 20-16,0 5 7 0,0 4-50 16,2 1 11-1,0-3-17-15,0-8-26 0,0-4 23 16,0-10-37-16,0-10 1 15,-9-7 10-15,-5-11-9 16,-3-9-2-16,-8-6 1 16,3-4 10-16,-5-8-22 15,0-3-28-15,-4-4-173 16,5 0-121-16,6 0-616 0</inkml:trace>
  <inkml:trace contextRef="#ctx0" brushRef="#br0" timeOffset="115252.71">5758 13377 1750 0,'0'0'508'0,"0"0"-425"16,0 0 101-16,0 0 26 15,0 0-143-15,0 0-30 16,0 0-37-16,87-94-15 16,-63 67-55-16,-2 1-27 15,-6 4 79-15,-5 5 18 0,-7 5 1 16,1 7 122-16,-5 5-53 15,0 0-30-15,0 10-40 16,-13 16 0-16,1 6 12 16,3 9-12-16,3 1 0 15,4-2-1-15,2 4-146 16,0-10-124-16,0-15-601 0</inkml:trace>
  <inkml:trace contextRef="#ctx0" brushRef="#br0" timeOffset="116122.7">6381 11737 1152 0,'0'0'203'15,"0"0"-117"-15,0 0 46 16,0 0 43-16,0 0-47 16,0 0-24-16,0 0-11 15,-24-8-8-15,24 5 33 0,0 3-35 16,0-1 12-1,0-6 13-15,0 1-64 0,16 1-18 16,2-4-26-16,6 7 1 16,5 2-9-16,-2 0 8 15,-5 7-7-15,-9 15 6 16,-9 7 2-16,-4 8 10 16,-21 1 59-16,-18 2 18 15,-5-2 21-15,0-8-56 16,10-8-11-16,12-8-14 15,10-6-22-15,12-4 2 16,0 0-8-16,21 0 7 16,14-1-14-16,10 0-17 15,33-3-211-15,-16 0-98 16,-6 0-607-16</inkml:trace>
  <inkml:trace contextRef="#ctx0" brushRef="#br0" timeOffset="129472.16">12418 9532 901 0,'0'0'689'0,"0"0"-448"16,0 0-191-16,0 0 11 15,0 0 95-15,0 0-65 16,2 0 63-16,7 0-83 16,-2 0-46-16,6 0 74 15,8 5-98-15,-2 7 26 0,6 3-18 16,-3-1 25-16,7 5-28 15,0 1-6-15,3-1 0 16,-8-2-27-16,5 3-156 16,-5-6-183-16,-10-2-546 0</inkml:trace>
  <inkml:trace contextRef="#ctx0" brushRef="#br0" timeOffset="129770.78">12398 9733 1079 0,'0'0'617'0,"0"0"-402"16,0 0-170-16,0 0 13 16,0 0-7-16,0 0-37 15,0 0 25-15,122 23-39 16,-85-12-61-16,13 3-20 16,-2-2-286-16,-11-5-507 0</inkml:trace>
  <inkml:trace contextRef="#ctx0" brushRef="#br0" timeOffset="129959.99">12915 9605 1807 0,'0'0'572'15,"0"0"-535"-15,0 0-4 16,0 0-33-16,0 0 0 15,0 0-19-15,-111 130 19 16,70-76 0-16,8-11-256 16,9-11-547-16</inkml:trace>
  <inkml:trace contextRef="#ctx0" brushRef="#br0" timeOffset="130506.25">13205 9726 1618 0,'0'0'339'16,"0"0"-257"-16,0 0 54 16,0 0-68-16,0 0 1 15,0 0 5-15,0 0-35 16,13 37 62-16,-13-11-37 16,0 4-40-16,-11-2 107 15,-2-1-106-15,4-6 3 16,0-2-14-16,3-9 22 15,1-2-36-15,5-6 0 16,0-2-20-16,0 0-5 16,15-7-18-16,10-13-90 0,0-6 9 15,2-8-114 1,-6 2 93-16,-5 4 70 0,-5 8 75 16,-9 9 198-16,-2 7-33 15,0 4-52-15,-2 0-9 16,-11 4-62-16,-1 12 60 15,6-1-71-15,3 5-19 16,5 1 15-16,9-3-27 16,18 0-48-16,6-4-28 15,23-2-153-15,-11-7-66 16,-1 0-413-16</inkml:trace>
  <inkml:trace contextRef="#ctx0" brushRef="#br0" timeOffset="130710.8">13682 9800 1505 0,'0'0'642'0,"0"0"-349"16,0 0-23-16,0 0-20 16,0 0-169-16,0 0-5 15,0 0-45-15,22-9 10 16,3 9-65-16,-1 0 24 15,3 2-86-15,-2 8 33 16,-14 10-261-16,-5-3-49 16,-6-3-312-16</inkml:trace>
  <inkml:trace contextRef="#ctx0" brushRef="#br0" timeOffset="130840.52">13682 9800 998 0,'-58'136'927'0,"58"-136"-691"0,0 0-50 16,11 0-24-16,16 0-55 15,4 0-7-15,7 0-100 16,18 0-84-16,-11 0-165 16,-5 0-587-16</inkml:trace>
  <inkml:trace contextRef="#ctx0" brushRef="#br0" timeOffset="131943.44">14106 9735 773 0,'0'0'1113'0,"0"0"-880"16,0 0-141-16,0 0-85 15,0 0 3-15,113 3 91 16,-101 19-60-16,-8 5 10 16,-4 4 56-16,0 2-91 0,0-3 76 15,0-1-44-15,-4-7-39 16,-3-4 33-16,4-8-42 16,3-5 0-16,0-2-6 15,0-3-67-15,16 0 53 16,5-12-79-16,2-12-176 15,4-4 30-15,0-4-130 16,-4 0 63-16,-5 3 312 16,-7 11 81-16,-5 6 257 15,-6 10-19-15,0 2-144 16,0 10-51-16,-11 19 17 16,-5 4-47-16,3 6-22 15,7-2-53-15,-4 1 6 0,10-6-25 16,0-1-120-1,8-9-1-15,9-8-262 0,1-9-704 0</inkml:trace>
  <inkml:trace contextRef="#ctx0" brushRef="#br0" timeOffset="132312.43">14596 9544 1245 0,'0'0'407'0,"0"0"-129"15,0 0-218-15,0 0-28 16,0 0 127-16,0 0-109 15,0 0 15-15,63-12 0 16,-61 35-55-16,-2 3 106 16,-7 3-30-16,-11 0-20 15,-1-5 75-15,-4-5-102 16,9-4 0-16,10-5-37 16,4-2 38-16,0 0-24 0,6 0-16 15,21 1-54 1,27-2-71-16,-9-2-265 0,-7-1-614 0</inkml:trace>
  <inkml:trace contextRef="#ctx0" brushRef="#br0" timeOffset="132472.91">14750 9953 1913 0,'0'0'539'16,"0"0"-494"-16,0 0 108 15,0 0-19-15,0 0-122 16,131-14 46-16,-88 14-58 0,8 0-185 16,-8 0-90-1,-10 0-407-15</inkml:trace>
  <inkml:trace contextRef="#ctx0" brushRef="#br0" timeOffset="132713.67">15276 9958 1637 0,'0'0'333'0,"0"0"-191"16,0 0-142-16,0 0-28 16,98-121 17-16,-76 82 5 15,-4 1 6-15,0 4 45 16,-4 5 73-16,-8 9 220 16,-2 8-71-16,-4 10-105 0,0 2-106 15,0 12-41 1,-6 24-15-16,-17 14 0 0,-1 12-34 15,-23 34-26 1,12-13-310-16,4-16-348 0</inkml:trace>
  <inkml:trace contextRef="#ctx0" brushRef="#br0" timeOffset="133901.24">6593 12232 552 0,'0'0'657'16,"0"0"-338"-16,0 0-26 15,0 0-6-15,0 0-61 16,0 0 43-16,0 0-92 16,27-94-63-16,-27 89 34 15,0 5-121-15,0 0 3 16,0 0-30-16,-6 0 36 0,-17 22-48 15,-6 12 12 1,-4 12 0-16,4 5-20 0,6 3 31 16,10-2-11-16,13-3 0 15,0-7-23-15,7-4 14 16,17-9-155-16,30-4-191 16,-10-13-244-16,-1-6-1218 0</inkml:trace>
  <inkml:trace contextRef="#ctx0" brushRef="#br0" timeOffset="134285.66">6910 12340 1408 0,'0'0'637'16,"0"0"-475"-16,0 0-65 15,0 0-18-15,0 0-48 16,0 0 39-16,0 0 29 15,-14 62-3-15,10-20 36 16,4 1-117-16,0-4 26 16,0-6-41-16,9-9 28 15,11-6-31-15,5-9 3 16,6-6-30-16,2-3-1 16,3-8-135-16,-1-21 7 15,-1-4-75-15,-5-9-75 16,-5-2-42-16,-3 1 127 15,-13 12 224-15,1 11 342 16,-7 11-5-16,-2 9-118 16,0 4-147-16,0 21 21 0,-11 6 78 15,-4 8-129-15,8-2-35 16,0-1-7-16,5-5-45 16,2-7-137-16,0-9-197 15,14-10-1106-15</inkml:trace>
  <inkml:trace contextRef="#ctx0" brushRef="#br0" timeOffset="134711.25">7432 12031 1775 0,'0'0'529'16,"0"0"-425"-16,0 0-45 15,0 0 56-15,0 0-114 16,0 0 25-16,0 0-26 0,2-16 17 15,11 16-17-15,-1 7 0 16,-6 8 1 0,-6 9 2-16,0 4 3 0,-18 6 52 15,-11 3 39-15,-2-3-67 16,4-6 49-16,7-6-70 16,9-6 15-16,6-6-20 15,5-4-3-15,5-2-1 16,17-2 0-16,9 0-1 15,3-2 0-15,1 0-166 16,4 2-104-16,-12 5-122 16,-12-2-492-16</inkml:trace>
  <inkml:trace contextRef="#ctx0" brushRef="#br0" timeOffset="134882.51">7449 12533 639 0,'0'0'1240'0,"0"0"-892"16,0 0-118-16,0 0-55 16,0 0-78-16,0 0-64 15,130-39-11-15,-92 37-44 16,11 2-109-16,-11 0-328 16,-5 0-450-16</inkml:trace>
  <inkml:trace contextRef="#ctx0" brushRef="#br0" timeOffset="135172.56">7906 12516 1523 0,'0'0'309'16,"0"0"-188"-16,0 0 65 16,0 0-129-16,36-133 13 15,-18 94-41-15,0 0 1 16,1 0-39-16,2 8 9 15,-5 4 0-15,-3 8 83 16,-7 12 109-16,-4 7-22 16,4 0-118-16,-6 12-10 15,0 18-4-15,0 12-32 16,-6 8 11-16,-2 2 1 16,-3 2-18-16,1-4-6 15,8-7 6-15,2-3-231 16,0-14-20-16,0-11-378 0</inkml:trace>
  <inkml:trace contextRef="#ctx0" brushRef="#br0" timeOffset="135388.29">8308 12010 1612 0,'0'0'746'16,"0"0"-567"-16,0 0-167 15,0 0 52-15,0 0-46 0,67 136 103 16,-67-68 22 0,0 11-100-16,-19 2 62 0,-14 3-105 15,-9 1 10-15,-12-7-32 16,-12 6-83-16,8-22-203 16,10-20-608-16</inkml:trace>
  <inkml:trace contextRef="#ctx0" brushRef="#br0" timeOffset="138118.81">8512 12571 1088 0,'0'0'497'0,"0"0"-256"16,0 0-23-16,0 0-37 16,0 0 20-16,0 0-149 15,0 0 2-15,0 0 13 16,0 0-32-16,0 0 71 16,0-5-106-16,0 0 18 15,6 1-19-15,-4-1 1 0,-2 3 0 16,0 2 0-1,0 0 28-15,0 0-28 0,0 0 0 16,-8 0 0-16,4 0-31 16,4 0 14-16,0 0-68 15,12 2-28-15,9-2-64 16,4 0-335-16</inkml:trace>
  <inkml:trace contextRef="#ctx0" brushRef="#br0" timeOffset="138435.01">8914 12189 933 0,'0'0'1121'0,"0"0"-941"15,0 0-125-15,0 0-6 16,0 0-42-16,0 0 87 15,0 0 35-15,-43 99-28 16,28-50 45-16,1-1-113 16,10-4 9-16,4-6-30 15,0-8 22-15,4-11-18 16,21-5-16-16,2-9-6 16,6-5-24-16,7 0-58 15,1-22-85-15,-1-11-62 16,2-31-283-16,-8 6-29 15,-8 2-716-15</inkml:trace>
  <inkml:trace contextRef="#ctx0" brushRef="#br0" timeOffset="138541.22">9191 12140 1294 0,'0'0'726'0,"0"0"-424"15,0 0-99-15,0 0-183 16,0 0 38-16,0 0 55 16,-19 130-107-16,9-75 0 15,-2 17-6-15,1-14-234 16,0-12-436-16</inkml:trace>
  <inkml:trace contextRef="#ctx0" brushRef="#br0" timeOffset="139179.9">9349 12559 1403 0,'0'0'344'0,"0"0"-251"16,0 0 67-16,0 0-50 15,0 0 61-15,0 0-29 16,0 0-78-16,0 10 46 16,18-13-110-16,1-8 0 15,-3 1 8-15,-3-2 26 16,-6 1-25-16,-7 5 18 16,0 1 17-16,0 2 31 15,-13 3-75-15,-3 0-57 16,3 8-69-16,2 6-375 15,6-3-818-15</inkml:trace>
  <inkml:trace contextRef="#ctx0" brushRef="#br0" timeOffset="141394.51">9835 12216 1595 0,'0'0'280'16,"0"0"-100"-16,0 0-3 15,0 0-41-15,0 0 26 16,0 0-93-16,0 0-2 15,-21-87-32-15,46 72-5 16,0 1-22-16,-1 6-8 16,5 5 1-16,-2 3-17 15,-7 4 16-15,-6 22 0 16,-12 9-14-16,-2 7 34 16,-14 6-20-16,-22 1 12 15,-10 4 0-15,-3-7 37 16,1-6-36-16,13-10-5 0,10-12 16 15,12-8 6 1,13-8-13-16,0 0-8 0,2-2 0 16,25 3 51-16,15-1-49 15,8-2-11-15,3 0 0 16,5 2-93-16,18-2-76 16,-18 0-211-16,-9 0-471 0</inkml:trace>
  <inkml:trace contextRef="#ctx0" brushRef="#br0" timeOffset="141708.79">10350 12208 1652 0,'0'0'508'0,"0"0"-381"16,0 0-127-16,0 0 101 15,0 0 46-15,-85 138-89 16,76-96 53-16,5-4-84 16,4-6-16-16,0-7 16 15,8-5-18-15,15-8-9 16,2-9 0-16,4-3-81 15,2 0 23-15,2-15-147 0,9-31-140 16,-6 3-220-16,-7 0-551 0</inkml:trace>
  <inkml:trace contextRef="#ctx0" brushRef="#br0" timeOffset="141845.81">10599 12216 1222 0,'0'0'827'16,"0"0"-511"-16,0 0-270 15,0 0 52-15,0 0 29 16,-27 118-88-16,12-69 64 15,1 0-103-15,3-2 7 16,9-5-32-16,2-6-175 16,0-12-274-16,15-9-588 0</inkml:trace>
  <inkml:trace contextRef="#ctx0" brushRef="#br0" timeOffset="142113.26">11085 12252 1646 0,'0'0'492'0,"0"0"-437"15,0 0 26-15,0 0-59 16,0 0 36-16,-127-43 85 16,80 69-88-16,3 5 64 15,4 5 0-15,9 4-110 16,8-4 49-16,19-4-58 15,4-6 0-15,0-7-22 16,19-7-1-16,10-11-20 16,12-1-37-16,3-4-117 0,14-42-80 15,-13 2-326-15,-5-2-585 0</inkml:trace>
  <inkml:trace contextRef="#ctx0" brushRef="#br0" timeOffset="142598.74">11205 11686 2020 0,'0'0'570'16,"0"0"-447"-16,0 0-123 16,0 0 11-16,0 0 8 15,-58 153 23-15,29-67 7 16,0 6 59-16,0 1-108 16,12-3 56-16,5-11-56 15,10-10 28-15,2-13-25 0,2-14-3 16,21-9 0-16,-1-15-10 15,14-14 26-15,-1-4-23 16,8-12 7-16,-1-20-96 16,-4-15 38-16,-5-7-72 15,-4 0 25-15,-4 4 83 16,-9 12 22-16,-12 18 136 16,-4 15 13-16,0 5-139 15,0 23 31-15,-8 15-31 16,-4 5 8-16,8-2 18 15,4-4-12-15,0-8-6 16,2-8-18-16,16-8 1 0,9-11-4 16,4-2 3-16,5-7-43 15,-1-20-69-15,1-9-128 16,-3-5 64-16,-4-4-57 16,-4 3 37-16,-7 12 196 15,-7 9 266-15,-7 14 228 16,-4 7-361-16,0 6-116 15,0 26-1-15,-15 10-16 16,-8 10 0-16,1 26-45 16,-1-13-211-16,10-14-439 0</inkml:trace>
  <inkml:trace contextRef="#ctx0" brushRef="#br0" timeOffset="144705.74">12171 12328 1219 0,'0'0'557'16,"0"0"-423"-16,0 0 69 16,0 0-23-16,0 0-17 0,0 0 41 15,0 0-119-15,-7 0 9 16,7 0 23-16,0 0-90 16,13 0 70-16,16-2-94 15,11 1 22-15,5-2-28 16,5 1 3-16,-2 2-1 15,-3 0-47-15,-3 0-235 16,-13 8-17-16,-8 3-402 0</inkml:trace>
  <inkml:trace contextRef="#ctx0" brushRef="#br0" timeOffset="144860.56">12119 12522 1551 0,'0'0'676'0,"0"0"-433"15,0 0-105-15,0 0 81 16,127-7-166-16,-69 3-39 16,0 4-28-16,16 0-78 15,-16 0-195-15,-9 2-482 0</inkml:trace>
  <inkml:trace contextRef="#ctx0" brushRef="#br0" timeOffset="146152.57">13521 12238 1506 0,'0'0'774'16,"0"0"-473"-16,0 0-144 15,0 0 37-15,0 0-89 16,0 0-88-16,0 0 57 16,0 0-74-16,0 0 0 15,0 0 0-15,0 0 21 16,-2 0-57-16,0 0 23 0,-9 0-156 16,-3 0-124-16,-3 2-289 15,1-2-1217-15</inkml:trace>
  <inkml:trace contextRef="#ctx0" brushRef="#br0" timeOffset="146499.31">13521 12238 1644 0</inkml:trace>
  <inkml:trace contextRef="#ctx0" brushRef="#br0" timeOffset="146813.14">13521 12238 1644 0,'29'48'540'0,"-29"-48"-339"0,0 0 35 0,0 0-91 0,0-7-25 16,-4-5-103-16,0 1-8 15,4-3 33-15,0 0-41 16,0-5-1-16,6 1 0 16,10 3-44-16,7 2 18 15,-4 8 18-15,-3 5-10 16,-3 0-3-16,-11 14-7 16,-2 15 28-16,-6 12-1 15,-32 7 19-15,-18 2-14 16,-6 0-4-16,-12-6 0 15,1-10-16-15,4-10 29 16,4-13-13-16,14-11 0 0,9 0 18 16,13-14 2-1,13-8-20-15,16-4 0 0,0 1 44 16,29 7-29-16,13 5-15 16,9 11 0-16,14 2 15 15,-1 9-63-15,21 31-7 16,-13-4-243-16,-13-3-357 0</inkml:trace>
  <inkml:trace contextRef="#ctx0" brushRef="#br0" timeOffset="147683.75">14279 11642 25 0,'0'0'1337'0,"0"0"-1111"16,0 0-118-16,0 0-80 16,0 0 108-16,0 0 13 15,0 0-67-15,-129 72 95 16,112-11-29-16,-1 17-67 15,7 26 60-15,1-6-74 16,8 5 25-16,2-5 10 16,0-17-102-16,0 4 72 15,0-10-72-15,0-11 9 16,2-10-13-16,-2-10 5 16,0-10-1-16,0-6 0 15,-8-8-9-15,-5-3-21 16,-10-8-210-16,5-3-142 0,1-4-501 0</inkml:trace>
  <inkml:trace contextRef="#ctx0" brushRef="#br0" timeOffset="148168.06">13874 13114 1313 0,'0'0'952'15,"0"0"-486"-15,0 0-341 16,0 0 22-16,0 0-26 16,0 0-120-16,0 0 80 15,51-39-81-15,-24 12-39 16,7-1 32-16,-10 0-61 15,0 0 31-15,-8 0 6 0,-3 5 2 16,-3 10 29-16,-8 3 14 16,-2 10-5-16,0 0-9 15,0 3-4-15,-8 22 4 16,0 8 0-16,-3 8 21 16,1 3-69-16,8-2-4 15,2 1-257-15,0-14-181 16,2-11-839-16</inkml:trace>
  <inkml:trace contextRef="#ctx0" brushRef="#br0" timeOffset="149021.2">14464 11372 804 0,'0'0'328'0,"0"0"-112"16,0 0 28-16,0 0 35 0,0 0-131 15,0 0-17-15,0 0 15 16,-13-26-118-16,13 13 52 16,13 3-38-16,5 1-29 15,11 0 5-15,5 4-17 16,-3 5-1-16,-4 0 18 16,-9 11 10-16,-14 20 10 15,-4 6 31-15,-16 10 1 16,-28 5 97-16,-10-1-115 15,3-4 1-15,2-9-19 16,18-8-2-16,13-7-19 16,18-6-13-16,0-3 0 15,31-4 16-15,23 0-16 0,8-3-18 16,34-6-92 0,-13-1-266-16,-19 0-504 0</inkml:trace>
  <inkml:trace contextRef="#ctx0" brushRef="#br0" timeOffset="153871.72">14761 12064 1242 0,'0'0'408'0,"0"0"-215"15,0 0-13-15,0 0 35 16,0 0-72-16,0 0 18 16,4-23-123-16,-23 28-29 15,-10 22 51-15,-7 14 29 16,0 13 58-16,0 10-88 15,7 4-48-15,12 0 37 0,5-6-48 16,12-7 0 0,0-10-11-16,18-6 11 0,18-7-9 15,26-8-128-15,-6-8-206 16,0-10-302-16</inkml:trace>
  <inkml:trace contextRef="#ctx0" brushRef="#br0" timeOffset="154255.66">15074 12302 1756 0,'0'0'483'16,"0"0"-392"-16,0 0-55 0,0 0-17 15,0 0 57-15,0 0 7 16,-43 104-52-16,43-67 96 15,4-5-117-15,21-3 4 16,4-7 10-16,4-7 3 16,0-8-54-16,6-7 24 15,-8 0-139-15,-3-3 53 16,-1-17-131-16,-4-8-14 16,-5-2-34-16,-7-5-121 15,-5 3 298-15,4 6 91 16,-6 6 257-16,-4 12 243 15,2 8-326-15,-2 0-93 16,0 22 38-16,0 10-15 0,0 7 12 16,0 1-101-1,-2-4 4-15,2-4-38 0,0-6-85 16,9-12-196-16,9-8-361 0</inkml:trace>
  <inkml:trace contextRef="#ctx0" brushRef="#br0" timeOffset="154591.04">15713 11921 1506 0,'0'0'287'0,"0"0"-137"15,0 0-71-15,-149 108 46 16,110-83 2-16,20-6-90 16,5-3 29-16,14-1-66 15,2-5 9-15,27 2 61 16,14-2-69-16,11-3 6 15,1 0-7-15,-4-3-39 16,14 0 20-16,-18-4-249 16,-14 0-435-16</inkml:trace>
  <inkml:trace contextRef="#ctx0" brushRef="#br0" timeOffset="154778.81">15793 11955 1602 0,'0'0'632'0,"0"0"-595"15,0 0 10-15,0 0 49 16,-67 145-95-16,49-91 59 16,3 1-60-16,4 20-57 15,4-17-110-15,2-12-544 0</inkml:trace>
  <inkml:trace contextRef="#ctx0" brushRef="#br0" timeOffset="155004.75">16034 12432 1661 0,'0'0'746'15,"0"0"-256"-15,0 0-354 16,0 0-54-16,0 0 19 16,0 0-79-16,0 0-19 15,129-8-3-15,-82 8-124 0,9 0-15 16,-12 2-393-16,-11 2-471 0</inkml:trace>
  <inkml:trace contextRef="#ctx0" brushRef="#br0" timeOffset="156898.15">16638 12254 1468 0,'0'0'303'0,"0"0"-135"16,0 0-54-1,0 0 59-15,0 0 39 0,0 0-122 16,0 0 34-16,11-40-96 16,-11 47-9-16,0 16 14 15,0 12-19-15,-7 8 21 16,5 6 0-16,2-6-11 15,0-2-5-15,0-11-19 16,16-7 1-16,1-9-5 16,8-7 4-16,4-7-45 15,0 0-40-15,0-13-133 16,0-14 3-16,11-28-116 16,-11 6-207-16,0 3-172 0</inkml:trace>
  <inkml:trace contextRef="#ctx0" brushRef="#br0" timeOffset="157016.69">16979 12226 1069 0,'0'0'581'0,"0"0"-189"15,0 0-225-15,0 0-142 16,0 0 182-16,0 0-133 16,-7 104 16-16,5-66-23 15,2-2-41-15,0-6-23 16,0-4-3-16,11-3-150 16,3-9-10-16,-1-8-440 0</inkml:trace>
  <inkml:trace contextRef="#ctx0" brushRef="#br0" timeOffset="157434.69">17222 11811 1335 0,'0'0'337'0,"0"0"-243"16,0 0-24-16,0 0 107 16,0 0-83-16,0 0 8 15,0 0 13-15,-9-13-90 0,9 9 88 16,11 3-110-16,3-3 34 15,1 4-55-15,-3 0 18 16,-8 13 0-16,-4 16 41 16,0 9-40-16,-18 4 109 15,-7 0-38-15,6-4-18 16,0-6 52-16,13-8-100 16,6-3 4-16,0-6-8 15,6-2 41-15,19-1-86 16,29-5-77-16,-10 0-181 15,-1-7-368-15</inkml:trace>
  <inkml:trace contextRef="#ctx0" brushRef="#br0" timeOffset="157670.47">17545 11964 1363 0,'0'0'650'0,"0"0"-465"15,0 0-129-15,0 0 59 16,52 125 25-16,-50-63-45 16,-2 11 91-16,0 8-109 15,-14-1-42-15,-15-1 24 16,-11-5-43-16,-4-5-8 16,-1-8-8-16,1-12-9 15,3-7-3-15,8-8-211 16,8-11-237-16,14-14-337 0</inkml:trace>
  <inkml:trace contextRef="#ctx0" brushRef="#br0" timeOffset="157978.72">18062 12189 1698 0,'0'0'337'0,"0"0"-127"16,0 0-190-16,-124-12 8 16,74 33 12-16,4 9 58 15,5 9-4-15,12 6 31 16,14-1-125-16,11 0 48 15,4-5-48-15,8-10 10 16,21-7-47-16,9-8-3 16,22-14-94-16,-8-5-106 15,-8-15-443-15</inkml:trace>
  <inkml:trace contextRef="#ctx0" brushRef="#br0" timeOffset="158521.84">18270 11626 1371 0,'0'0'680'0,"0"0"-472"16,0 0-150-16,0 0-58 15,0 0 0-15,0 0 136 16,-40 122-26-16,13-39 87 16,-2 9-117-16,2 2-10 15,9-14 7-15,1 7-64 16,5-11 19-16,12-11-32 15,0-14 1-15,0-11-3 16,12-13 2-16,5-13 0 16,10-11-12-16,2-3-25 15,2-12 16-15,7-22-172 0,-5-9-38 16,6-3 99 0,-10 1-1-16,-12 12 133 0,-3 12 198 15,-10 19-48-15,-4 2-38 16,0 23-82-16,0 12 28 15,-6 3 69-15,4 2-115 16,2-5 17-16,0-8-26 16,4-6 34-16,11-9-16 15,12-10-21-15,2-2-36 16,9-7 30-16,-3-19-239 16,4-12-32-16,-6-8-93 15,3-6-126-15,-7-4-153 0,0 4 649 16,-9 12 87-1,-5 10 767-15,-4 16-319 16,-9 11-291-16,-2 3-180 0,0 17-28 16,0 16 46-16,-6 13-11 15,-12 7-70-15,0 7 31 16,-7 2-32-16,-10 17-129 16,-1-18-206-16,5-13-739 0</inkml:trace>
  <inkml:trace contextRef="#ctx0" brushRef="#br0" timeOffset="159726.74">4975 14436 1758 0,'0'0'474'16,"0"0"-225"-16,0 0 89 16,0 0-178-16,0 0-1 15,0 0-126-15,0 0-18 16,9-9 1-16,13 9-16 15,7 0 0-15,7 0 0 16,-1 10-51-16,-6 1 21 16,0 7-196-16,-10-4-300 15,-13 0-249-15</inkml:trace>
  <inkml:trace contextRef="#ctx0" brushRef="#br0" timeOffset="159876.46">4961 14645 38 0,'0'0'2252'0,"0"0"-1750"0,0 0-488 16,0 0 92-16,0 0-106 16,132-7 21-16,-90 2-44 15,16 5-150-15,-16 0-188 16,-3-3-893-16</inkml:trace>
  <inkml:trace contextRef="#ctx0" brushRef="#br0" timeOffset="161199.01">6141 14482 781 0,'0'0'1193'16,"0"0"-701"-16,0 0-291 15,0 0 54-15,0 0-61 16,0 0-149-16,0 0 69 16,-11-8-94-16,11 2-8 15,0-3 17-15,0 1-9 16,0 3-20-16,0-2 0 15,0 4 27-15,-2 1-44 16,2 2 17-16,0 0 0 16,0 0-41-16,0 0 12 15,0 0 1-15,0 0 27 16,-5 0-56-16,5 0 31 0,0 0 4 16,0 0 22-16,0 0-45 15,0 0 22-15,-2 0-7 16,2 2-16-16,-5-1-129 15,-2-1 26-15,7 0-165 16,-2 0-675-16</inkml:trace>
  <inkml:trace contextRef="#ctx0" brushRef="#br0" timeOffset="161327.34">6141 14482 1906 0</inkml:trace>
  <inkml:trace contextRef="#ctx0" brushRef="#br0" timeOffset="161614.67">6141 14482 1906 0,'11'-11'573'0,"-18"-2"-329"0,0-4-102 0,1-2-127 0,4-3 93 16,2-2-102-16,0 2 1 16,6-3-14-16,17 3 3 15,4 2 3-15,0 8 1 16,-1 7-9-16,-4 5-31 15,-8 5 40-15,-10 25 0 16,-4 10-27-16,-14 12 61 16,-23 5-34-16,-19 5 0 15,-11-3 23-15,-4-8-10 16,1-11-13-16,4-15 0 16,5-8-3-16,13-13 33 15,9-4-30-15,22-5 0 0,15-16 15 16,2-3-3-16,35 0-12 15,21 4 0-15,13 9-6 16,7 11 27-16,2 0-48 16,18 35-12-16,-22 2-258 15,-14-5-230-15</inkml:trace>
  <inkml:trace contextRef="#ctx0" brushRef="#br0" timeOffset="163504.57">6794 13936 218 0,'0'0'906'16,"0"0"-577"-16,0 0-127 15,0 0-124-15,0 0 15 16,0 0-2-16,0 0-90 16,0 0 89-16,0-78-84 15,0 71 54-15,0 0-2 16,0 0-18-16,0 2 87 16,0 1-62-16,0 1-5 15,0 0 44-15,0 3-91 16,0 0 20-16,0 0 13 0,0 0-30 15,0 0 5 1,0 0-21-16,0 0-1 0,0 6-32 16,0 17 21-16,0 16 12 15,-2 12 34-15,-2 12-34 16,-2 12 102-16,0 9-55 16,-3 4-20-16,3 4 84 15,-8 2-96-15,-1 1 25 16,-1-1-37-16,3-3 41 15,1-8-46-15,3-6 2 16,7-9 0-16,0-5-13 16,2-10 13-16,0-5 0 15,0-7 0-15,0-7 30 16,0-9-42-16,0-1 12 16,0-5 0-16,0-5-19 0,4-1 20 15,1-4-1-15,-3-1 0 16,0-4 17-16,1-2-34 15,-3 1 17-15,0-3 0 16,0 0-22-16,0 0 28 16,0 0-6-16,0 0 0 15,0 0 22-15,0 0-8 16,0 0-14-16,0 0 0 16,0 0 14-16,0 0 3 15,0 0-7-15,0 0-10 16,2 0 36-16,9 0-18 15,4 0-18-15,10 0 0 16,8 0-28-16,6-3 35 0,3 3-7 16,0 0 0-1,-1 0-68-15,3 0 8 0,-9 0-258 16,-8 0-381-16</inkml:trace>
  <inkml:trace contextRef="#ctx0" brushRef="#br0" timeOffset="163998.43">6817 13758 1758 0,'0'0'584'16,"0"0"-330"-16,0 0-20 15,0 0-169-15,0 0 19 16,0 0-84-16,0 0 24 16,37 0-3-16,3 1-21 15,10 4-46-15,23-3-113 16,-13-1-189-16,-6-1-404 0</inkml:trace>
  <inkml:trace contextRef="#ctx0" brushRef="#br0" timeOffset="164642.57">7717 13960 793 0,'0'0'698'15,"0"0"-463"-15,0 0 9 16,0 0-68-16,0 0-61 16,0 0 36-16,0 0-128 0,-5 20 110 15,-17 18 4 1,5 5-104-16,3-1 61 0,7-3-80 15,7-6-4-15,0-5 8 16,2-8 0-16,17-5-18 16,2-10 0-16,8-5-9 15,2 0 2-15,6-12-113 16,-2-12-68-16,3-10 12 16,0-5-129-16,-3-2 37 15,-6-2 26-15,-4 9 242 16,-9 10 197-16,-10 11 135 15,-1 9-42-15,-5 4-76 16,0 5-177-16,-11 19 35 16,-7 6 2-16,3 7-60 15,3-1 13-15,5-6-27 0,3-4-88 16,4-6-57 0,0-8-221-16,4-7-343 0</inkml:trace>
  <inkml:trace contextRef="#ctx0" brushRef="#br0" timeOffset="165027.47">8221 13746 1045 0,'0'0'937'0,"0"0"-774"16,0 0-133-16,0 0 21 16,0 0 142-16,0 0-114 15,-45 110-19-15,38-92 9 16,3-9-54-16,4-2 4 16,0-5-13-16,0-2 5 15,2 0 69-15,16 0-79 16,4 0 5-16,3 0-6 15,-3 0 9-15,-1 0-28 16,-6 6 19-16,-7 14-15 16,2 6-20-16,-8 2 35 15,-2 1 0-15,0-5-6 16,-12-2 24-16,4-7-47 0,-7-4 5 16,-10-11-165-16,2 0-118 15,1 0-458-15</inkml:trace>
  <inkml:trace contextRef="#ctx0" brushRef="#br0" timeOffset="165178.84">8176 13666 963 0,'0'0'1149'16,"0"0"-780"-16,0 0-228 16,116-47-78-16,-83 43-20 15,-4 4-43-15,-4 0-11 16,0 32-62-16,-10 1-196 0,-6-4-235 15</inkml:trace>
  <inkml:trace contextRef="#ctx0" brushRef="#br0" timeOffset="165697.18">7461 14422 1413 0,'0'0'488'15,"0"0"-199"-15,0 0 97 16,0 0-161-16,0 0-56 16,0 0-63-16,0 0-105 0,40-9 59 15,-7 9-60-15,14 0 0 16,11 0-12-16,9 0 34 16,8 10-22-16,8-3 0 15,0-3 21-15,-4-2-39 16,0 1 18-16,-10-1-102 15,-3 5-108-15,-12-1-333 16,-21-1-572-16</inkml:trace>
  <inkml:trace contextRef="#ctx0" brushRef="#br0" timeOffset="166230.99">7706 14707 636 0,'0'0'923'16,"0"0"-677"-16,0 0-88 15,0 0 52-15,0 0 76 16,0 0-121-16,0 0-55 0,0-57 19 16,0 57-129-16,0 6 0 15,-4 10-1-15,-6 6 25 16,-1 2 1-16,3 0-25 16,1-5 16-16,0-4-16 15,2-7 1-15,5-4-1 16,0-4 2-16,0 0 28 15,5 0-51-15,13 0 21 16,7 0 0-16,-2-1-41 16,2-2 40-16,-2 3-4 15,-5 0-14-15,-3 14 6 16,-9 11 4-16,2 7 9 16,-8 4 0-16,0 3 3 15,-14-2 12-15,-9 1-15 16,4-6 9-16,-4-8 29 0,5-7-36 15,3-9-2-15,1-5-69 16,3-3-2-16,-2-7-165 16,4-16-229-16,2-3-220 0</inkml:trace>
  <inkml:trace contextRef="#ctx0" brushRef="#br0" timeOffset="166371.06">7681 14674 1795 0,'0'0'667'15,"0"0"-412"-15,0 0-110 0,0 0-17 16,0 0-126 0,0 0 11-16,139-38-13 0,-93 35-24 15,25 0-112-15,-13-1-329 16,-4-2-691-16</inkml:trace>
  <inkml:trace contextRef="#ctx0" brushRef="#br0" timeOffset="167084.47">7391 13979 1662 0,'0'0'380'0,"0"0"-233"15,0 0-68-15,0 0-4 16,-111 128 114-16,82-50-55 16,7 10-48-16,4 8 54 15,11-1-138-15,7-7 8 16,0-10-10-16,18-10 21 15,13-8-48-15,7-6-7 16,22-3-196-16,-10-13-258 16,-4-12-1495-16</inkml:trace>
  <inkml:trace contextRef="#ctx0" brushRef="#br0" timeOffset="167611.16">8539 14451 864 0,'0'0'1270'0,"0"0"-937"15,0 0-270-15,0 0 133 16,0 0-76-16,0 0-73 15,0 0 28-15,39-5-63 16,-6 5-6-16,5 4-6 16,2 4-21-16,13-2 11 15,-5 0-232-15,-11-2-364 0</inkml:trace>
  <inkml:trace contextRef="#ctx0" brushRef="#br0" timeOffset="168601.34">9172 14001 1543 0,'0'0'277'0,"0"0"-138"15,0 0-139-15,0 0 12 16,0 0 40-16,0 0 90 16,0 0 54-16,5 119-63 15,-16-73-110-15,2-5 67 16,5-5-90-16,4-9 7 15,0-10-5-15,4-8-1 16,18-9-2-16,7 0-40 16,14-26-182-16,-8-6-119 15,-6-3-377-15</inkml:trace>
  <inkml:trace contextRef="#ctx0" brushRef="#br0" timeOffset="168740.37">9391 14029 1664 0,'0'0'717'16,"0"0"-641"-16,0 0-75 0,0 0 100 15,0 0-68-15,-20 137 85 16,11-94-82-16,4-3-17 16,3-5-38-16,2-5-10 15,0-11-225-15,12-10-420 0</inkml:trace>
  <inkml:trace contextRef="#ctx0" brushRef="#br0" timeOffset="169426.45">9730 13776 1230 0,'0'0'306'16,"0"0"-240"-16,0 0-9 15,0 0-43-15,0 0 102 0,0 0 4 16,0 0-85-16,-16 0 40 15,16 0-29-15,0 0-22 16,0 0 54-16,0 0-71 16,0 0-5-16,0 0-2 15,0 0 26-15,-2 0-26 16,2 0 0-16,-2 0 0 16,-2 0-13-16,-1 0 14 15,5 0-1-15,0 0 3 16,0 0 22-16,0 0 13 15,0 0 7-15,0 0-16 16,0 0 53-16,0 0-82 16,13 0 0-16,-2 0 0 15,1 0 24-15,-6 0-16 0,3 0-8 16,-5 10 1-16,-4 9 101 16,0 10-62-16,-4 1 72 15,-13 2-14-15,-2-6-96 16,11-4 55-16,1-4-57 15,7-8 0-15,0 0 4 16,15-3 13-16,12-4-17 16,-2 2 0-16,-6-3 14 15,-5 3-42-15,-14 6 28 16,0 3-22-16,-2 9 1 16,-25 8-22-16,-8 5-34 15,-30 16-37-15,9-11-145 0,5-4-408 16</inkml:trace>
  <inkml:trace contextRef="#ctx0" brushRef="#br0" timeOffset="169994.22">9093 14512 1109 0,'0'0'604'0,"0"0"-268"16,0 0-36-16,0 0-34 15,0 0 24-15,0 0-182 16,0 0 21-16,-8-29-81 16,8 28-47-16,14-1 43 15,17 0-43-15,11-2-1 16,8 1 0-16,0 3 37 15,6 0-47-15,2 0 10 16,-6 0-45-16,-8 0 37 16,-5 0-177-16,-6 7-180 15,-14 0-248-15,-5 2-981 0</inkml:trace>
  <inkml:trace contextRef="#ctx0" brushRef="#br0" timeOffset="170697.26">9249 14698 1024 0,'0'0'808'0,"0"0"-584"16,0 0-74-16,0 0 20 16,0 0-61-16,0 0 16 15,0 0-2-15,-25-9-82 16,25 9 69-16,0 0-92 15,0 0-9-15,0 0 10 16,0 0 2-16,0 0-21 16,0 0 0-16,0 0 14 15,0 0-28-15,0 0 14 16,0 0 0-16,0 0-22 0,0 0 25 16,0 0-3-16,0 0 0 15,0 0 0-15,0 0-23 16,0 0 23-16,0 0 0 15,0 0-10-15,0 0 40 16,0-3-30-16,0 3 0 16,0-4-16-16,13 2-6 15,1-2-18-15,-1 4 40 16,-7 0-18-16,6 0 24 16,-10 0-7-16,-2 18 1 15,0 5 0-15,-16 7 68 16,-8 2-67-16,4-4 15 15,2-2 3-15,7-8 17 0,9-8-43 16,2-2 7 0,6-2 0-16,23-2-23 0,5 1 23 15,-3 2-3-15,-9 3-15 16,-4 2 0-16,-13 5 11 16,-5 8 7-16,-10 3 0 15,-19 0-19-15,-2-2 19 16,0 0-6-16,0-6-26 15,4-3-217-15,10-8-135 16,8-5-675-16</inkml:trace>
  <inkml:trace contextRef="#ctx0" brushRef="#br0" timeOffset="171315.99">10102 13953 1515 0,'0'0'403'15,"0"0"-229"1,0 0-74-16,0 0 66 0,0 0-95 15,0 0-40-15,0 0 18 16,13 69-11-16,1-12 55 16,-5 18-15-16,-5 6-54 15,-4 7 83-15,0 9-95 16,-20-1-1-16,-14-2 14 16,-1-4 2-16,-7-6-27 15,-3-10 0-15,3-7 1 16,4-13-34-16,5-10-129 15,10-16-140-15,9-16-282 0</inkml:trace>
  <inkml:trace contextRef="#ctx0" brushRef="#br0" timeOffset="171666.75">10522 13912 1542 0,'0'0'341'15,"0"0"-246"-15,0 0-48 0,0 0-32 16,0 0 166-16,-19 140 66 15,11-45-114-15,-6 23 66 16,3-6-100-16,2-11-86 16,4-15 44-16,3-17-49 15,-2 6-8-15,-1 5 0 16,3-1 18-16,-2-10-44 16,-3-11-66-16,5-6-229 15,0-16-171-15,2-17-841 0</inkml:trace>
  <inkml:trace contextRef="#ctx0" brushRef="#br0" timeOffset="172787.24">10526 14976 1435 0,'0'0'94'16,"0"0"-94"-16,0 0-23 15,0 0 23-15,0 0 94 16,0 0-24-16,0 0 8 16,96-85-78-16,-72 52-23 15,1 1 17-15,-3 3 12 0,-6 2 4 16,-8 8 183-16,1 7 85 15,-9 7 79-15,0 5-230 16,0 0-108-16,0 20 9 16,-11 14-2-16,-2 12 47 15,-3 7-46-15,1 5-2 16,3-4-10-16,8-7-15 16,2-7-108-16,2-13-99 15,4-8-340-15,12-14-1161 0</inkml:trace>
  <inkml:trace contextRef="#ctx0" brushRef="#br0" timeOffset="173640.28">10827 13832 907 0,'0'0'299'0,"0"0"-189"16,0 0 21-16,0 0-66 0,0 0-12 16,0 0-36-16,0 0-8 15,46-24-9-15,-25 21 55 16,-1 3 47-16,-3 0 110 16,-3 0-56-16,-12 11-72 15,-2 13 40-15,0 7-22 16,-18 7 23-16,-9 1 3 15,-2 0-86-15,7-8 71 16,4-2-108-16,14-10 7 16,4-2-5-16,0-7 17 15,25-2-24-15,10-4 0 16,28-4-172-16,-10 0-54 16,-2-12-603-16</inkml:trace>
  <inkml:trace contextRef="#ctx0" brushRef="#br0" timeOffset="174276.51">11324 13766 1257 0,'0'0'681'0,"0"0"-388"16,0 0-185-16,0 0 1 16,0 0-39-16,0 0-58 15,0 0 15-15,66-22-27 16,-37 22 0-16,5 0-18 15,-5 0 18-15,-2 0 0 16,-7 0-6-16,-5 0-4 16,-11 0 10-16,4 0 4 15,-8 0-2-15,0 0 102 16,0 0-56-16,0 0 28 16,0 0-51-16,0 0 3 15,0 3-55-15,-2 17 27 0,-8 13 0 16,-1 11-19-16,3 12 20 15,-8 12-1-15,-5 25 7 16,-5 23 24-16,2 28-4 16,-8 5-27-16,10-11 18 15,-1-16-6-15,15-15 2 16,-1-17-14-16,2-18 13 16,2-16 18-16,5-10-25 15,-4 3-6-15,2-1 0 16,-7-2-16-16,7-8 22 15,-2-15-6-15,-4-5 0 16,4-13 25-16,-5-5 4 16,-7 0 37-16,-1 0-35 15,-10-12-6-15,0-2-25 0,-4-4-30 16,2 1-16-16,-11-2-148 16,7 1-107-16,6 4-768 0</inkml:trace>
  <inkml:trace contextRef="#ctx0" brushRef="#br0" timeOffset="177738.31">4846 16459 1468 0,'0'0'325'0,"0"0"-139"15,0 0-132-15,0 0 44 16,0 0 96-16,0 0-102 16,0 0 1-16,-5 0-52 15,5 0-40-15,5 0 109 16,12 0-66-16,10 0 24 15,9 0-15-15,7 0-29 16,1 0-31-16,3 0 7 0,-5 0-202 16,-2 8-44-16,-13 2-335 15,-13-2-861-15</inkml:trace>
  <inkml:trace contextRef="#ctx0" brushRef="#br0" timeOffset="177888.53">4765 16704 1932 0,'0'0'585'16,"0"0"-458"-16,0 0-53 16,0 0 56-16,0 0-128 15,132 0 7-15,-74 0-9 16,2 0-115-16,9 8-79 0,-18-2-298 16,-3-3-1249-16</inkml:trace>
  <inkml:trace contextRef="#ctx0" brushRef="#br0" timeOffset="178826.89">5822 16575 1687 0,'0'0'491'16,"0"0"-392"-16,0 0 81 15,0 0 32-15,0 0-117 16,0 0 44-16,0 0-111 16,-20-50-10-16,20 28-16 15,2-2-2-15,14 0 0 16,1 2-12-16,6 4 0 16,-3 7 4-16,-2 11 8 0,-7 0-15 15,0 11-13 1,-11 19 10-16,0 14 18 0,-27 14-6 15,-15 0 24-15,-11-2-19 16,-3-8 1-16,0-13 0 16,5-9 6-16,8-14 10 15,10-10-16-15,10-2 45 16,10-10-35-16,13-15 31 16,0-3-41-16,32 1 0 15,12 1-27-15,7 9 19 16,5 11-8-16,2 6-47 15,0 4-131-15,25 20-8 16,-16-2-311-16,-7-8-674 0</inkml:trace>
  <inkml:trace contextRef="#ctx0" brushRef="#br0" timeOffset="179510.23">6580 16172 1443 0,'0'0'282'0,"0"0"-204"0,0 0 68 15,0 0-97-15,0 0 4 16,0 0 48-16,0 0-50 16,-60 58 54-16,44-23-1 15,1 2-58-15,1 6 62 16,5-1-79-16,7 7 0 16,2 0 45-16,0 6-73 15,0-2 41-15,0-1-18 16,0 5-18-16,0-3 72 15,0 1-66-15,0-2 9 16,-11 1 19-16,6 4-21 16,-4-1 1-16,3-1-20 0,-3-5 0 15,2 4-7 1,0-3 7-16,1-6 0 0,-3 6-1 16,7-6 19-16,-5-1-19 15,2 0 1-15,3-2 0 16,-2-6-21-16,2-6 21 15,2-4 0-15,0-8-1 16,-2-3 21-16,2-5-21 16,0-8 1-16,0-3 0 15,0 0-14-15,0 0 15 16,0 0-1-16,0 0 0 16,0 0 27-16,0 0-26 15,0 0-1-15,0 0 0 0,0 0-4 16,0 0 11-16,8 0-7 15,19 0 0-15,11 0 24 16,7 0-28-16,3 0 4 16,8 0 0-16,-4 0-27 15,-6 0 7-15,1-3-168 16,-9-2-151-16,-11-5-568 0</inkml:trace>
  <inkml:trace contextRef="#ctx0" brushRef="#br0" timeOffset="179976.49">6437 16046 1798 0,'0'0'590'15,"0"0"-490"-15,0 0 25 16,0 0 0-16,0 0-91 15,139 12 32-15,-91 0-66 16,4 0 0-16,2-2 0 16,12-6-181-16,-10-4-143 15,-12 0-835-15</inkml:trace>
  <inkml:trace contextRef="#ctx0" brushRef="#br0" timeOffset="183107.13">7307 16203 1644 0,'0'0'307'15,"0"0"-229"-15,0 0-20 16,0 0 95-16,0 0 29 15,0 0-47-15,0 0-15 16,-39-9 5-16,39 4-73 16,0-4 15-16,0-1-19 15,6 0-48-15,7 0 0 16,5 2-7-16,-1 6 8 16,1 2-13-16,-5 0 5 0,-3 10-1 15,-8 19 1-15,-2 0 5 16,-2 10 2-16,-16-2 19 15,-5-2-18-15,6-9 24 16,3-6-25-16,5-10 0 16,7-4-4-16,2-4 5 15,0 2-2-15,17-1-13 16,10 2 6-16,0 4 1 16,-4 2 7-16,-6 5 0 15,-7 6-9-15,-10 6 15 16,0 6-6-16,-25 3 18 15,-11-2-17-15,1 0 6 16,-6-8-7-16,10-4-83 0,9-13-140 16,8-2-306-16,14-8-595 0</inkml:trace>
  <inkml:trace contextRef="#ctx0" brushRef="#br0" timeOffset="183491.31">7797 16367 1211 0,'0'0'633'0,"0"0"-454"16,0 0-48-1,0 0-41-15,0 0 12 0,0 0-4 16,11-120-45-16,14 99-11 15,2 3-41-15,-3 10 11 16,1 6 16-16,-10 2-27 16,-8 6 14-16,-7 20 13 15,-5 14 49-15,-24 13 59 16,-13 2-57-16,-7 3-11 16,-3 0 5-16,10-12-46 15,9-8 12-15,15-13-39 16,11-9 6-16,7-4-11 15,9-6 5-15,25-2 0 16,10-1 0-16,12-3-69 16,0 0-8-16,-3 0-135 0,-4 0-116 15,-11 0-163-15,-18 1-211 16</inkml:trace>
  <inkml:trace contextRef="#ctx0" brushRef="#br0" timeOffset="183910.81">7004 16922 836 0,'0'0'949'16,"0"0"-600"-16,0 0-101 15,0 0 15-15,0 0 6 16,0 0-114-16,0 0-39 15,-14-22-49-15,45 20-56 16,16-1 11-16,14 0-22 16,7 3 0-16,11 0-6 15,5-2 15-15,3 0-9 0,2 0 0 16,-4-1-40-16,-2 1-10 16,-12 2-68-16,-5 0-135 15,-12 0-119-15,-23 5-491 0</inkml:trace>
  <inkml:trace contextRef="#ctx0" brushRef="#br0" timeOffset="184563.31">7338 17177 1033 0,'0'0'855'0,"0"0"-625"16,0 0-146-16,0 0 83 15,0 0-79-15,0 0 1 0,0 0 20 16,0-18-66 0,0 18-4-16,0 0 8 0,0 0-15 15,0 0 19-15,0 0-43 16,0 0-7-16,0 0-1 15,-6 14 16-15,-8 4-14 16,1 3 29-16,-1-2-19 16,1-1 30-16,1-2-41 15,6-8 0-15,-1-2 8 16,7-6-1-16,0 0-8 16,0 0 0-16,11 0-17 15,12 0 16-15,6 0-20 0,2-9-3 16,2 6 24-1,-4 1-12-15,-4 2 11 0,-5 0 1 16,-5 10-8-16,-6 8 1 16,-5 5 7-16,-4 4 0 15,0 2 19-15,0-2-13 16,-15 1 27-16,-3-3-8 16,1-6-24-16,-4-4 16 15,6-7-17-15,-1-3-35 16,-4-5-65-16,-2-5-131 15,4-18-228-15,5-4-424 0</inkml:trace>
  <inkml:trace contextRef="#ctx0" brushRef="#br0" timeOffset="184690.2">7365 17140 2027 0,'0'0'684'16,"0"0"-509"-16,0 0-150 15,0 0-14-15,131-27-11 16,-91 22-5-16,18 2-81 15,-11-1-258-15,0-1-783 0</inkml:trace>
  <inkml:trace contextRef="#ctx0" brushRef="#br0" timeOffset="185330.66">6996 16351 403 0,'0'0'1532'0,"0"0"-1226"0,0 0-232 16,0 0 3-16,0 0-58 15,0 0 86-15,-124 144 62 16,86-58-49-16,5 10-14 16,8 6-51-16,14-23-23 15,5 7 20-15,6-11-49 16,0-7 0-16,19-8-1 15,12-4-11-15,39 2-49 16,-10-17-253-16,7-10-386 0</inkml:trace>
  <inkml:trace contextRef="#ctx0" brushRef="#br0" timeOffset="185916.37">8256 16912 147 0,'0'0'1524'16,"0"0"-1135"-16,0 0-138 15,0 0-21-15,0 0 51 16,0 0-112-16,0 0-39 16,0-29-67-16,11 29-55 15,18 0 19-15,7 0-27 16,9 3 0-16,4 6 0 16,4 0-14-16,1 2-34 15,12-8-136-15,-8-3-376 16,-8 0-530-16</inkml:trace>
  <inkml:trace contextRef="#ctx0" brushRef="#br0" timeOffset="189345.71">9299 16249 1448 0,'0'0'259'0,"0"0"-206"16,0 0 37-16,0 0-19 15,0 0 49-15,0 0-35 16,0 0-73-16,0-12 113 15,0 12-27-15,0 0-24 16,0 0 17-16,0 0-82 16,0 0 22-16,0 0-30 15,0 0 26-15,0 0-25 16,0 0-2-16,-2 0 0 16,-2 0-18-16,2 5 40 15,-3 5-22-15,3 8 0 16,2-2 21-16,0 7 9 0,0 2-30 15,0 4 1-15,13-2 16 16,5 8-2-16,0-1 16 16,4 1-31-16,1-4 22 15,-3-1-25-15,-5-4 3 16,-4-4 0-16,-6-6-1 16,-5-2 16-16,0-2-15 15,-5 1 0-15,-19-8-13 16,-3 5-17-16,-2-6 23 15,-2-4 7-15,4 0-19 16,5-7 42-16,9-14-23 16,6-6 20-16,7-8 25 15,22-7 44-15,21-6-88 0,5-4-1 16,10-3 0-16,-2 10 26 16,-4 0-26-16,-17 10 0 15,-8 5 0-15,-16 3-30 16,-11 10 30-16,0 3-15 15,-27 5-37-15,-6 9-108 16,-19 0 12-16,8 18-207 16,4 2-408-16</inkml:trace>
  <inkml:trace contextRef="#ctx0" brushRef="#br0" timeOffset="189728.13">9039 16874 1008 0,'0'0'1064'0,"0"0"-793"16,0 0-206-16,0 0 99 0,0 0 9 16,0 0-76-16,0 0-24 15,60 0-61-15,-4 0 3 16,9 0-15-16,1 0 19 15,5 0-14-15,-4 0-5 16,-4 4 0-16,-10 1-14 16,1 7-140-16,-14-3-172 15,-16 2-486-15</inkml:trace>
  <inkml:trace contextRef="#ctx0" brushRef="#br0" timeOffset="190315.4">9311 17177 1207 0,'0'0'480'0,"0"0"-358"15,0 0-64-15,0 0 48 16,0 0-28-16,0 0-33 16,0 0 11-16,-27-2-18 15,27 0 104-15,0 2-29 0,0 0-48 16,0-2 16-16,0-3-80 15,0-2 32-15,0 0-33 16,11-5-53-16,7 3 53 16,-3-3-43-16,8 6 39 15,-5-1-19-15,-1 2 44 16,-5 5-21-16,-3 0 52 16,-7 0-31-16,-2 12 3 15,0 10 0-15,-2 6 9 16,-14 2 58-16,-2 0-78 0,9-6 17 15,0-4-30 1,9-8 31-16,0 2-20 0,0-5-11 16,16 3 0-16,6-1 15 15,-2 1-6-15,-6 6-9 16,-12 8 0-16,-2 4 16 16,-5 8-25-16,-21 1 9 15,-5 0-24-15,-3-2-3 16,-2-2-141-16,9-8-115 15,10-13-596-15</inkml:trace>
  <inkml:trace contextRef="#ctx0" brushRef="#br0" timeOffset="190883.98">9999 16100 95 0,'0'0'1446'16,"0"0"-1164"-16,0 0-114 16,0 0-67-16,0 0 29 15,0 0-56-15,0 0-46 16,-6 26 89-16,22 18-34 0,5 16 35 16,2 26 9-1,-3 25-74-15,-5-1 68 0,-3-11-80 16,-12-14-26-16,0-12 47 15,-16 9-48 1,-13 8-7-16,-11-4-7 0,3-5 26 16,-6-7-20-16,3-6-6 15,4-10-94-15,7-4-132 16,13-18-373-16,10-15-842 0</inkml:trace>
  <inkml:trace contextRef="#ctx0" brushRef="#br0" timeOffset="191298.36">10456 16956 1483 0,'0'0'903'0,"0"0"-614"16,0 0-77-16,0 0-27 15,0 0-119-15,0 0 13 16,0 0-79-16,97-34 6 16,-49 27-22-16,8-4 16 15,2 7-32-15,9 4-25 16,-16 0-316-16,-9 0-403 0</inkml:trace>
  <inkml:trace contextRef="#ctx0" brushRef="#br0" timeOffset="192071.16">11361 16133 1506 0,'0'0'255'16,"0"0"-199"-16,0 0-17 0,-85 125 156 16,50-8-26-16,-3 37 25 15,9 8-12-15,16-25-63 16,6-38 14-16,7-39-106 16,0-9-18-16,0 7 13 15,12 0-21-15,10 9-1 16,4-13 0-16,19 8-41 15,-7-18-155-15,-7-12-365 0</inkml:trace>
  <inkml:trace contextRef="#ctx0" brushRef="#br0" timeOffset="197623.62">11609 16449 1257 0,'0'0'651'0,"0"0"-512"16,0 0-51-16,0 0 87 15,0 0-52-15,0 0-65 16,47-62 11-16,-27 31-51 16,0-2 8-16,2-2-26 15,-1-4 0-15,0 2-1 16,-5 5 1-16,-3 2 0 16,-5 8-1-16,-8 7 7 15,0 10 49-15,0 5 0 0,0 0-29 16,-10 18-26-16,-7 21 1 15,-6 12-1-15,5 19 4 16,-1 9-3-16,-2 5-2 16,3 0-115-16,3 5-102 15,2-25-165-15,3-19-742 0</inkml:trace>
  <inkml:trace contextRef="#ctx0" brushRef="#br0" timeOffset="197828.14">11299 16824 2078 0,'0'0'580'16,"0"0"-446"-16,0 0-46 16,0 0-28-16,0 0-17 15,147-45-8-15,-78 38-14 16,7 0-15-16,4 7 2 15,-6 0-8-15,11 0-95 16,-23 0-162-16,-11 5-389 0</inkml:trace>
  <inkml:trace contextRef="#ctx0" brushRef="#br0" timeOffset="198359.99">11502 17024 613 0,'0'0'1068'0,"0"0"-796"15,0 0-93-15,0 0 78 16,0 0-76-16,0 0-41 16,0 0-68-16,-16-4-60 0,7 13 10 15,3 10-2-15,-3 3 13 16,-5 1 6-16,12-5-38 16,-2-5 5-16,4-6-6 15,0-3 6-15,0-4-18 16,6 0 8-16,19 0-2 15,4-11-9-15,2-2-21 16,5-2 5-16,-7 8 22 16,-7 2-6-16,-2 5 6 15,-6 0-7-15,-6 10 4 16,1 13 12-16,-6 7 6 16,-3 0 13-16,0 5 5 15,-7-3-12-15,-11-3 36 16,2-5-40-16,1-2-7 0,1-4 3 15,-1-7-4-15,1-8-42 16,-1-1-88-16,-12-2-98 16,5-10-145-16,-1-10-547 0</inkml:trace>
  <inkml:trace contextRef="#ctx0" brushRef="#br0" timeOffset="198474.15">11395 16992 2118 0,'0'0'543'15,"0"0"-482"-15,0 0-37 16,138-30-24-16,-82 26 8 16,17 2-19-16,-8 2-144 15,-14 0-501-15</inkml:trace>
  <inkml:trace contextRef="#ctx0" brushRef="#br0" timeOffset="199369.29">12329 16776 1681 0,'0'0'594'16,"0"0"-348"-16,0 0 47 15,0 0-52-15,0 0-99 16,0 0-53-16,0 0-47 15,33-16-41-15,10 9 12 16,12 3-13-16,3-1-29 16,0 3 9-16,-4 2-82 15,8 0-73-15,-17 0-351 16,-7 0-645-16</inkml:trace>
  <inkml:trace contextRef="#ctx0" brushRef="#br0" timeOffset="200550.87">13492 16334 1051 0,'0'0'914'15,"0"0"-618"-15,0 0-90 16,0 0 21-16,0 0-34 16,0 0-40-16,0 0-73 15,10-32-12-15,7 14-25 16,6-4-35-16,-1-3-16 16,7-8-4-16,0-1-39 15,-7-3 29-15,-2-4-29 0,-6 5 4 16,-10 4 0-1,3 6 14-15,-7 11 33 0,0 8 15 16,0 7-15-16,-11 10-6 16,-5 20-14-16,-11 16 20 15,8 14 0-15,-6 12 7 16,0 10-11-16,5 5 4 16,-3-1-76-16,6-2-99 15,-10-2-106-15,5-20-233 16,0-20-895-16</inkml:trace>
  <inkml:trace contextRef="#ctx0" brushRef="#br0" timeOffset="200695.84">13143 16802 1647 0,'0'0'810'0,"0"0"-512"16,0 0-128-16,0 0-113 15,0 0-23-15,143-4-29 16,-85 4 2-16,2 0-14 15,13 0-152-15,-15 0-389 16,-14 4-639-16</inkml:trace>
  <inkml:trace contextRef="#ctx0" brushRef="#br0" timeOffset="201488.48">13294 17101 643 0,'0'0'403'0,"0"0"-159"16,0 0-19 0,0 0-18-16,0 0-27 0,0 0-95 15,0 0-28-15,0 0 28 16,0 0-32-16,0 0 2 15,0 0-26-15,0 0-29 16,-2 0 18-16,2 0-18 16,0 0 0-16,0 0 0 15,0 0 9-15,0 0-9 16,0 0 29-16,0 0-2 16,0 0 25-16,0 0 0 15,0 0-22-15,0 0 1 0,0 0-30 16,0 0-2-16,0 0 1 15,-4 0-16-15,-6 0 7 16,4 0 9-16,-3 0 0 16,3 0 12-16,-2 0-12 15,8 0 65-15,0 0-2 16,0 0-38-16,10-5-25 16,9 2-37-16,6-1 22 15,0 2 9-15,-5 2-2 16,-5 0 8-16,-5 4 1 15,-10 16-1-15,0 6 55 16,-3 6 13-16,-17 4 1 16,-2-2-11-16,1-3-52 0,15-4 11 15,6-5-17 1,0-4 0-16,20-7-7 0,20-8-4 16,0-1 11-16,-4-2-9 15,-7 0 18-15,-9 0-1 16,-14 9-2-16,-6 3 6 15,0 9-18-15,-21 9 6 16,-8 2 0-16,-3 3-6 16,3-5-85-16,9-6-79 15,3-9-214-15,7-12-714 0</inkml:trace>
  <inkml:trace contextRef="#ctx0" brushRef="#br0" timeOffset="201873.17">14137 16131 709 0,'0'0'948'0,"0"0"-860"16,0 0-28-16,27 127 126 16,-18-18 9-16,-5 32 27 15,-4 9-88-15,-4-26 13 16,-19-32-20-16,3-34-63 15,-6-2-19-15,-11 6-22 16,2 7-22-16,-5 3 6 16,2-10-7-16,7-8-191 15,11-18-167-15,7-16-773 0</inkml:trace>
  <inkml:trace contextRef="#ctx0" brushRef="#br0" timeOffset="202541.69">14493 16012 1187 0,'0'0'1033'0,"0"0"-836"15,0 0-166-15,0 0-30 16,0 0 26-16,0 0-27 15,145 0 6-15,-89 0-6 16,0-2 9-16,-12-5-9 16,-7-2 0-16,-16 5 1 15,-7 0 5-15,-12 1 3 16,-2 3 46-16,0 0 40 16,0 0-59-16,0 0-18 15,0 0-18-15,-2 17-22 16,-4 9 22-16,-2 10-15 15,4 10 15-15,-5 12-7 16,3 11 14-16,-8 23 30 16,-11 26 26-16,-4 20-18 15,-6 9 10-15,-1-17-7 0,7-10 0 16,9-27 15-16,5-19-38 16,4-12 5-16,1-4 4 15,4 8-26-15,-3 10 31 16,-3 5-39-16,4-10 0 15,-1-18 8-15,-5-7-6 16,3-15-2-16,3-10 4 16,-4-9 4-16,-3-6 9 15,-8-6-16-15,-6 0-1 16,-4 0 10-16,-9-18-10 16,-5 0-15-16,-5-8-34 15,-12-4-108-15,8 2-227 0,7 5-652 0</inkml:trace>
  <inkml:trace contextRef="#ctx0" brushRef="#br0" timeOffset="204354.89">20104 3846 1330 0,'0'0'608'16,"0"0"-488"-16,0 0-78 16,0 0-40-16,0 0 7 0,0 0 18 15,0 0-26-15,2 54 28 16,6-45-29-16,-6 0 0 15,-2-6-1-15,2-3-30 16,-2 0-37-16,0 0-75 16,4-25-235-16,5 1-259 15,-7-5-201-15</inkml:trace>
  <inkml:trace contextRef="#ctx0" brushRef="#br0" timeOffset="204581.52">20104 3846 611 0,'41'-119'623'0,"-41"104"-215"15,0-4-104-15,0 2 3 16,0 3-49-16,0 5-20 0,0 6-57 15,0-2-82-15,0 5-32 16,0 0-67-16,0 0 13 16,0 8-26-16,-2 20 2 15,-8 15 11-15,-1 8 1 16,-3 11 14-16,4-1-8 16,-1-4-7-16,1-8 0 15,6-11-13-15,2-12 13 16,-3-7-35-16,5-11-92 15,0-7-120-15,-2-5 43 16,0-17-54-16,0-9-609 0</inkml:trace>
  <inkml:trace contextRef="#ctx0" brushRef="#br0" timeOffset="204722.8">19993 3609 1962 0,'0'0'651'15,"0"0"-461"-15,0 0-107 16,0 0 9-16,0 0-66 15,127-24 14-15,-87 24-40 16,0 19-13-16,-18 25-108 16,-1-3-264-16,-21-3-426 0</inkml:trace>
  <inkml:trace contextRef="#ctx0" brushRef="#br0" timeOffset="204885.65">19614 4225 1028 0,'0'0'1530'16,"0"0"-1260"-16,0 0-201 16,0 0-30-16,0 0 79 15,147-7-66-15,-76 0-50 0,10 1-2 16,23 1-79-16,-15 4-423 16,-15-3-744-16</inkml:trace>
  <inkml:trace contextRef="#ctx0" brushRef="#br0" timeOffset="205151.1">20631 3972 2163 0,'0'0'629'16,"0"0"-543"-16,0 0-40 16,0 0-30-16,0 0-2 15,0 0 10-15,0 0-24 16,93 18-2-16,-66-4-141 16,-12 7-175-16,-6-5-263 15,-9 0-656-15</inkml:trace>
  <inkml:trace contextRef="#ctx0" brushRef="#br0" timeOffset="205284.15">20579 4182 1761 0,'0'0'724'0,"0"0"-492"15,0 0-177-15,0 0-18 16,145 0-35-16,-65 0-2 16,-10 0-131-16,-10-5-386 0</inkml:trace>
  <inkml:trace contextRef="#ctx0" brushRef="#br0" timeOffset="206421.44">21468 3950 2099 0,'0'0'571'0,"0"0"-571"15,0 0-12-15,0 0 11 16,0 0 1-16,0 0 45 16,0 0-26-16,-19-44-19 15,17 30-13-15,2 2-6 16,0-2-1-16,0 2 11 15,6 0-50-15,3 4 27 16,4 4 31-16,-8 2-22 16,2 2 23-16,-7 0-16 15,0 10 16-15,0 6 6 0,-5 0 3 16,-2-2 10 0,-4-2 1-16,2-4-19 0,5-3 23 15,2-5-9-15,-3 0-5 16,0 0 50-16,1 0-39 15,0 0-9-15,-1-7-12 16,3 0-46-16,2 1 10 16,0 3-27-16,0-1-7 15,0 4 51-15,0 0-12 16,0 0 19-16,0 0 12 16,0 0 0-16,0 0 28 15,0 0 12-15,0 0-1 16,0 0 25-16,0 0-6 15,-2 0 24-15,2-4 3 16,0-11-58-16,0-10-27 0,0-3-33 16,11-2-59-16,5 2 26 15,-1 6 30-15,-1 5 36 16,-1 16 64-16,-7 1-63 16,-1 15 29-16,-5 25 0 15,-9 15 37-15,-22 12 5 16,-21 11-44-16,-6-4 10 15,-2-10-1-15,5-15-29 16,8-14 26-16,16-15-34 16,6-11 0-16,10-4 20 15,15-5-20-15,0 0 38 16,2-2-4-16,25-12-28 0,8-1-12 16,7 5-7-16,6 8-11 15,14 2-63-15,-10 17-249 16,-8-1-342-16</inkml:trace>
  <inkml:trace contextRef="#ctx0" brushRef="#br0" timeOffset="208362.81">21888 3389 895 0,'0'0'622'0,"0"0"-322"16,0 0-99-16,0 0-12 15,0 0 47-15,0 0-82 16,0 0 31-16,-5-93-83 16,5 91-35-16,0 0 2 15,0 2-68-15,0 0 14 16,0 0-15-16,0 22-12 15,0 16 12-15,0 19 9 16,-4 29-8-16,0 32 41 16,-6 31-41-16,4 7 35 15,-3-22-7-15,7-33-29 16,0-33 37-16,-6-8-28 0,4 10-3 16,4 11 8-16,-4 7-7 15,-3-10-7-15,5-5 0 16,0-15 12-16,2-12-12 15,0-7 0-15,0-11 0 16,0-7-7-16,0-10 7 16,0-4 0-16,0-4 0 15,0-1 6-15,0-2-4 16,0 0-2-16,0 0 0 16,0 0 13-16,0 0-12 15,4 0 8-15,9 0-9 16,14 0 1-16,4 0 15 0,14 0-16 15,8 0 0-15,5 0-18 16,-2 0-8-16,2 0-37 16,2 0-146-16,-13-5-308 15,-11-5-378-15</inkml:trace>
  <inkml:trace contextRef="#ctx0" brushRef="#br0" timeOffset="208842.5">21921 3296 1947 0,'0'0'605'0,"0"0"-410"15,0 0-14-15,0 0-91 16,0 0-35-16,0 0-7 15,134-33-42-15,-83 30-12 16,-4 3-18-16,18 0-203 16,-16 4-158-16,-7 2-635 0</inkml:trace>
  <inkml:trace contextRef="#ctx0" brushRef="#br0" timeOffset="-213356.56">22746 3462 1580 0,'0'0'478'16,"0"0"-421"-16,0 0-8 15,0 0-20-15,0 0 97 16,0 0 36-16,-9 0-64 16,9 0 0-16,0 0-37 15,0 0-35-15,0 0 27 16,0 0-52-16,-2 0 26 15,2 0 14-15,-2 0-28 0,-3 0 48 16,1 0-11-16,-1-7-49 16,-2-3 39-16,3-3-39 15,4-2 13-15,0-2-14 16,0-1-8-16,4 3-5 16,10 3 13-16,-1 6-4 15,1 6-20-15,-1 0 21 16,-9 14-5-16,-4 15 2 15,0 14 12-15,-8 5 12 16,-19 3-4-16,-2-4-13 16,0-7 34-16,4-11-34 15,10-9-1-15,13-10 3 0,2-9 14 16,0-1-34-16,19 0-2 16,20-11-95-16,1-2-5 15,2 4-27-15,-7 6 87 16,-4 3 51-16,-6 5-15 15,-11 16 23-15,-10 14 26 16,-4 2-1-16,-8 8 46 16,-21 1-45-16,-10-2 2 15,8-4-19-15,0-8-9 16,11-15-86-16,8-8-395 16,12-9-774-16</inkml:trace>
  <inkml:trace contextRef="#ctx0" brushRef="#br0" timeOffset="-213072.91">23154 3699 2016 0,'0'0'216'0,"0"0"-216"16,0 0-40-16,54-140 37 16,-39 90 2-16,-2-3 2 15,-1 6 11-15,-4 5-4 16,1 9 2-16,-2 9 80 15,-2 12 110-15,-3 10 31 16,-2 2-108-16,0 14-123 16,0 23 12-16,-2 12 58 15,-10 11-61-15,-1 11 31 16,2 3-40-16,-3 1-15 16,6 1 14-16,-6-6-152 0,-8 8-102 15,6-20-287-15,3-17-1038 0</inkml:trace>
  <inkml:trace contextRef="#ctx0" brushRef="#br0" timeOffset="-212807.83">22409 4185 2031 0,'0'0'627'0,"0"0"-532"16,0 0-53-1,0 0 19-15,116-5-6 0,-47-4-2 16,18 1 5-16,25-2-57 16,-10-1 15-16,3 1-16 15,-5 5 0-15,-29 0-15 16,1 5-55-16,-14 0-172 15,-18 9-290-15,-17 1-359 0</inkml:trace>
  <inkml:trace contextRef="#ctx0" brushRef="#br0" timeOffset="-212337.39">22839 4417 1517 0,'0'0'588'16,"0"0"-484"-16,0 0-81 15,0 0 41-15,0 0 47 16,0 0-29-16,0 0-30 15,-40 34 40-15,22-11 26 0,5-1-72 16,2-7-31 0,4-2 7-16,7-5-10 0,0-6-9 15,3-2-3-15,23 0-22 16,5-2 16-16,10-9-109 16,-6 1-16-16,1 3 104 15,-7 7-6-15,-13 0 33 16,-5 2 15-16,-11 17 8 15,0 11 42-15,-2 2-20 16,-21 6-10-16,3 3 37 16,-6-2-35-16,-1-8 14 15,2-3-27-15,7-8-12 16,3-6-24-16,6-5 9 16,4-7-163-16,3-4-24 15,2-18-160-15,0-6-970 0</inkml:trace>
  <inkml:trace contextRef="#ctx0" brushRef="#br0" timeOffset="-212200.65">22951 4365 1066 0,'0'0'1463'16,"0"0"-1248"-16,0 0-215 16,0 0 0-16,0 0-15 15,118-20 14-15,-62 17-13 16,-10 3-244-16,-5 0-571 0</inkml:trace>
  <inkml:trace contextRef="#ctx0" brushRef="#br0" timeOffset="-206969.07">23763 4191 588 0,'0'0'897'15,"0"0"-572"-15,0 0-88 16,0 0 15-16,0 0-75 16,0 0-39-16,0 0-25 15,0-11-26-15,2 4 29 16,0 1-50-16,-2 2 18 15,0 1 28-15,0 3-73 16,0 0 33-16,0 0-72 16,6 0 11-16,8-1-11 15,10-4 6-15,15 4-12 16,5-6-44-16,32-5-137 16,-9 2-272-16,-9-4-325 0</inkml:trace>
  <inkml:trace contextRef="#ctx0" brushRef="#br0" timeOffset="-206467.13">24641 3396 1538 0,'0'0'900'0,"0"0"-669"15,0 0-172-15,0 0 41 16,0 0 42-16,0 0-91 15,0 0 13-15,69-17-64 16,-27 17 8-16,5 0-11 16,-1 3 4-16,-1 6-1 15,-7-4 0-15,-11-1 9 16,-7 1-24-16,-11-3 3 16,-5-2-4-16,-4 2 1 15,0-2-18-15,0 1 32 16,0 6-5-16,0 6 3 15,-8 13-9-15,-3 13 12 0,-3 12 0 16,-1 8 3-16,1 7-2 16,-1 1-1-16,3-5 0 15,1-6-12-15,7-8-6 16,-6-10-206-16,4-10-76 16,-3-10-259-16,3-14-754 0</inkml:trace>
  <inkml:trace contextRef="#ctx0" brushRef="#br0" timeOffset="-206328.89">24739 3742 218 0,'0'0'2043'0,"0"0"-1581"15,0 0-327 1,116-79-1-16,-72 64-86 0,8 2-29 16,-6 7-18-16,1 6-2 15,13 0-142-15,-12 16-393 16,-15 1-207-16</inkml:trace>
  <inkml:trace contextRef="#ctx0" brushRef="#br0" timeOffset="-206051.22">24547 4200 1974 0,'0'0'575'0,"0"0"-388"16,0 0 9-16,0 0-108 16,0 0-12-16,121-36-40 15,-77 35-28-15,10 1 14 16,-1 0-22-16,2 0-42 15,24 5-71-15,-19 4-374 16,-11-1-353-16</inkml:trace>
  <inkml:trace contextRef="#ctx0" brushRef="#br0" timeOffset="-205344.22">24774 4417 1500 0,'0'0'504'15,"0"0"-388"-15,0 0 39 16,0 0 69-16,0 0-47 16,0 0-84-16,0 0-35 15,-4-4-58-15,4 0 26 16,0 0-19-16,0 4 5 15,0 0-4-15,0 0-8 16,0 0 0-16,0 0-17 16,0 0 10-16,0 0-10 15,0 0-14-15,-2 0-8 16,-7 0 29-16,4 0 10 16,3 0 0-16,0 0 7 0,2 0-5 15,0 0 24-15,0 0 12 16,2 0-16-16,12-7-22 15,3 0-16-15,1 2 7 16,0 2-8-16,-5 3 14 16,-6 0 3-16,-5 5 6 15,-2 14 3-15,-2 9 61 16,-20 4-37-16,0 3-10 16,-5-3 32-16,4-6-53 15,10-6 8-15,11-4-10 16,2-6 6-16,9-3-18 15,13 0 3-15,5-2 9 16,-1 4-16-16,-3-1 11 0,-9 4 5 16,-14 8 0-1,0 4 1-15,-23 8-5 0,-17 4 4 16,-5 0-17-16,1 0-37 16,1-6-192-16,12-7-246 15,16-14-657-15</inkml:trace>
  <inkml:trace contextRef="#ctx0" brushRef="#br0" timeOffset="-204239.94">25318 3409 1079 0,'0'0'1100'16,"0"0"-842"-16,0 0-120 15,0 0 30-15,0 0-44 16,0 0-9-16,0 0-88 0,-4-17-16 16,24 17-14-16,9 11 4 15,7-5-1-15,-5-1 3 16,2-2 12-16,-1-3-9 15,-10 0-6-15,-7 0 0 16,-6 0-14-16,-4 0 22 16,-5 0-8-16,0 0 31 15,0 0-30-15,0 0 33 16,0 0-34-16,0 0 0 16,0 1-17-16,0 20-10 15,0 13 27-15,0 13-6 16,0 14 14-16,-12 13-17 0,-3 25 9 15,-5 21 0-15,-5-6 27 16,6-10-26-16,-2-14 8 16,11-17-9-16,-4 5 17 15,3 10-16-15,1-5-1 16,6-7 0-16,2-4-1 16,2-7 7-16,0-12-6 15,0-9 0-15,0-9 9 16,0-13-14-16,-2-11 5 15,-3-4 0-15,-1-5-7 16,-6-2 26-16,-5 0-17 16,-12 0 1-16,-7-9 4 15,0-1-14-15,-6 1-96 0,-4 4-144 16,5 3-119-16,10 2-730 16</inkml:trace>
  <inkml:trace contextRef="#ctx0" brushRef="#br0" timeOffset="-203609.52">26143 4062 2008 0,'0'0'539'15,"0"0"-295"-15,0 0-37 0,0 0-53 16,0 0-13-16,0 0-103 16,0 0-18-16,85-17-20 15,-45 14-34-15,-2 3 5 16,-2 3-98-16,-7 12-324 16,-21 1-297-16</inkml:trace>
  <inkml:trace contextRef="#ctx0" brushRef="#br0" timeOffset="-203473.49">26141 4271 2311 0,'0'0'550'0,"0"0"-550"15,0 0 34-15,0 0 6 16,0 0-26-16,170-10-14 0,-89-2-142 16,-11 1-484-1,-12 4-779-15</inkml:trace>
  <inkml:trace contextRef="#ctx0" brushRef="#br0" timeOffset="-202403.13">27064 3982 2225 0,'0'0'574'0,"0"0"-518"0,0 0 42 15,0 0 8-15,0 0-86 16,0 0 23-16,0 0-43 16,-3-100 0-16,15 74-6 15,5 0-60-15,10 3 43 16,0 8-15-16,2 7 28 16,-9 8-11-16,-5 14 18 15,-15 25 3-15,0 13-1 16,-21 15 16-16,-29 5 3 15,-10-1-18-15,-2-10 0 0,-5-10 6 16,7-17 3 0,13-12-9-16,7-12 12 0,11-10-3 15,6 0 6-15,19-6-15 16,4-16 0-16,11-1-10 16,23 0 4-16,6 0 6 15,6 11-6-15,1 7 4 16,3 5-11-16,-8 0 4 15,-7 17-168-15,5 10-58 16,-9-8-276-16,-4-4-510 0</inkml:trace>
  <inkml:trace contextRef="#ctx0" brushRef="#br0" timeOffset="-202087.13">27461 4168 1553 0,'0'0'318'16,"0"0"-200"-16,0 0-53 16,0 0 3-16,0 0 21 15,0 0-73-15,0 0-15 16,27-29 82-16,-27 27 61 0,0 2-30 16,0 0-114-16,-14 0-58 15,3 2-287-15,7 4-940 0</inkml:trace>
  <inkml:trace contextRef="#ctx0" brushRef="#br0" timeOffset="-200446.18">28000 4074 848 0,'0'0'854'16,"0"0"-571"-16,0 0-8 15,0 0-74-15,0 0 55 16,0 0-35-16,0 0-116 16,-9-49-36-16,20 49-11 15,9-5-58-15,11 5 24 16,12 0-24-16,12 0 2 16,13 0 32-16,30 14-34 0,24 0 19 15,36-2 29-15,12 1-36 16,-5-8 19-16,-14-2-31 15,-16-1 1-15,-16-2-1 16,-16 0 0-16,-20 0 0 16,-23 0-1-16,-9 0 3 15,0 0-17-15,1 0 15 16,-6-2-69-16,-10-3 35 16,-18 3-77-16,-12 2-54 15,-8 0-153-15,-20 0-255 16,-7 0-388-16</inkml:trace>
  <inkml:trace contextRef="#ctx0" brushRef="#br0" timeOffset="-199995.25">28437 4596 1209 0,'0'0'983'15,"0"0"-724"-15,0 0-16 16,0 0-19-16,0 0-85 0,0 0-76 15,0 0-57-15,78-68 0 16,-49 42-6-16,2-2 12 16,-4-3-32-16,2 4 17 15,0-1-12-15,-9 5 2 16,-3 5 4-16,-3 6 9 16,-7 5-2-16,-3 2 14 15,-4 5-28-15,0 0 16 16,0 7-20-16,0 12 10 15,-4 13 16-15,-11 8-6 16,1 5 0-16,1 3 12 0,-3-2-33 16,5-5 14-1,11 3-228-15,0-13-85 0,0-11-363 0</inkml:trace>
  <inkml:trace contextRef="#ctx0" brushRef="#br0" timeOffset="-199542.93">29061 4478 1886 0,'0'0'336'0,"0"0"-245"15,0 0-72-15,0 0-10 16,0 0 123-16,0 0-33 16,0 0-3-16,-115 104-19 15,101-85-60-15,5-7 14 16,7-5-31-16,2-3 12 16,0-4-17-16,15 0 5 15,12 0-28-15,8 0-9 16,4-11-71-16,-1 4 71 15,-3 1 27-15,-8 4 10 16,-4 2 3-16,-13 2-2 16,-5 16 45-16,-5 9 13 0,0 4-27 15,-7 3 10-15,-11-1-3 16,1-1-21-16,-6-2 30 16,5-9-48-16,3-2 0 15,1-8-1-15,1-2-71 16,2-7-65-16,-3-2-94 15,6-7-270-15,-6-12-712 0</inkml:trace>
  <inkml:trace contextRef="#ctx0" brushRef="#br0" timeOffset="-199428.92">29179 4463 1540 0,'0'0'1124'16,"0"0"-1124"-16,0 0-19 15,183 0-195-15,-121-2 11 0,-6-1-363 0</inkml:trace>
  <inkml:trace contextRef="#ctx0" brushRef="#br0" timeOffset="-196030.49">28390 3194 675 0,'0'0'1282'0,"0"0"-992"16,0 0-128-16,0 0-7 0,0 0-67 15,0 0-26-15,0 0-45 16,-109-16-7-16,71 44 59 15,-4 6-50-15,4 1 16 16,9 3-4-16,11-9-30 16,7-2 28-16,9-9-29 15,2-7-15-15,0-4 14 16,19-7-56-16,4 0 27 16,6-7-52-16,-7-12-40 15,1-8 18-15,-6-4-2 16,-1 1 28-16,-5 2 77 15,0 5 1-15,-8 12 126 16,-1 6 29-16,-2 5-109 0,0 10-23 16,0 26 8-16,0 15 17 15,0 10 35-15,-2 10-50 16,-12 1 1-16,-1-5-7 16,-3-9-6-16,-9-10 41 15,-2-11-40-15,0-6-10 16,0-12 16-16,-5-6-28 15,5-6-18-15,7-7-88 16,7-13-185-16,6-9-393 0</inkml:trace>
  <inkml:trace contextRef="#ctx0" brushRef="#br0" timeOffset="-195528.01">28522 3314 1670 0,'0'0'318'15,"0"0"-185"-15,0 0 32 16,0 0-88-16,0 0-4 15,0 0 3-15,0 0-51 0,-5-100 8 16,23 86-33-16,2 2 0 16,0 6 14-16,0 4-13 15,-4 2 65-15,-5 2-2 16,-2 21-43-16,-9 10 72 16,0 9-31-16,-23 6-14 15,-10 3 29-15,-5 0-42 16,-2-10 15-16,7-7-50 15,6-10 18-15,11-10-15 16,12-8-3-16,4-4-2 16,0-2 1-16,16 0-69 15,11 0 37-15,6 0-3 16,-2-2-13-16,-4 2 35 16,-10 0 1-16,-10 6 13 15,-7 16 3-15,0 8 4 0,-24 2 16 16,-5 5-23-16,-2-1 6 15,2-6-21-15,4-2-23 16,11-9-176-16,8-6-301 16,6-8-735-16</inkml:trace>
  <inkml:trace contextRef="#ctx0" brushRef="#br0" timeOffset="-195322.02">28867 3615 1480 0,'0'0'1238'16,"0"0"-1077"-16,0 0-128 16,0 0-33-16,0 0 19 15,150-23-23-15,-102 23 4 16,-7 0-288-16,-8 0-442 0</inkml:trace>
  <inkml:trace contextRef="#ctx0" brushRef="#br0" timeOffset="-193738.53">29384 3321 557 0,'0'0'866'15,"0"0"-678"-15,0 0-69 16,0 0 58-16,0 0-17 0,0 0 6 15,0 0-33-15,0-7-61 16,0 6 29-16,0-2-69 16,0 2-20-16,0-2 34 15,0-1-26-15,5 0-16 16,3-2-4-16,2 2-25 16,1 4 6-16,-5 0 17 15,2 0-5-15,-8 13 6 16,0 10 2-16,-14 5 73 15,-13 7-9-15,-4 1-50 16,-7-4 46-16,5-2-49 16,-1-8-3-16,12-6 3 15,7-8 2-15,7-5-17 16,8-3 3-16,0 0-82 16,23 0 41-16,4 0-47 0,2 0 46 15,0 0 41-15,-7 0-20 16,-2 12 21-16,-14 9 1 15,-6 7 0-15,0 6 74 16,-4 0-68-16,-21 1 13 16,6-6-15-16,-6-4-5 15,9-10-47-15,16-12-127 16,0-3-362-16,3 0-434 0</inkml:trace>
  <inkml:trace contextRef="#ctx0" brushRef="#br0" timeOffset="-193512.23">29611 3432 1803 0,'0'0'324'0,"0"0"-280"16,0 0 21-16,0 0 49 16,0 107 51-16,0-61 16 15,8 2-94-15,-4-1-12 16,5-6-43-16,-7-5-23 15,-2-8 23-15,0-6-31 16,0-5 4-16,0-10-5 16,-15-7-49-16,-8-6-53 15,3-17-159-15,0-12-426 0</inkml:trace>
  <inkml:trace contextRef="#ctx0" brushRef="#br0" timeOffset="-193376.99">29777 3263 1908 0,'0'0'771'0,"0"0"-634"16,0 0-101-16,164-46-27 16,-110 35-2-16,-5 1-7 15,4 6-101-15,-12 3-190 16,-12 1-798-16</inkml:trace>
  <inkml:trace contextRef="#ctx0" brushRef="#br0" timeOffset="-192032.48">20762 6212 1114 0,'0'0'789'16,"0"0"-531"-16,0 0-18 16,0 0-10-16,0 0-5 0,0 0-44 15,0 0-75-15,-4 0-1 16,4 0-27-16,0 0-47 16,17 0 22-16,10 0-53 15,8 0 0-15,8 0-1 16,9 0 16-16,-8 0-37 15,3 0-13-15,-7 8-101 16,-15 14 0-16,-12-3-416 16,-13 0-336-16</inkml:trace>
  <inkml:trace contextRef="#ctx0" brushRef="#br0" timeOffset="-191877.22">20693 6575 2479 0,'0'0'558'0,"0"0"-523"0,0 0 3 16,0 0-38-16,113 0 0 16,-66-2 0-16,5-2-6 15,8 4-40-15,-9 0-232 16,-13 0-441-16</inkml:trace>
  <inkml:trace contextRef="#ctx0" brushRef="#br0" timeOffset="-174705.27">21821 6200 1320 0,'0'0'324'16,"0"0"-290"-16,0 0 632 15,0 0-476-15,0 0-35 16,0 0 12-16,-40-64-88 0,37 53 21 16,3 2-18-16,-2 3-22 15,2 2 50-15,0 2-66 16,0 2 7-16,0 0 3 15,0 0-36-15,0 0 51 16,0 0-58-16,0 4-10 16,0-4 10-16,12 0-10 15,7-4-2-15,14-16-6 16,10-9-57-16,9-5 52 16,-6-4-66-16,4 1 2 15,-11-2 43-15,-3 3-45 16,-7 4 43-16,-4 9 28 15,-15 3 4-15,0 11-3 0,-8 3 6 16,0 6 0 0,-2 0 13-16,0 1-13 0,0 22 0 15,-4 14 0-15,-10 12 6 16,-3 7 5-16,1 8-11 16,1 0-9-16,-1-3-20 15,11-1-223-15,5-16-294 16,0-16-570-16</inkml:trace>
  <inkml:trace contextRef="#ctx0" brushRef="#br0" timeOffset="-174388.45">22303 6232 1197 0,'0'0'1227'0,"0"0"-938"16,0 0-195-16,0 0-40 15,0 0-54-15,135-124 0 16,-90 80 0-16,-1 0 17 16,-4 2-37-16,-3-1 20 15,-16 8-22-15,2 0 4 16,-15 9 36-16,2 8-6 16,-10 10 83-16,0 8-48 15,0 0-14-15,0 24-33 16,0 14 0-16,-14 10 44 15,1 7-43-15,-1 1 8 16,1-3-9-16,7 0-85 0,-2-5-164 16,8-12-330-16,0-16-936 0</inkml:trace>
  <inkml:trace contextRef="#ctx0" brushRef="#br0" timeOffset="-174052.05">23152 5859 1731 0,'0'0'566'0,"0"0"-339"16,0 0-69-16,0 0-3 0,0 0-50 15,0 0-80 1,0 0-2-16,-65 12-11 0,34 37 9 15,2 9 32-15,9 2-51 16,6-2 49-16,12-6-51 16,2-9 0-16,7-8-10 15,17-11 14-15,5-13-4 16,0-6 0-16,-2-5-40 16,-9-2 39-16,-5-18-40 15,-13-4-11-15,0 2-13 16,-19 4-14-16,-24 9 8 15,-40 9-90-15,12 13-173 16,2 6-595-16</inkml:trace>
  <inkml:trace contextRef="#ctx0" brushRef="#br0" timeOffset="-173485.25">21682 6467 1202 0,'0'0'917'0,"0"0"-594"16,0 0-63-16,0 0-114 16,0 0-107-16,0 0 34 0,0 0-46 15,45 0-26-15,11 2 47 16,40 5-26-16,35-2-1 16,41-3 0-16,13-2-11 15,-9 0 50-15,-22 0-51 16,-43 0-9-16,-26 0 6 15,-25 0 2-15,-6 0-8 16,-5 0 0-16,4 2-36 16,-4-1 13-16,-13 1-104 15,-20-2-112-15,-16 5-19 16,0-3-229-16,-16 0-191 0</inkml:trace>
  <inkml:trace contextRef="#ctx0" brushRef="#br0" timeOffset="-173083.16">21968 7018 1151 0,'0'0'1268'0,"0"0"-994"16,0 0-228-16,0 0 8 16,0 0-42-16,0 0 57 15,0 0-47-15,109-82-7 0,-66 50-6 16,-1-2-9-16,-7 1-46 16,-1 6 45-16,-12 3-23 15,-6 5 24-15,-7 9 24 16,-5 7-23-16,-2 3 34 15,-2 0-35-15,0 0 8 16,0 21-8-16,0 11 13 16,-4 10 23-16,-7 7-21 15,-3-1 0-15,-1 2-4 16,6-4-11-16,-2-6-25 16,4-5-35-16,7-7-204 15,0-9-42-15,0-10-329 0</inkml:trace>
  <inkml:trace contextRef="#ctx0" brushRef="#br0" timeOffset="-172714.26">22494 6900 1528 0,'0'0'624'16,"0"0"-422"-16,0 0-80 15,0 0-55-15,0 0-26 16,0 0 32-16,0 0-50 15,-16 50 88-15,3-14-22 16,-2 0-75-16,3-4 1 16,8-8-15-16,-3-6 11 15,7-10-13-15,0-6 2 0,13-2-13 16,14 0-1 0,9-3-36-16,-1-12-7 0,4 5 20 15,-8 2 26-15,-6 8-4 16,-10 0 15-16,-11 10 0 15,-4 18 37-15,0 9-22 16,-2 3 18-16,-21 2-6 16,4-6-27-16,-8-3 31 15,7-6-30-15,-3-5-1 16,6-7 0-16,3-6-115 16,1-9-69-16,-7-2-108 15,2-16-262-15,2-8-416 0</inkml:trace>
  <inkml:trace contextRef="#ctx0" brushRef="#br0" timeOffset="-172564.45">22494 6840 1935 0,'0'0'484'16,"0"0"-423"-16,0 0 85 16,156-30-73-16,-84 20-27 15,5-1 15-15,15 0-59 16,28-3-4-16,-20 4-199 15,-13-2-488-15</inkml:trace>
  <inkml:trace contextRef="#ctx0" brushRef="#br0" timeOffset="-172401.65">24097 6427 1759 0,'0'0'1070'0,"0"0"-1070"16,0 0-229-16,0 0-30 16,0 0 29-16,0 0-541 0</inkml:trace>
  <inkml:trace contextRef="#ctx0" brushRef="#br0" timeOffset="-166610.29">20058 8642 1267 0,'0'0'337'15,"0"0"-212"-15,0 0-8 16,0 0 12-16,0 0 153 15,0 0-40-15,0 0-92 16,-2-82-10-16,2 82-96 16,10 0-22-16,17 9-10 15,17 18 0-15,12 15 28 16,9 10-7-16,5 9-19 0,-4-3 43 16,1-4-56-1,2-8 5-15,-9-8 0 0,-2-6 18 16,-11-9-20-16,-9-8-4 15,-9-3 0-15,-9-5-12 16,-11-4 12-16,-5-3 0 16,-4 2-1-16,0-2 7 15,0 0-6-15,0 0 0 16,0 0 0-16,0 0 15 16,5-2-8-16,1-15-1 15,10-10-6-15,11-7 11 16,13-4-34-16,5-6 17 15,10-4-43-15,3-2 42 0,0 0-44 16,-4 4 37-16,-12 10 7 16,-8 9 13-16,-17 13-12 15,-8 10 6-15,-9 4-24 16,0 13 18-16,-11 20-42 16,-9 17 48-16,-9 8 31 15,3 7-25-15,-1-7 31 16,11-7-37-16,3-10 0 15,11-11-9-15,2-6 15 16,0-8-6-16,8-8 0 16,19-8 14-16,4 0-37 15,5-8 23-15,-3-16-37 16,-4-5 30-16,-4-2-46 16,-12 4 17-16,-13 10 36 15,0 13 0-15,-2 4 54 0,-25 12-54 16,0 18 0-16,-1 5-6 15,3-4 15-15,16-2-3 16,9-12-6-16,0-4 1 16,16-11-4-16,15-2 3 15,9-2-15-15,-2-19 3 16,2-2-55-16,-9-1 26 16,-6-1 7-16,-8 7 25 15,-7 8 8-15,-8 10 1 16,-2 0-5-16,0 16 5 15,0 13 14-15,0 1 27 16,0-1-41-16,2-5 14 16,13-10-8-16,8-7 7 0,6-7-13 15,-4 0 0-15,-4-23-10 16,2-4 9-16,-15-5-48 16,2-4-24-16,-10-1 31 15,0 7-25-15,0 12 67 16,0 16 23-16,0 4-22 15,0 56 12-15,-16 45 85 16,5 36-49-16,0 14 55 16,4-23-56-16,5-35-5 15,0-40-26-15,-3-11 1 16,1-3-12-16,2 1-6 16,-12-5 0-16,1-14-5 0,-14-11 16 15,-4-12-11 1,-11 0 0-16,-5-24 19 0,7-15-11 15,13-14-8-15,11-9 0 16,16-8-7-16,12-4 7 16,21-3-6-16,13 6-3 15,8 2-109-15,-7 8-70 16,-9-17-96-16,-11 17-244 16,-25 8-361-16</inkml:trace>
  <inkml:trace contextRef="#ctx0" brushRef="#br0" timeOffset="-166477.1">21047 8472 1418 0,'0'0'338'16,"0"0"-34"-16,0 0-53 15,27-118-86-15,8 94 0 0,17 12-132 16,4 12-33-16,17 33-18 16,-15 18-205-16,-15 12-457 0</inkml:trace>
  <inkml:trace contextRef="#ctx0" brushRef="#br0" timeOffset="-166365.65">21175 9529 1585 0,'0'0'556'0,"0"0"-341"15,0 0-106-15,0 0-109 16,-29 102-20-16,50-97-127 16,8-5-431-16</inkml:trace>
  <inkml:trace contextRef="#ctx0" brushRef="#br0" timeOffset="-164537.45">22757 8640 1149 0,'0'0'508'16,"0"0"-319"-16,0 0-129 15,0 0 26-15,0 0 68 16,9-109-16-16,-9 100 51 15,0 5-71-15,0 2 2 16,0 2-23-16,-4 2-88 16,-21 25 24-16,-17 17-32 15,-10 16 7-15,-8 15 38 16,-2 6-45-16,-7-3-1 16,11-8 6-16,4-10 12 15,17-13-16-15,5-13-2 0,14-14-42 16,16-12-80-16,2-8-135 15,20-14 41-15,14-14-33 16,-3-11-526-16</inkml:trace>
  <inkml:trace contextRef="#ctx0" brushRef="#br0" timeOffset="-164367.97">22793 8486 1817 0,'0'0'313'16,"0"0"-205"-16,0 0-90 15,58 132 41-15,-41-60 33 16,1 8-43-16,1-3 64 16,-4-5-82-16,1-6-31 0,-5-5 0 15,-5-11-37-15,-6-6-129 16,0-15-154-16,0-12-519 0</inkml:trace>
  <inkml:trace contextRef="#ctx0" brushRef="#br0" timeOffset="-164195.28">22340 8770 2176 0,'0'0'476'0,"0"0"-368"16,0 0-95-16,145-27 2 16,-69 27-6-16,4 1-9 0,3 18-8 15,-1 7 7-15,11 6-257 16,-16-6-251-16,-19-8-740 0</inkml:trace>
  <inkml:trace contextRef="#ctx0" brushRef="#br0" timeOffset="-163998.53">23196 8620 1892 0,'0'0'397'0,"0"0"-320"16,0 0 1-16,114 56 8 15,-72-13-12-15,3 8 29 16,1 7-94-16,4 0 3 16,-6-7-12-16,-1-5-64 15,-12-12-75-15,2-15-82 0,-8-14-266 16,-10-5-628-16</inkml:trace>
  <inkml:trace contextRef="#ctx0" brushRef="#br0" timeOffset="-163827.49">23792 8395 2263 0,'0'0'283'15,"0"0"-238"-15,-50 177-21 16,23-88 65-16,6 1-64 16,-2-2-7-16,15-6-18 15,2-11-39-15,6-6-151 16,21-21-163-16,-1-14-537 0</inkml:trace>
  <inkml:trace contextRef="#ctx0" brushRef="#br0" timeOffset="-163586.62">24112 8927 1864 0,'0'0'666'0,"0"0"-486"16,0 0 9-16,0 0-126 15,0 0-51-15,0 0 2 0,116-8-7 16,-71 8-13-16,-3 0 6 16,-6 8-130-16,-18 12-109 15,-7-2-117-15,-11-2-400 0</inkml:trace>
  <inkml:trace contextRef="#ctx0" brushRef="#br0" timeOffset="-163450.25">24099 9097 1908 0,'0'0'643'0,"0"0"-562"16,0 0-6-16,0 0-24 16,0 0-26-16,0 0-25 15,143 17-28-15,-92-13-298 16,-4-3-622-16</inkml:trace>
  <inkml:trace contextRef="#ctx0" brushRef="#br0" timeOffset="-162429.41">24997 8775 1542 0,'0'0'569'0,"0"0"-265"16,0 0-64-16,0 0-111 15,0 0-37-15,0 0-40 16,0 0 53-16,14-85-105 16,13 47 4-16,2-6-20 15,0-4-19-15,-2-6-5 16,-8 1-21-16,1-5-53 15,1 0 80-15,-13 9 7 16,1 6 27-16,-5 13 30 16,1 12 38-16,-2 8 9 15,-3 10-52-15,0 2-25 16,0 30-2-16,0 33-10 16,-14 35 12-16,-1 28 18 0,-8-6-18 15,9-22-1-15,6-34-62 16,-1-19-144-16,-5 13-31 15,1-10-270-15,-3-6-492 0</inkml:trace>
  <inkml:trace contextRef="#ctx0" brushRef="#br0" timeOffset="-162256.66">24743 9050 1927 0,'0'0'575'15,"0"0"-420"-15,0 0 27 16,0 0-67-16,0 0-21 15,143-11-63-15,-70 11-30 0,12 0 17 16,0 0-18-16,0 0 0 16,-8 0-65-16,4 0-301 15,-23 0-147-15,-18 0-591 0</inkml:trace>
  <inkml:trace contextRef="#ctx0" brushRef="#br0" timeOffset="-161727.15">25040 9319 887 0,'0'0'869'15,"0"0"-626"-15,0 0-56 16,0 0-10-16,0 0-54 16,0 0 27-16,0 0-54 15,-16-63-89-15,16 47 23 16,16 2-30-16,13 3-1 15,4 10-11-15,5 1 6 16,-7 1 4-16,-4 24 2 16,-11 7 0-16,-16 10 24 0,0 7 36 15,-18 4 31 1,-16 0 15-16,3-7-49 0,11-4 7 16,7-9-64-16,13-6 9 15,4-5-19-15,32-4 10 16,7-4 0-16,-1-3-2 15,-9-2 14-15,-15 3-21 16,-18 4 9-16,-22 8 0 16,-41 8-7-16,-17 7 7 15,-14 1-8-15,7-2-2 16,12-3-134-16,19-9-213 16,29-11-388-16</inkml:trace>
  <inkml:trace contextRef="#ctx0" brushRef="#br0" timeOffset="-161117.22">25791 9097 550 0,'0'0'1267'16,"0"0"-905"-16,0 0-250 15,0 0 40-15,0 0-80 16,0 0-29-16,0 0-11 16,0 0-17-16,5 0-15 15,1 0 0-15,5 0 1 16,1 0 30-16,-10-3-30 15,-2-8 8-15,0 1 46 16,0 1-12-16,-21 1 26 16,-1 3-24-16,5 5-44 15,-4 0-2-15,8 9-6 0,11 16-163 16,2-4-149-16,0-3-1028 16</inkml:trace>
  <inkml:trace contextRef="#ctx0" brushRef="#br0" timeOffset="-159000.72">26473 8676 1545 0,'0'0'506'16,"0"0"-355"-16,0 0 111 15,0 0-48-15,0 0-56 0,0 0 8 16,0 0-102-16,42-61-38 15,-15 24-26-15,2-3 18 16,0-1-33-16,2-3 15 16,-2-3-39-16,-2 2 6 15,0 4-31-15,-11 4 44 16,-1 10 20-16,-4 9 0 16,-9 8 30-16,1 8-14 15,-3 2-15-15,0 12-2 16,0 22 6-16,-16 17-5 15,1 12 0-15,-1 9 21 16,3 1-24-16,3 0 3 16,4-4-45-16,6 5-160 15,2-19-165-15,14-17-417 0</inkml:trace>
  <inkml:trace contextRef="#ctx0" brushRef="#br0" timeOffset="-158716.42">26965 8835 2364 0,'0'0'331'16,"0"0"-246"-16,0 0-79 15,0 0 18-15,90-120-24 16,-57 73 1-16,6-1 2 16,-6 0-3-16,-2-2-12 0,-4 0 0 15,-8 4-22 1,2 3 26-16,-13 9 16 0,-1 13 1 15,-2 8 98-15,-3 13-98 16,-2 0-9-16,0 22-18 16,0 17 18-16,0 9 8 15,0 10-8-15,-4 5-10 16,-1-2 4-16,0 11-185 16,5-15-155-16,0-13-479 0</inkml:trace>
  <inkml:trace contextRef="#ctx0" brushRef="#br0" timeOffset="-158348.25">27543 8749 1780 0,'0'0'397'16,"0"0"-273"-16,0 0-123 16,0 0 30-16,0 0-31 15,101-118 0-15,-72 76-7 16,-3-4 8-16,-4-9-1 16,1-1 0-16,-3-4 9 15,2 3 0-15,-6 7 41 0,-3 11 94 16,1 12 62-1,-10 13-94-15,-2 11-50 0,0 3-62 16,-2 12-10-16,0 23-4 16,0 19 14-16,0 12 0 15,-4 12-13-15,-12 6 13 16,1 3-48-16,-12 18-178 16,11-23-110-16,1-20-444 0</inkml:trace>
  <inkml:trace contextRef="#ctx0" brushRef="#br0" timeOffset="-157278.28">28147 8113 1222 0,'0'0'290'15,"0"0"-150"-15,0 0 35 16,0 0-42-16,0 0-5 15,0 0-22-15,0 0-40 16,-31-35-14-16,20 35-24 0,-1 0 14 16,-1 0 45-16,-5 0-48 15,1 0-11-15,-10 5 45 16,0 5-54-16,-2 4 23 16,0 1-12-16,-2 2-30 15,0 1 66-15,-3 4-46 16,5 0-6-16,0 3 37 15,7-2-38-15,-4 3 26 16,1 0-14-16,5 5-24 16,-7 1 50-16,4 2-45 15,4 1-6-15,1 2 16 16,0-3-7-16,4 2 9 16,8 0-18-16,4 1 6 0,2-1 9 15,0 4-6 1,0-3-9-16,13 2 3 0,3-7 19 15,6-4-23-15,2-8 1 16,7-5 0-16,6-3 3 16,0-10-2-16,3-2-1 15,-2 0 0-15,-5-17 21 16,-8-9-18-16,-9-6-3 16,-14-9 0-16,-2-2 0 15,-16-1 2-15,-17 1-2 16,-9 11 4-16,-12 12 17 15,-2 13-42-15,0 7 18 16,8 11-95-16,-4 33-107 0,19-2-278 16,15-3-305-16</inkml:trace>
  <inkml:trace contextRef="#ctx0" brushRef="#br0" timeOffset="-156375.47">28130 8127 887 0,'0'0'265'16,"0"0"-154"-16,0 0-31 15,0 0-38-15,0 0 9 16,0 0 50-16,0 0-44 16,-52-30-47-16,46 30 50 15,-6 0-12-15,-1 0 15 16,-1 0 0-16,3 0-50 16,-2 0 24-16,-3 2-5 15,1 6 4-15,-3 2 45 0,-5 0-56 16,2 4 44-1,-4 4-3-15,-2 0-42 0,-2 4 45 16,0 2-24-16,-2 2 7 16,2 2 25-16,-2 2-58 15,4 3 23-15,0 1 19 16,4-2-54-16,4 2 42 16,3 2-35-16,3-1-13 15,-1 0 28-15,3-1-20 16,5-1 13-16,-1-1 17 15,7-2-37-15,0-2 42 16,0 0-35-16,9-3-7 0,11 0 20 16,2-5-20-16,5-5-2 15,2-3 0-15,-2-7 21 16,-5-3-20-16,1-2-1 16,-6 0 0-16,-6-14 5 15,-4-13 5-15,-2-4-10 16,-5-8 0-16,0-3 16 15,-12 2-20-15,-8 6 4 16,-2 6 0-16,-3 10-12 16,-4 13-19-16,-13 5-111 15,9 19-145-15,2 1-431 0</inkml:trace>
  <inkml:trace contextRef="#ctx0" brushRef="#br0" timeOffset="-155789.84">26257 9156 1230 0,'0'0'498'0,"0"0"-296"16,0 0 0-16,0 0-14 15,0 0-125-15,0 0-30 16,172-6 53-16,-97 6-16 0,35 0 30 15,23 0 8 1,37 0-24-16,13 0 19 0,-10-5-61 16,-14 0-42-16,-19-2 29 15,-31 2-29-15,-26-1 0 16,-23 2-1-16,-11 1 14 16,-6 2-19-16,-1 1 6 15,-11 0 0-15,-11 0-13 16,-11 0 13-16,-7 0-21 15,-2 0-56-15,-4 0-242 16,-10 0-229-16,-8 1-400 0</inkml:trace>
  <inkml:trace contextRef="#ctx0" brushRef="#br0" timeOffset="-155337.4">26672 9675 527 0,'0'0'2042'16,"0"0"-1857"-16,0 0-185 15,0 0-29-15,0 0 29 0,0 0 1 16,131-86 20-16,-91 52-7 16,1-3-14-16,-6 0-1 15,3 0-26-15,-7 4 11 16,-4 4 1-16,-9 12 30 16,-7 6-14-16,-7 8 44 15,-4 3-44-15,0 0 42 16,0 0-43-16,0 7 6 15,0 16 9-15,0 9 24 16,-4 5-14-16,-5 3 11 16,-3 2-34-16,4-1 32 15,-5-1-34-15,3-2-3 16,4-7-7-16,-1-4-128 0,7-5-88 16,0-11-83-1,7-8-294-15,9-3-365 0</inkml:trace>
  <inkml:trace contextRef="#ctx0" brushRef="#br0" timeOffset="-155054.48">27251 9506 418 0,'0'0'348'0,"0"0"514"16,0 0-646-16,0 0-118 16,0 0 80-16,0 0-31 15,0 0-18-15,15-25-129 16,-15 41 18-16,0 12-3 0,-2 6-9 15,2 6 46 1,0 0 6-16,0 1-23 0,7-4 31 16,2-2-27-16,2-3-1 15,-2-5 13-15,-7-5-49 16,-2-4 9-16,0-4-11 16,0-3 20-16,-2-6-43 15,-13-5 4-15,-10 0-133 16,-8-30-63-16,-1-3-375 15,7-10-636-15</inkml:trace>
  <inkml:trace contextRef="#ctx0" brushRef="#br0" timeOffset="-154952.83">27247 9503 1066 0,'0'0'702'16,"0"0"74"-16,0 0-560 16,133-27-176-16,-77 22 23 0,9 1-63 15,33 2-9-15,-20 2-85 16,-7-3-472-16</inkml:trace>
  <inkml:trace contextRef="#ctx0" brushRef="#br0" timeOffset="-154351.22">28417 9071 1691 0,'0'0'500'15,"0"0"-247"-15,0 0-3 0,0 0-31 16,0 0-81 0,0 0-125-16,0 0 19 0,136-33-32 15,-87 33 0-15,-2 0-18 16,-7 0-24-16,-24 22-196 16,-12-2-220-16,-4-1-420 0</inkml:trace>
  <inkml:trace contextRef="#ctx0" brushRef="#br0" timeOffset="-154217.5">28363 9270 1570 0,'0'0'787'0,"0"0"-661"15,0 0-80-15,0 0 109 16,0 0-42-16,147 0-56 16,-62 0-57-16,-12 0-216 15,-15 0-373-15</inkml:trace>
  <inkml:trace contextRef="#ctx0" brushRef="#br0" timeOffset="-153113.52">29857 8801 1724 0,'0'0'685'0,"0"0"-559"15,0 0-84-15,0 0-2 16,40-103 11-16,-4 68-38 16,1-6 37-16,8-1-49 15,4-6-1-15,-2 2 0 0,-5 0 14 16,-9 6-14-16,-6 8 0 16,-11 10 0-16,-7 9 122 15,-7 10-76-15,-2 3-8 16,0 3-38-16,0 28-33 15,-15 12 33-15,-5 18 0 16,-3 9 7-16,4 2-19 16,3-1-6-16,3-9-158 15,13-11-100-15,0-14-296 16,0-15-991-16</inkml:trace>
  <inkml:trace contextRef="#ctx0" brushRef="#br0" timeOffset="-152862.87">30385 8816 1969 0,'0'0'346'0,"0"0"-255"16,0 0-49-16,92-111-38 15,-59 60 13-15,7-2-31 16,3-3 14-16,-6-1-41 16,-1 8 7-16,-9 5-11 15,-7 7 45-15,-7 15 63 16,-9 9 96-16,-4 13-10 15,0 0-149-15,0 23 6 16,-4 19 0-16,-9 10 6 16,-3 10 12-16,3 0-24 15,1-2-14-15,4-8 14 16,8 1-185-16,0-17-172 16,0-14-402-16</inkml:trace>
  <inkml:trace contextRef="#ctx0" brushRef="#br0" timeOffset="-152534.89">31222 8149 1735 0,'0'0'332'0,"0"0"-167"16,0 0 9-16,0 0-95 15,0 0 43-15,-150 107 17 0,119-41-42 16,11 7 1 0,6 0-69-16,14-3-29 0,0-5 10 15,29-14-2-15,2-10-8 16,10-15 0-16,1-11-6 16,-7-12-2-16,2-3-44 15,-20-18-38-15,-6-14 4 16,-11-7-90-16,-5-1 84 15,-26 6 12-15,-11 15-18 16,-29 19 8-16,8 1-144 16,8 19-536-16</inkml:trace>
  <inkml:trace contextRef="#ctx0" brushRef="#br0" timeOffset="-151625.66">29748 9104 1480 0,'0'0'500'0,"0"0"-318"15,0 0 30-15,0 0-43 16,0 0-74-16,0 0-37 16,0 0-58-16,138-10 0 15,-69 6-10-15,33 4 27 16,46 0 13-16,39 0 61 16,18 0-64-16,-7-3 48 15,-24-1-50-15,-51-1-8 16,-28 0 4-16,-27 1-12 0,-13 0-5 15,3 0-4-15,-2 0 6 16,-5 3-28-16,-22-2 14 16,-11 3-99-16,-18 0-128 15,-18 0-151-15,-6 0-293 0</inkml:trace>
  <inkml:trace contextRef="#ctx0" brushRef="#br0" timeOffset="-151256.91">30649 9392 2181 0,'0'0'302'16,"0"0"-215"-16,0 0-87 15,0 0 1-15,-154 34 36 16,84-10-6-16,-3 9 1 16,-3-3-1-16,5 0-25 15,6-7 19-15,16-6-16 16,15-7-3-16,19-4 24 16,13-4-20-16,2 0-2 15,26-2 20-15,28 0-27 16,10 0 59-16,17 0-60 0,4 0 7 15,0 0-13-15,-6 2 7 16,-7 3-2-16,-9-2-10 16,-17 3-146-16,-3-1-48 15,-17 2-294-15,-10-5-409 0</inkml:trace>
  <inkml:trace contextRef="#ctx0" brushRef="#br0" timeOffset="-151040.83">30695 9431 846 0,'0'0'1355'15,"0"0"-1070"-15,0 0-248 16,0 0 1-16,0 0 3 16,-100 120 115-16,73-70-7 0,2 6-99 15,6 2-5-15,3-1-45 16,7-6-13-16,5-5-10 15,4-8-129-15,6-9-81 16,14-12-120-16,2-14-420 0</inkml:trace>
  <inkml:trace contextRef="#ctx0" brushRef="#br0" timeOffset="-150655.65">30965 9531 696 0,'0'0'121'16,"0"0"396"-16,0 0-415 0,0 0 33 16,0 0 141-16,0 0-23 15,0 0-15-15,-42 102-79 16,19-67-3-16,5 2-71 16,3-9-70-16,6-4 14 15,4-7-28-15,5-7-1 16,0-7 6-16,25-3-6 15,4 0-13-15,6-1-86 16,6-13-2-16,-3-1 61 16,-7 3-3-16,-4 7 43 15,-14 5 22-15,-7 0-15 16,-6 13 33-16,0 13-23 16,0 9-5-16,-17 0 49 0,-6 2-45 15,1-4 14 1,-7 1-24-16,1-5-6 0,3-7-28 15,2-6-126-15,-1-16-166 16,1 0-308-16,6-2-526 0</inkml:trace>
  <inkml:trace contextRef="#ctx0" brushRef="#br0" timeOffset="-150515.35">30992 9537 827 0,'0'0'1747'15,"0"0"-1560"-15,0 0-158 0,145-51-5 16,-97 39-24-16,4 5 0 16,14 0-84-16,-12 4-279 15,-2-1-539-15</inkml:trace>
  <inkml:trace contextRef="#ctx0" brushRef="#br0" timeOffset="-149838.55">31870 9027 1243 0,'0'0'337'0,"0"0"-143"0,0 0 4 15,0 0-62-15,0 0-48 16,0 0-6-16,0 0-25 15,-4 60 50-15,19-55-62 16,1-3 23-16,-1-2 15 16,-3 0-60-16,-6-2 21 15,-4-8 3-15,-2-3-4 16,0 4 2-16,0 0-45 16,-4 9-20-16,-16 0-99 15,-3 18-165-15,8 0-382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58:57.44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2924 3288 561 0,'0'0'74'0,"0"0"529"16,0 0-195-16,0 0-204 15,0 0-79-15,0 0-42 16,14-20-8-16,-14 10 60 16,2 0-51-16,0 0-45 15,0 4 26-15,0 3-40 0,-2-2 32 16,3 3-1-16,-3 2-38 15,0 0 43-15,0 0-27 16,0 0-23-16,0 0 29 16,0 0-38-16,0 0 10 15,0 0 5-15,-9 15-11 16,-14 12 26-16,-10 14-13 16,-9 10 2-16,-5 10 25 15,-5 3-37-15,4 1-1 16,0-6-8-16,9-7 12 15,8-10-32-15,10-11-2 16,15-12-136-16,6-19-110 16,10-6-285-16,11-20-571 0</inkml:trace>
  <inkml:trace contextRef="#ctx0" brushRef="#br0" timeOffset="197.39">2893 3217 1748 0,'0'0'268'16,"0"0"-194"-16,0 0 18 15,0 0 32-15,58 147 45 16,-31-94-79-16,4-2-30 16,0 1-26-16,0-5-22 15,-2-5-24-15,-2-3 3 16,-4-3-150-16,-8-11-66 15,-9-10-421-15</inkml:trace>
  <inkml:trace contextRef="#ctx0" brushRef="#br0" timeOffset="384.85">2690 3467 2183 0,'0'0'272'15,"0"0"-195"-15,0 0-11 16,145 4-65-16,-83 6 33 16,6 2-34-16,-4 4-16 15,14 0-34-15,-16-4-333 0,-13-3-759 16</inkml:trace>
  <inkml:trace contextRef="#ctx0" brushRef="#br0" timeOffset="633.54">3376 3226 1633 0,'0'0'481'0,"0"0"-352"15,0 0-94-15,0 0 51 16,0 0 22-16,0 0 22 0,96 143-16 15,-59-91-82-15,0 0 11 16,1 2-43-16,-5-4-9 16,1-6-7-16,1 1-165 15,-8-13-70-15,-7-14-336 0</inkml:trace>
  <inkml:trace contextRef="#ctx0" brushRef="#br0" timeOffset="820.04">3856 3168 1205 0,'0'0'1128'0,"0"0"-978"0,0 0-138 16,0 0 65 0,-36 165-38-16,20-91-8 0,8 4-18 15,3 3-13-15,5 12-85 16,0-21-259-16,0-18-727 0</inkml:trace>
  <inkml:trace contextRef="#ctx0" brushRef="#br0" timeOffset="1443.9">4315 3423 1498 0,'0'0'337'15,"0"0"-143"-15,0 0-4 16,0 0-62-16,0 0 54 16,0 0-34-16,0 0-43 0,-17 4-27 15,28 1-76-15,11 2 29 16,7-1-31-16,4 2 15 16,5-2-8-16,-2-2-7 15,-3 4-12-15,-2 4-131 16,-8-2-244-16,-15-1-455 0</inkml:trace>
  <inkml:trace contextRef="#ctx0" brushRef="#br0" timeOffset="1606.83">4267 3684 2240 0,'0'0'370'0,"0"0"-212"15,0 0-69-15,0 0-81 16,0 0 24-16,0 0-32 15,139 0 0-15,-85 9-20 16,-10 7-201-16,-7 0-439 0</inkml:trace>
  <inkml:trace contextRef="#ctx0" brushRef="#br0" timeOffset="3313.95">5584 3396 560 0,'0'0'1480'15,"0"0"-1213"-15,0 0-162 16,0 0 27-16,0 0-14 0,0 0-54 15,0 0 25 1,10-82-60-16,9 50-29 0,3-4 8 16,2-2-7-16,-4-6-1 15,3 0 0-15,-6 0 14 16,-5 0-14-16,-1 4 0 16,-5 4 0-16,-4 6 0 15,-2 7 12-15,6 11 8 16,-6 6-3-16,0 6-7 15,0 0 1-15,0 4-11 16,0 24 0-16,-10 17 7 16,1 11-7-16,3 10 27 15,-1 4-27-15,2 2-18 0,3-4 18 16,2-3-116 0,-2-10-90-16,2 2-33 0,-2-17-291 15,-3-17-435-15</inkml:trace>
  <inkml:trace contextRef="#ctx0" brushRef="#br0" timeOffset="3613.03">5254 3569 730 0,'0'0'23'0,"0"0"937"15,0 0-668-15,0 0-42 0,0 0-26 16,0 0-35 0,0 0-8-16,-42 2-99 0,50-2-49 15,21 0 19-15,15 0-43 16,24 0-4-16,7 0-5 16,17 0 13-16,-1 0-13 15,-2 0 0-15,-4 0 0 16,-7 0-12-16,-8 0 12 15,-10 9-48-15,4 3-131 16,-15 0-367-16,-11-7-524 0</inkml:trace>
  <inkml:trace contextRef="#ctx0" brushRef="#br0" timeOffset="5303.8">5147 4205 540 0,'0'0'1294'0,"0"0"-822"16,0 0-420-16,0 0-16 15,0 0 13-15,0 0-5 16,0 0 47-16,104-76-39 16,-64 47-52-16,3-5 26 15,1-2-26-15,-4-4 0 16,-1 0 0-16,-8 2-36 16,-4 1 27-16,-10 8-6 15,-5 3 15-15,-6 6 0 16,-6 5 6-16,0 8 58 15,0 4 30-15,0 3-69 0,0 0 8 16,-6 7-33-16,-8 16-7 16,1 15 1-16,-3 11 12 15,5 7 3-15,-1 0-2 16,4 0 5-16,1-6-24 16,1-6-18-16,6 1-110 15,0-13-62-15,0-13-428 0</inkml:trace>
  <inkml:trace contextRef="#ctx0" brushRef="#br0" timeOffset="5504.44">5628 4118 937 0,'0'0'1090'0,"0"0"-839"16,0 0-144-16,0 0-87 15,0 0 31-15,0 0-23 16,122-26-27-16,-77 26 13 16,-3 0-14-16,12 11-113 15,-14-1-257-15,-9-5-599 0</inkml:trace>
  <inkml:trace contextRef="#ctx0" brushRef="#br0" timeOffset="5821.76">6145 3938 823 0,'0'0'977'0,"0"0"-760"16,0 0-171-16,0 0-9 16,0 0 152-16,0 0-51 15,-80 145 22-15,80-97-48 16,0-4-58-16,15-8 17 15,14-9-69-15,10-10 7 16,3-11 6-16,7-6-2 16,-2-6-26-16,-2-18 2 15,-12-8-19-15,-11-7 11 16,-17-4 13-16,-5-6-32 16,-14 1 37-16,-17 2 2 0,-7 13 2 15,-7 13-3-15,-24 20-66 16,13 5-118-16,8 13-405 0</inkml:trace>
  <inkml:trace contextRef="#ctx0" brushRef="#br0" timeOffset="7326.28">6041 3638 555 0,'0'0'124'0,"0"0"-108"16,0 0-9-16,0 0-7 15,0 0 2-15,0 0 12 0,0 0 518 16,4 10-413-16,-4-10-16 16,0 0 0-16,0 0 53 15,0 0-39-15,0 0-3 16,0-3 33-16,0 1-34 15,0 2-16-15,0 0 14 16,0 0-59-16,0 0 9 16,0 0 9-16,0 0-53 15,6 0 28-15,10 0-33 16,9 0-5-16,6 2 17 16,5 1-13-16,4-3-22 15,0 0-27-15,2 0-154 0,-8 0-147 16,-12 0-616-16</inkml:trace>
  <inkml:trace contextRef="#ctx0" brushRef="#br0" timeOffset="8463.41">7124 2965 618 0,'0'0'63'0,"0"0"-54"16,0 0 666-16,0 0-415 15,0 0-47-15,0 0-49 16,0 0-73-16,7-46 81 16,-7 43-12-16,-5 3-51 15,3 0-38-15,-5 0-71 16,-4 11 0-16,-4 18-6 16,-3 12 18-16,-3 17 10 0,6 9-4 15,1 28 5 1,1 22 48-16,13 24-57 0,0-12 53 15,0-24 1-15,0-30-41 16,0-19 29-16,0 4-56 16,11 7 1-16,-1-2 10 15,-4-10-9-15,1-13-2 16,-5-14 0-16,-2-8 13 16,0-8-25-16,0-4 12 15,0-6-57-15,-2-1-20 16,-19-1-143-16,4 0-93 15,1 0-436-15</inkml:trace>
  <inkml:trace contextRef="#ctx0" brushRef="#br0" timeOffset="9049.12">6981 4443 537 0,'0'0'115'15,"0"0"998"-15,0 0-840 16,0 0-118-16,0 0-10 16,0 0-28-16,0 0 55 0,-8-45-67 15,-2 45-77-15,1 9 12 16,3 16-28-16,4 4 29 16,2 7-6-16,0-1-33 15,11-1 31-15,13-8-33 16,10-5 2-16,1-12 10 15,4-9-6-15,-4 0-6 16,-6-6 0-16,-2-14 9 16,-14-4-23-16,-11-2 14 15,-2 0-18-15,-8-2 6 16,-19 6-14-16,-2 1-13 16,-5 11-58-16,-9 5-110 15,8 5-184-15,8 0-632 0</inkml:trace>
  <inkml:trace contextRef="#ctx0" brushRef="#br0" timeOffset="9918.48">7340 2994 694 0,'0'0'1139'0,"0"0"-845"15,0 0-209-15,0 0-58 16,0 0 8-16,51-117-34 16,-33 75 27-16,3-6-9 15,-2-1-13-15,-1 2 30 16,-3 4-14-16,-3 9 64 15,-5 8 75-15,-3 11-27 16,-4 6-23-16,0 8-79 0,0 1-30 16,0 15-4-16,-2 24-59 15,-7 17 49-15,-3 14-1 16,-3 34-208-16,2-17-157 16,6-19-1030-16</inkml:trace>
  <inkml:trace contextRef="#ctx0" brushRef="#br0" timeOffset="11524.57">7592 3495 1030 0,'0'0'611'16,"0"0"-114"-16,0 0-346 16,0 0-71-16,0 0 6 15,0 0 137-15,0 0-69 0,-4-7-71 16,35-13-17-16,9-9-66 16,11-5-6-16,3-4-54 15,-6-1-58-15,2 2 2 16,-15-2-39-16,-8 7-10 15,-14 4 74-15,-8 4-13 16,-5 8 72-16,-2 3 32 16,-16 10 0-16,-2 3 64 15,-2 0-50-15,-3 23-13 16,5 16 51-16,-3 13 27 16,6 19 22-16,1 11-6 0,5 8-36 15,5 2 23 1,-2-4-55-16,6-4-14 0,0-11 10 15,0-11-13-15,2-10-10 16,-7-9 0-16,1-14 11 16,-6-8-10-16,-1-8-1 15,-5-6 0-15,-1-7-10 16,0 0 13-16,4-20-3 16,8-15 0-16,7-9-29 15,7-10 28-15,29-7-60 16,12-4-2-16,12-4 24 15,17 1-75-15,-2-2-12 16,3 4-101-16,-7 2-18 16,-6 4 105-16,-16 10 83 0,-15 11 57 15,-18 11 187-15,-16 16 53 16,0 12 24-16,-23 0-139 16,-17 30-106-16,-5 16 116 15,-1 13-48-15,7 7-16 16,10-2-26-16,21-1-39 15,8-10 14-15,0-9-20 16,22-8 0-16,12-11-23 16,5-9-22-16,4-13-56 15,4-3-52-15,2-10-156 16,-16-13-84-16,-6-8-220 0</inkml:trace>
  <inkml:trace contextRef="#ctx0" brushRef="#br0" timeOffset="11858.61">8337 3453 864 0,'0'0'687'0,"0"0"-455"16,0 0-115-16,0 0-71 16,0 0 47-16,0 0 28 15,62 114-41-15,-62-68 34 16,0 0-55-16,0-2-29 16,0-5 4-16,-4-7-33 15,-1-13-1-15,0-5 1 16,5-11 10-16,0-3-22 15,0-10 4-15,5-24-167 16,4-11-34-16,2-6-107 16,-2-7-171-16,-2 3 125 15,-5 11 361-15,-2 12 221 16,0 16 321-16,0 16-282 0,0 0-106 16,0 20-45-16,5 9 29 15,1 6-75-15,5-1-57 16,5-4 17-16,4-10-23 15,6-5-23-15,3-10-48 16,5-5-136-16,-10-18-121 16,-1-5-522-16</inkml:trace>
  <inkml:trace contextRef="#ctx0" brushRef="#br0" timeOffset="12036.62">8765 3220 1837 0,'0'0'278'0,"0"0"-201"15,0 0-14-15,42 117-3 16,-38-58 45-16,-4 10-12 16,0 0-63-16,-6-4 3 15,-5-2-32-15,-1-8-2 16,6-10-49-16,6-22-159 16,2-8-304-16,14-15-565 0</inkml:trace>
  <inkml:trace contextRef="#ctx0" brushRef="#br0" timeOffset="12246.9">9244 3306 1565 0,'0'0'225'0,"0"0"-189"0,0 0 17 16,-136 85 79-16,96-39 22 15,9 2 22-15,8-2-108 16,19-4-27-16,4-6-35 15,0-12 8-15,17-9-28 16,12-13 7-16,5-2-40 16,13-41-32-16,-12-2-236 15,-1-6-356-15</inkml:trace>
  <inkml:trace contextRef="#ctx0" brushRef="#br0" timeOffset="12427.82">9251 2996 1820 0,'0'0'345'0,"0"0"-326"16,0 0-10-16,0 104 5 16,0-40-13-16,0 12 47 15,-7 5-32-15,7 1-5 16,0-4-22-16,0-8-100 16,0-12-71-16,0-12-75 15,0-16-95-15,0-16-328 0</inkml:trace>
  <inkml:trace contextRef="#ctx0" brushRef="#br0" timeOffset="12795.2">9357 3400 993 0,'0'0'256'16,"0"0"-31"-16,0 0-45 0,0 0 6 16,0 0 52-16,0 0-64 15,25 125-12-15,-38-73-63 16,-3-2-26-16,3-1 23 15,1-8-74-15,6-9-4 16,-1-10-11-16,7-9 5 16,0-12-1-16,0-1-11 15,18-10-21-15,6-23-11 16,5-13-155-16,5-15-73 16,-3-5-136-16,-4 2-264 15,-9 10 283-15,-7 13 377 16,-9 23 670-16,-2 18-266 15,-2 0-280-15,-18 33 27 0,4 10 17 16,0 6-46-16,3 3 16 16,13-3-69-16,0-1-56 15,11-6-13-15,23-8-1 16,33-9-96-16,-5-10-70 16,-4-12-534-16</inkml:trace>
  <inkml:trace contextRef="#ctx0" brushRef="#br0" timeOffset="13239.2">10169 3500 1579 0,'0'0'599'0,"0"0"-389"16,0 0-112-16,0 0-24 15,0 0 11-15,0 0-40 16,0 0 31-16,98 20-73 15,-63-13 6-15,0 3-18 16,-12-1-62-16,-4 5-138 16,-15-1-294-16,-4-5-589 0</inkml:trace>
  <inkml:trace contextRef="#ctx0" brushRef="#br0" timeOffset="13380.84">10117 3684 2054 0,'0'0'598'15,"0"0"-459"-15,0 0-133 16,0 0 6-16,135 0-12 16,-100 0-14-16,15 0 4 15,-13 0-251-15,-8 0-468 0</inkml:trace>
  <inkml:trace contextRef="#ctx0" brushRef="#br0" timeOffset="15204.27">11366 3002 162 0,'0'0'1529'0,"0"0"-1245"15,0 0-198-15,0 0-35 16,0 0-51-16,0 0 84 16,0 0 15-16,-80-25-49 0,55 52 42 15,5 12-21-15,-4 16-2 16,6 9 16-16,2 8-33 15,3 7 18-15,4 3-10 16,7-2-42-16,2-2 53 16,0-4-57-16,0-8 8 15,0-7 4-15,0-6-20 16,0-10 10-16,-5-9-16 16,-4-4 6-16,3-1-24 15,-7-3 15-15,-8 0-87 16,-10 13-148-16,4-5-262 15,-2-9-367-15</inkml:trace>
  <inkml:trace contextRef="#ctx0" brushRef="#br0" timeOffset="15504.92">10976 4180 681 0,'0'0'1315'0,"0"0"-1043"16,0 0-155-16,0 0-95 16,0 0-10-16,0 0 66 15,0 0 36-15,-87 97 11 16,87-57-67-16,0-6-32 16,27-6 7-16,4-12-26 0,16-11-7 15,2-5 0-15,-3-7-24 16,-3-18-16-16,-14-4-27 15,-14-3-30-15,-10-2 39 16,-5 2-61-16,-22 0 14 16,-32 3-15-16,9 12-124 15,8 3-420-15</inkml:trace>
  <inkml:trace contextRef="#ctx0" brushRef="#br0" timeOffset="16257.79">11546 3007 1073 0,'0'0'191'16,"0"0"558"-16,0 0-518 15,0 0-123-15,0 0-92 16,0 0 7-16,72-102-23 16,-43 54-2-16,-2-2-8 15,-5 2-27-15,-2 4 36 0,-9 9 1 16,-4 14 3-16,-2 8 117 15,-5 13-64-15,0 0-23 16,0 31-33-16,-10 18 9 16,-1 18-30-16,-2 40 14 15,6-15-192-15,0-15-311 0</inkml:trace>
  <inkml:trace contextRef="#ctx0" brushRef="#br0" timeOffset="17143.86">12372 3067 798 0,'0'0'799'0,"0"0"-213"15,0 0-399-15,0 0-155 16,0 0-19-16,0 0-3 16,0 0 21-16,33 72 30 15,-26-33 15-15,-7 3-42 0,0 1 36 16,0-5-49-1,-5-6-20-15,-1-10 20 0,-2-6-13 16,6-10-8-16,2-6 0 16,0 0 15-16,0-13-32 15,14-18-87-15,8-11-39 16,-2-7 69-16,-4-2-63 16,-3 6 80-16,-4 12 57 15,-9 16 63-15,0 13 114 16,0 4-139-16,0 14-37 15,-9 16 35-15,7 5-2 16,2 6 28-16,0-3-42 16,18-6-10-16,20-5-20 15,4-10-47-15,20-10-90 0,-4-6-202 16,-13-1-581-16</inkml:trace>
  <inkml:trace contextRef="#ctx0" brushRef="#br0" timeOffset="17963.06">12800 2784 1377 0,'0'0'273'0,"0"0"-168"16,0 0-71-16,0 0-17 15,0 0 87-15,0 0 9 16,0 0-6-16,-10-13-79 16,10 13-27-16,0 0 36 0,0 0-36 15,0 0 13-15,0 0-14 16,0 0 13-16,0 0-7 15,0 0-6-15,0 0 0 16,0 0 11-16,0 0-10 16,0 0 25-16,0 0 1 15,0 0-26-15,0 0 18 16,0 0-19-16,0 0 0 16,0 0-3-16,0 0 16 15,0 0-13-15,-4-2 0 16,2 2 7-16,-5-2-5 15,3-1-2-15,-3 2 0 0,4-3 10 16,3 0-8-16,0-2 48 16,0 0-35-16,0-4 15 15,0 2-16-15,12-2-14 16,-1 4-1-16,1 2-5 16,-4 2 12-16,-1 2 0 15,-5 0 5-15,0 8-10 16,-2 10 75-16,0 5-3 15,-9 6 4-15,3 0-30 16,-4-2-46-16,8-2 22 16,2-4-23-16,0-1 0 15,16-2 14-15,9-1-3 16,-1-4-11-16,-4 1 0 0,-4 1 10 16,-14 1-23-1,-2 6 13-15,-6 6-60 0,-23 4-23 16,-23 10-134-16,9-10-173 15,8-6-837-15</inkml:trace>
  <inkml:trace contextRef="#ctx0" brushRef="#br0" timeOffset="18565.77">11710 3659 1595 0,'0'0'343'16,"0"0"-201"-16,0 0-20 15,0 0-35-15,0 0 4 16,0 0 26-16,0 0-74 16,79-52-6-16,-25 50-8 15,8 2-28-15,21 0 69 16,19 0 0-16,35 2-13 15,19 4 52-15,-13-2-91 16,-28-4 3-16,-37 1-14 0,-18-1 7 16,7 0-5-1,2 3-9-15,3-3 0 0,-14 3-17 16,-16-3 17-16,-13 1-12 16,-13 1-86-16,-16 6-131 15,0-2-65-15,0-2-276 0</inkml:trace>
  <inkml:trace contextRef="#ctx0" brushRef="#br0" timeOffset="19335.14">11921 3979 1149 0,'0'0'660'16,"0"0"-390"-16,0 0-138 15,0 0-81-15,0 0 25 16,63-113-24-16,-44 101 34 0,-3 8 22 16,5 4-56-1,-6 0-8-15,-9 25-7 0,2 16-36 16,-8 10 63-16,0 7-34 15,-21 4 5-15,-1-4 21 16,-3-6-55-16,6-11 22 16,0-9-23-16,11-13 10 15,3-9-16-15,5-10 6 16,0 0 0-16,20-8 0 16,7-22-53-16,4-10-42 15,2-10-79-15,-4-8-35 16,0 0 29-16,-13 3 33 15,-3 17 147-15,-8 14 49 16,-5 20 103-16,-5 4-84 16,-12 24-55-16,-8 17-12 0,7 5 125 15,1 1-57-15,5 0-13 16,10-6-1-16,2-8-54 16,2-5 22-16,16-8-23 15,9-8-70-15,15-12-23 16,-11 0-231-16,3 0-509 0</inkml:trace>
  <inkml:trace contextRef="#ctx0" brushRef="#br0" timeOffset="19602.25">12391 3770 1243 0,'0'0'531'0,"0"0"-356"16,0 0-130-16,0 0-33 16,0 0 95-16,-120 90-22 15,91-54-8-15,4-4-24 16,12-4-51-16,11-5 29 16,2-10-30-16,11-3 32 15,20-4 28-15,12-6-60 16,3 0-1-16,6 0-13 15,-3-8-90-15,0-10-64 16,-14 3-167-16,-8-2-631 0</inkml:trace>
  <inkml:trace contextRef="#ctx0" brushRef="#br0" timeOffset="19784.59">12501 3767 1538 0,'0'0'277'0,"0"0"-167"16,-38 107-51-16,22-51 12 15,1 6-19-15,-1-2-42 16,3-2-10-16,8-4-48 16,5-13-280-16,0-17-892 0</inkml:trace>
  <inkml:trace contextRef="#ctx0" brushRef="#br0" timeOffset="19965.14">12599 4139 669 0,'0'0'1124'16,"0"0"-932"-16,0 0-167 15,0 0 7-15,0 0-32 16,136-18 25-16,-96 15 3 15,14 2-28-15,-10 1-86 16,-11-4-454-16</inkml:trace>
  <inkml:trace contextRef="#ctx0" brushRef="#br0" timeOffset="20170.9">12887 3912 1521 0,'0'0'358'0,"0"0"-257"16,0 0-95-16,0 0 16 15,-50 122 76-15,34-72-58 16,3 3-17-16,5-8-23 16,6 4-101-16,2-17-109 15,0-11-407-15</inkml:trace>
  <inkml:trace contextRef="#ctx0" brushRef="#br0" timeOffset="20556.08">13074 3988 669 0,'0'0'1061'16,"0"0"-906"-16,0 0-155 15,0 0-18-15,0 0 18 16,0 0 85-16,-2 112 67 15,2-66-54-15,6 0-69 16,9 0 39-16,6-3-35 16,-5-5 4-16,-3-6-21 15,-7-6-7-15,-4-8 4 16,-2-6-13-16,0-6 0 16,-2-6-18-16,-15 0 9 15,-6-4-25-15,5-17 18 0,5-12-18 16,13-5 32-16,0-8-61 15,15-4 63-15,22-3 15 16,-2 2 57-16,5 2 21 16,-2 6-1-16,-9 11-57 15,-9 9 32-15,-11 9-42 16,-9 11-13-16,0 3-12 16,-21 0-63-16,-21 17-155 15,9 3-267-15,2-2-1240 0</inkml:trace>
  <inkml:trace contextRef="#ctx0" brushRef="#br0" timeOffset="21054.75">13631 3418 129 0,'0'0'1377'16,"0"0"-1224"-16,0 0-115 0,-129 53 64 16,88-17 40-16,8 3 30 15,11 0-48-15,8-3-84 16,14-4 11-16,0-5-51 16,7-9-18-16,31-18-13 15,2 0-136-15,-7-2-235 0</inkml:trace>
  <inkml:trace contextRef="#ctx0" brushRef="#br0" timeOffset="21278.47">13722 2815 1532 0,'0'0'616'0,"0"0"-554"0,0 0-35 15,0 0-27-15,-29 138 52 16,14-48 61-16,-1 29-32 16,1-6-23-16,3-9-52 15,1-15 3-15,9-23-18 16,2 21-113-16,0-12-129 16,2-25-251-16</inkml:trace>
  <inkml:trace contextRef="#ctx0" brushRef="#br0" timeOffset="21526.69">13787 3439 1190 0,'0'0'354'16,"0"0"-218"0,0 0-59-16,0 0 21 0,0 0 102 15,49 121-24-15,-47-69-37 16,-2 2-7-16,0 0-76 15,-2-7-9-15,-4-7-22 16,-4-9-19-16,4-9 19 16,1-12-25-16,5-10 0 15,0 0-12-15,5-24-43 16,26-47-227-16,-4 5-73 16,-3-2-430-16</inkml:trace>
  <inkml:trace contextRef="#ctx0" brushRef="#br0" timeOffset="21646.94">13787 3439 909 0,'136'66'959'0,"-152"-50"-654"15,1 14-137-15,-1 6-61 16,5 8-7-16,11-2-60 16,0 1-28-16,31-5-12 15,20-8-23-15,38-12-75 16,-6-10-365-16,-7-8-762 0</inkml:trace>
  <inkml:trace contextRef="#ctx0" brushRef="#br0" timeOffset="38401.65">2385 5428 1234 0,'0'0'482'15,"0"0"-375"-15,0 0-19 16,0 0 1-16,0 0 8 15,-7-33 4-15,5 28-2 0,-1 1-44 16,3 0 41-16,0 0-48 16,0 0 25-16,-2 0 28 15,2 2-62-15,0 0 53 16,0-1-47-16,-2 3-28 16,2 0 7-16,0 0-24 15,-2 0 0-15,0 20-11 16,-3 13 20-16,1 13-9 15,-1 8 0-15,0 4 12 16,3-1-24-16,0-8 12 16,2-7 0-16,0-6-1 15,0-7-63-15,0-7-87 16,7-6-128-16,-2-8-315 0,-3-8-424 0</inkml:trace>
  <inkml:trace contextRef="#ctx0" brushRef="#br0" timeOffset="39305.18">2436 5363 622 0,'0'0'608'16,"0"0"-371"-16,0 0-53 16,0 0-93-16,0 0 5 15,120 53 55-15,-104 3-70 16,-3 6 41-16,-9 7-44 15,-4-4-38-15,0-4 42 0,-8-6-81 16,-17-6 21 0,-8-7-10-16,-3-8 14 0,-6-6-9 15,-3-7-17-15,-1-9-9 16,-1-11-11-16,3-1-19 16,7-4 12-16,13-17 26 15,10-8-61-15,14-7 19 16,11-3-40-16,32 2 20 15,15 2 49-15,11 0-40 16,9 9 54-16,2 6-6 16,-1 8 15-16,-13 10-18 15,-10 2 18-15,-14 2-9 0,-15 16 68 16,-15 6-27 0,-12 4 68-16,0 4 23 15,-16 2-73-15,-9 0 45 0,-2-6-81 16,2-6-22-16,10-7 12 15,7-10-11-15,8-5-4 16,0-1-14-16,15-22-201 16,14-9-43-16,6-4-39 15,4 2-258-15,-4 1 230 16,-8 13 327-16,-7 8 149 16,-9 12 145-16,-8 3 0 15,-3 21-3-15,0 4-142 16,0 4 5-16,0-3-18 15,0-4-103-15,8-6 20 16,13-8-53-16,8-8 18 0,6-3-17 16,7-14-1-1,-1-11-71-15,-1-8-13 0,-7-6-103 16,-6-7 62-16,-5-6-47 16,-4-7-52-16,-4-2 74 15,-4 3 15-15,-3 12 135 16,-5 17 125-16,-2 21 85 15,0 8-107-15,-2 28-47 16,-11 20 42-16,-1 12 90 16,1 5-89-16,1-1 0 15,4-4-10-15,3-6-88 16,1-9 39-16,2-4-40 16,2-11-22-16,0-9 22 15,-2-8-120-15,0-9-51 16,-8-4-8-16,-1-4-37 0,-2-18-115 15,1-12 45-15,8-4-6 16,4-4 292-16,7 1 103 16,22 4 82-16,6 3 118 15,10 3-34-15,2 5-56 16,0 4-146-16,0 7-66 16,-7 1-2-16,-7 6-42 15,-12 4-319-15,-13 4-986 0</inkml:trace>
  <inkml:trace contextRef="#ctx0" brushRef="#br0" timeOffset="39624.68">2745 5201 1659 0,'0'0'288'15,"0"0"-195"-15,0 0-40 0,0 0 109 16,0 0-92-16,0 0-11 15,0 0 30-15,-100 116-89 16,123-84 45-16,15-1-45 16,28 7-94-16,-8-10-85 15,-8-7-685-15</inkml:trace>
  <inkml:trace contextRef="#ctx0" brushRef="#br0" timeOffset="39760.99">2632 6214 2119 0,'0'0'234'16,"0"0"-215"-16,0 0-19 15,0 0-93-15,0 0-80 16,0 0-105-16</inkml:trace>
  <inkml:trace contextRef="#ctx0" brushRef="#br0" timeOffset="40575.8">3838 5620 1084 0,'0'0'669'15,"0"0"-488"-15,0 0 34 16,0 0-114-16,0 0-31 16,0 0-9-16,0 0-6 15,-5 65 53-15,-5-21-48 16,-4 2-29-16,5 0 63 0,3-4-88 15,3-5 9-15,3-8-11 16,0-3 32-16,11-10-32 16,12-6-4-16,6-8-19 15,4-2 1-15,3-5-55 16,1-20-42-16,4-7-36 16,-3-8-110-16,-5-8 36 15,-6-3-27-15,-5 4 63 16,-11 3 189-16,-4 6 7 15,-7 14 214-15,0 8 55 16,0 9-77-16,0 7-6 16,0 0-100-16,-7 18-56 15,-6 12 127-15,-1 11-122 16,8 5 10-16,-3 6-9 16,7-3-22-16,2 2-2 0,0-5-19 15,0-6-68-15,17 1-37 16,6-13-199-16,-3-12-309 0</inkml:trace>
  <inkml:trace contextRef="#ctx0" brushRef="#br0" timeOffset="40818.51">4362 5833 829 0,'0'0'1240'0,"0"0"-961"16,0 0-115-16,0 0-107 15,0 0 49-15,0 0-87 16,0 0 8-16,123-34-15 16,-88 34-12-16,3 0-23 15,-11 0-21-15,-21 8-165 16,-1 6-107-16,-5 2-237 0</inkml:trace>
  <inkml:trace contextRef="#ctx0" brushRef="#br0" timeOffset="40960.41">4333 5990 1217 0,'0'0'662'0,"0"0"-449"0,0 0-113 16,0 0 3-1,0 0-36-15,148 21-51 0,-98-21-32 16,24 0-21-16,-16 0-318 15,-9 0-694-15</inkml:trace>
  <inkml:trace contextRef="#ctx0" brushRef="#br0" timeOffset="41947.95">5122 5753 1109 0,'0'0'572'16,"0"0"-328"-16,0 0 1 15,0 0-79-15,0 0-3 16,0 0-118-16,0 0-36 16,56-89 44-16,-30 89-44 15,3 0 9-15,-4 14 0 16,-7 15 4-16,-11 7 0 0,-7 8 19 15,0 4-16-15,-21 0 76 16,-8-4-100-16,3-4 14 16,2-10-9-16,5-10 24 15,9-8-18-15,7-9-12 16,3-3 0-16,0-3-15 16,20-20 15-16,11-13-167 15,2-11 73-15,10-5-128 16,-5 2 39-16,-7 6-12 15,-8 10 151-15,-13 15 44 16,-10 16 125-16,0 3-19 16,-4 12 24-16,-13 16-30 15,1 7 43-15,5 2-85 0,9-1-42 16,2-5 45-16,6-4-49 16,21-7-6-16,9-8-6 15,8-5-79-15,16-7-36 16,-11-3-274-16,-9-13-479 0</inkml:trace>
  <inkml:trace contextRef="#ctx0" brushRef="#br0" timeOffset="42282.53">5688 5175 1743 0,'0'0'347'0,"0"0"-249"16,0 0-83-16,0 0-3 16,-113 103 15-16,74-67 8 15,10-4 58-15,8-4-92 16,7-7-1-16,7-7 0 15,7-5 24-15,0-3-24 16,25-2 0-16,8-2 0 16,7 0-32-16,5-2 25 0,-3 0-33 15,6 0-15-15,-4 0-132 16,-13 0-31-16,-6 0-424 0</inkml:trace>
  <inkml:trace contextRef="#ctx0" brushRef="#br0" timeOffset="42476.66">5793 5191 1739 0,'0'0'400'16,"0"0"-293"-16,0 0 67 15,-56 114-102-15,38-61-7 0,-1 5-16 16,3 2-28-1,3 2-34-15,4-4 13 0,9 5-191 16,0-19-115-16,0-12-551 16</inkml:trace>
  <inkml:trace contextRef="#ctx0" brushRef="#br0" timeOffset="42702.2">5808 5763 2002 0,'0'0'376'0,"0"0"-253"15,0 0-88-15,0 0 161 16,0 0-91-16,0 0-75 0,0 0-4 16,133 0-25-1,-94 0-2-15,3 7-142 0,-1-2-122 16,1-1 4-16,-11-1-297 15,-6-3-718-15</inkml:trace>
  <inkml:trace contextRef="#ctx0" brushRef="#br0" timeOffset="42934.39">6109 5576 1729 0,'0'0'262'0,"0"0"-165"0,0 0-40 16,0 0 26-16,-91 128 51 15,74-89-91-15,3-5-26 16,7 0-17-16,7-3-12 16,0-8-93-16,11-7-228 15,7-8-452-15</inkml:trace>
  <inkml:trace contextRef="#ctx0" brushRef="#br0" timeOffset="43318.57">6315 5595 1445 0,'0'0'383'0,"0"0"-282"15,0 0-22-15,0 0-56 16,0 0 126-16,0 0 15 15,0 0-90-15,-34 136 48 16,34-94-86-16,13 1-21 16,8-5 38-16,-5-1-51 15,-3-5-2-15,-5-6 0 16,-3-4 28-16,-5-5-29 16,-5-6 1-16,-24-1-12 15,-6-8-5-15,-5-2-42 16,2 0 2-16,9-18 5 15,15-14-86-15,14-6 36 16,14-8-44-16,28-3 58 0,16-6 86 16,3 3 4-16,-8 2 83 15,-6 6 123-15,-14 5-49 16,-13 11 19-16,-15 6-122 16,-5 9-33-16,-13 8-23 15,-43 10-177-15,4 18-139 16,1 3-496-16</inkml:trace>
  <inkml:trace contextRef="#ctx0" brushRef="#br0" timeOffset="43889.52">6910 5749 620 0,'0'0'1130'16,"0"0"-760"-16,0 0-83 16,0 0-91-16,0 0 49 15,0 0-117-15,0 0-68 0,22 0 3 16,5 0-48-1,4 0-15-15,2 0 0 0,4 6 19 16,0 0-34-16,-3 3 15 16,-1-2-66-16,-4 3-11 15,2-1-253-15,-8 0-225 16,-8-3-614-16</inkml:trace>
  <inkml:trace contextRef="#ctx0" brushRef="#br0" timeOffset="44155.78">6848 5909 1667 0,'0'0'556'15,"0"0"-328"-15,0 0-88 16,0 0 49-16,0 0-87 15,0 0-100-15,0 0 44 16,109-2-46-16,-64 2 0 16,-3 0-6-16,3 0-34 15,-5 0-50-15,-3 0-116 16,8 0-150-16,-11-4-219 16,-11-2-915-16</inkml:trace>
  <inkml:trace contextRef="#ctx0" brushRef="#br0" timeOffset="44333.93">7476 5606 1280 0,'0'0'1049'0,"0"0"-705"15,0 0-252-15,0 0-83 16,0 0 55-16,0 0-44 16,0 0 41-16,54 127-12 15,-88-64-31-15,-11 4-18 16,-10 5 0-16,-34 21-173 15,15-22-34-15,5-13-410 0</inkml:trace>
  <inkml:trace contextRef="#ctx0" brushRef="#br0" timeOffset="44907.48">8428 5687 1317 0,'0'0'621'16,"0"0"-386"-16,0 0-117 16,0 0 23-16,0 0-120 15,0 0 16-15,-132 56 76 16,86-22-79-16,3 2 42 15,5-2-76-15,18-6 11 16,9-8-23-16,11-12 12 16,0-8-75-16,18 0 50 15,18-14-72-15,6-14-110 16,18-34-292-16,-13 6-114 16,-5-5-403-16</inkml:trace>
  <inkml:trace contextRef="#ctx0" brushRef="#br0" timeOffset="45241.91">8462 5289 1222 0,'0'0'737'0,"0"0"-273"0,0 0-180 16,0 0-239-16,0 0-20 16,0 0 30-16,-92 152-34 15,72-73 87-15,7 5-96 16,11-3 3-16,2-11-12 16,2-12-3-16,17-12 0 15,10-14 0-15,5-14-27 16,4-11 4-16,0-7-54 15,0-4-123-15,-5-25-22 16,-2-3-125-16,-8-6 89 16,-8 4 138-16,-8 5 120 15,-2 12 69-15,-5 13 161 16,0 4-109-16,-9 18 6 0,-7 17 1 16,1 8-4-16,3-1-29 15,8-2-94-15,4-6 44 16,0-9-45-16,8-10-18 15,19-8 16-15,0-7-94 16,15-17-56-16,-8-10-201 16,-6-8-582-16</inkml:trace>
  <inkml:trace contextRef="#ctx0" brushRef="#br0" timeOffset="45373.91">8869 5682 1847 0,'0'0'377'16,"0"0"-315"-16,0 0-2 0,-27 114 17 15,12-73-76-15,9 1 45 16,-2-4-46-16,8-2-27 16,0-6-52-16,12-9-419 15,3-11-996-15</inkml:trace>
  <inkml:trace contextRef="#ctx0" brushRef="#br0" timeOffset="45593.43">9220 5775 1179 0,'0'0'995'0,"0"0"-638"16,0 0-213-16,0 0-120 0,0 0 34 15,0 0-52-15,122 4-6 16,-78 10 0-16,10 6-98 15,-14-2-76-15,-11-2-463 0</inkml:trace>
  <inkml:trace contextRef="#ctx0" brushRef="#br0" timeOffset="45720.2">9208 5963 2257 0,'0'0'549'16,"0"0"-534"-16,0 0-15 15,116-5-15-15,-47-2-110 16,-11 5 6-16,-11 0-238 0</inkml:trace>
  <inkml:trace contextRef="#ctx0" brushRef="#br0" timeOffset="47633.42">10350 5613 1386 0,'0'0'255'0,"0"0"-233"16,-114 79-1-16,45-33 17 16,-10-3 11-16,6-1 68 15,11-8-53-15,10-10-48 16,19-5 41-16,18-12-48 16,13-7 20-16,2 0 102 15,28 0-98-15,17-7 29 16,13-7-62-16,9-1 0 15,1 1-17-15,4 4 26 16,-3 2-9-16,-11 2 0 16,-4 4-100-16,-12 2-23 15,-13 0-388-15,-11 0-638 0</inkml:trace>
  <inkml:trace contextRef="#ctx0" brushRef="#br0" timeOffset="47830.38">10439 5532 1781 0,'0'0'401'0,"0"0"-279"16,0 0-20-16,-65 157 26 16,41-93-34-16,1 0-82 15,8-2 36-15,3-7-48 16,8-8-39-16,4-8-92 0,6-16-344 15,15-13-510-15</inkml:trace>
  <inkml:trace contextRef="#ctx0" brushRef="#br0" timeOffset="48270.17">10680 5654 1543 0,'0'0'339'0,"0"0"-165"15,0 0-33-15,0 0-64 16,0 0 61-16,0 0-30 16,0 0-15-16,75 111 47 0,-75-60-97 15,-9-2-3-15,-9-5-2 16,-1-4-15-16,-2-11 10 15,13-10-33-15,3-9 0 16,5-8-17-16,0-2 17 16,0-5-1-16,13-24-26 15,12-11-228-15,0-9 145 16,4-6-147-16,-8 3 24 16,4 8 196-16,-9 16 37 15,-12 13 257-15,1 15-125 16,-5 7-113-16,0 23 76 15,0 6-28-15,-5 4-15 16,5-3 55-16,0-2-107 0,7-5 19 16,13-8-19-16,9-5-31 15,24-16-38-15,-10-1-203 16,-5 0-445-16</inkml:trace>
  <inkml:trace contextRef="#ctx0" brushRef="#br0" timeOffset="49005.31">11132 5314 1147 0,'0'0'900'0,"0"0"-651"16,0 0-12-16,0 0-116 15,0 0-20-15,0 0-2 16,0 0-53-16,-33-48 54 16,33 43-76-16,0 0-24 15,13 1 10-15,1-1-1 0,-1 3-9 16,-7 2 0-16,3 0 9 15,-9 22-28-15,0 7 19 16,-20 4 0-16,-4 1 0 16,-1-2 20-16,0-3-20 15,12-9 0-15,11-4 20 16,2-2-32-16,2 0 12 16,25-2 0-16,2 2-8 15,-2 0 28-15,-3 0-20 16,-8 4 0-16,-14 0 7 15,-2 8-29-15,-27 4 22 16,-15 4-13-16,-7 2-10 16,-16 5-232-16,14-9-94 15,15-10-695-15</inkml:trace>
  <inkml:trace contextRef="#ctx0" brushRef="#br0" timeOffset="49993.39">11645 5709 1117 0,'0'0'488'0,"0"0"-221"16,0 0-121-16,0 0 21 15,0 0-30-15,-130-17-54 16,70 28 59-16,-7 12-117 16,9 8 24-16,2 1-3 15,14 0-19-15,15-6-14 0,17-6-13 16,10-4 0-1,0-8-32-15,29-4 32 0,13-4-39 16,11 0-68-16,30-32-165 16,-16 2-47-16,-11 0-359 0</inkml:trace>
  <inkml:trace contextRef="#ctx0" brushRef="#br0" timeOffset="50218.45">11749 5166 1189 0,'0'0'613'16,"0"0"-365"-16,0 0-140 16,0 0-48-16,0 0-40 15,0 0 48-15,-31 109 102 16,13-35-122-16,1 13 20 0,-4 2-56 16,8 1 22-16,4-10-35 15,2-10 1-15,7-14-54 16,0-12-28-16,0-14-135 15,12-13-54-15,1-9-234 16,-4-8-454-16</inkml:trace>
  <inkml:trace contextRef="#ctx0" brushRef="#br0" timeOffset="50560.85">11747 5709 806 0,'0'0'724'15,"0"0"-502"-15,0 0-95 16,0 0-22-16,0 0-69 15,0 0 82-15,0 0-6 16,100 64-15-16,-100-26 30 16,0 2-94-16,-4-5 3 0,-9-4 5 15,1-7-20-15,6-10 1 16,4-8-22-16,2-6 0 16,0 0 24-16,0-15-24 15,18-18-172-15,1-5 65 16,6-6-20-16,-7 2 1 15,-3 6-13-15,-6 9 139 16,-6 16 157-16,-3 11 11 16,0 0-107-16,0 23-25 15,0 9-1-15,0 7 50 0,0 1-78 16,11-3 7 0,9-3-14-16,16-10 0 0,24-9-75 15,-12-4-106-15,2-11-431 16</inkml:trace>
  <inkml:trace contextRef="#ctx0" brushRef="#br0" timeOffset="59826.28">4527 6756 909 0,'0'0'563'16,"0"0"-358"-16,0 0-165 0,0 0 44 15,0 0 89-15,0 0-60 16,14-28 61-16,-12 25-81 16,-2 2-47-16,0 1 83 15,0 0-92-15,0 0 26 16,0 0 11-16,0 0-62 16,0 0 30-16,0 0-42 15,0 0 1-15,0 4-29 16,0 13 28-16,0 9 0 15,0 10 13-15,0 9 8 16,0 9 16-16,0 7 0 16,-4 9-36-16,-6 3 110 15,1 6-93-15,1-5 28 0,-2-4-26 16,1-6 9-16,5-6-23 16,0-3-6-16,4-9-64 15,0-5 3-15,4-7-309 16,7-17-362-16</inkml:trace>
  <inkml:trace contextRef="#ctx0" brushRef="#br0" timeOffset="61047.12">3509 7159 1475 0,'0'0'265'15,"0"0"-87"-15,0 0-50 16,0 0-15-16,0 0 63 15,0 0-81-15,0 0-46 16,29-17-24-16,-12 16-6 0,5-4-5 16,5 5-14-16,0-2 0 15,4 2 11-15,1 0-10 16,1 0-1-16,2 0 0 16,1 0 31-16,2 5-40 15,2-3 9-15,0 2 0 16,2-3-15-16,1 2 24 15,-3-2-9-15,3 2 0 16,-6-2 21-16,3 2-28 16,0-1 7-16,1 0 0 15,1 0-27-15,1-1 30 16,-1-1-3-16,2 0 0 16,-1 0 13-16,-1 0-23 15,1 0 10-15,-1 2 0 0,2-2-22 16,1 0 32-16,-3 2-10 15,3-2 0-15,-5 0-18 16,0 3-4-16,-2 1 22 16,-2-1 0-16,-3 1-24 15,0 1 36-15,1-3-12 16,1 1 0-16,1 0 12 16,0-3-25-16,4 0 13 15,-2 0 0-15,5 0-21 16,-4 0 39-16,1 0-18 15,-1 0 0-15,-4 0 1 16,-1 0-13-16,-3 0 12 16,0 0 0-16,-2 0-11 0,0 0 34 15,2 0-24-15,-2 0 1 16,7 0 0-16,-3 0-17 16,3 0 17-16,-1 0 0 15,6 0 0-15,-1 0 19 16,0 0-19-16,5 0 0 15,-3 0-17-15,3 0-6 16,-5 0 3-16,-1 0 20 16,0 0-6-16,-1 0 21 15,-3 0-16-15,1 0 1 16,1 0 0-16,6 0-12 16,1 0 12-16,8 0 0 0,2 0-1 15,4-3 19-15,2 0-19 16,2-1 1-16,5-3 0 15,0 2-16-15,-1-2 17 16,4 4-1-16,-5-1 0 16,-5 2 26-16,-7-1-36 15,-6 3 10-15,-12 0 0 16,-8 0-18-16,-11 0 18 16,-16 0-182-16,0 0-178 15,-22 0-352-15</inkml:trace>
  <inkml:trace contextRef="#ctx0" brushRef="#br0" timeOffset="61950.96">3800 6699 1392 0,'0'0'293'0,"0"0"-101"15,0 0-36-15,0 0-26 16,0 0 6-16,0 0-35 16,0 0-3-16,47-20-30 15,-29 16-61-15,0 2 51 16,2 2-23-16,0 0-35 16,-2 0 49-16,-1 12-29 15,1 6-17-15,-5 3 19 16,-3 4 2-16,-4 4 7 15,-6 0-31-15,0 4 0 0,0-3 33 16,-10-2-21-16,-2-6-7 16,1-4-5-16,7-8 29 15,-1-5-39-15,5-2 10 16,0-3 0-16,0 0 0 16,0-3 0-16,18-22-10 15,4-8-104-15,5-8-32 16,2-1 92-16,-7 4-29 15,-2 6 64-15,-9 11-5 16,-6 9 48-16,-5 11-3 16,0 1 4-16,0 0-7 15,-2 12 40-15,-8 10-21 16,6 3-9-16,4 4 10 0,0-1-15 16,4 0-15-16,21-2-8 15,6-2-61-15,19-2 10 16,-6-5-210-16,-9-5-387 0</inkml:trace>
  <inkml:trace contextRef="#ctx0" brushRef="#br0" timeOffset="62569.75">3867 7432 1428 0,'0'0'374'0,"0"0"-271"16,0 0 43 0,0 0-28-16,0 0 15 0,0 0 46 15,0 0-112-15,27-23 6 16,-27 23-55-16,0 0 12 15,0 0-12-15,0 16-5 16,0 6 23-16,-3 2 19 16,-1 4-42-16,2-2-13 15,0-1 0-15,2-3 26 16,0-4-29-16,0-4 3 16,6-4 0-16,10-6-14 15,6-4 4-15,5 0-35 16,4-10-41-16,-2-15-108 0,0-5 43 15,-4-6-96 1,-5 0 53-16,-9 7 191 0,-5 4 3 16,-6 9 250-16,0 11-3 15,0 5-159-15,0 0-9 16,0 9-68-16,-6 13 13 16,-3 8 57-16,0 6-74 15,2 2-14-15,3 13-8 16,0-11-257-16,1-8-388 0</inkml:trace>
  <inkml:trace contextRef="#ctx0" brushRef="#br0" timeOffset="64007.99">4875 6812 1525 0,'0'0'357'16,"0"0"-230"-16,0 0-126 0,0 0 99 15,0 0 70-15,0 0-74 16,-116 92 33-16,116-56-101 16,0-6 27-16,25-4 21 15,10-11-74-15,9-8 47 16,8-7-49-16,-3-7-6 16,-7-16-28-16,-8-7 11 15,-14-1 23-15,-18-6-6 16,-2 3 21-16,-14 0-27 15,-15 3 12-15,-2 10-12 16,0 8-14-16,2 12-38 16,5 11-109-16,8 17-135 15,7 4-537-15</inkml:trace>
  <inkml:trace contextRef="#ctx0" brushRef="#br0" timeOffset="65011.09">6838 6928 1132 0,'0'0'702'15,"0"0"-480"-15,0 0-114 16,0 0-76-16,0 0 69 15,0 0-86-15,0 0 23 16,52-45 14-16,-32 27-36 16,2-3-5-16,3-3-11 15,-3 0 6-15,1-2-42 16,-4 1 32-16,-3 4-2 16,-5 5-18-16,-2 3 45 15,-6 7-21-15,-1 4 46 16,-2 2-20-16,0 0 65 0,0 2-91 15,-2 18 0 1,-10 11 31-16,-1 8-14 0,-1 10 10 16,1 5-27-16,-1 20-34 15,1-14-24-15,5-12-453 0</inkml:trace>
  <inkml:trace contextRef="#ctx0" brushRef="#br0" timeOffset="68991.45">5008 7406 1147 0,'0'0'572'16,"0"0"-393"-16,0 0-37 15,0 0-78-15,0 0 44 0,0 0 10 16,5-53-29-16,-5 51 57 16,0 0-51-16,0 2-2 15,0 0-11-15,0 0-81 16,-11 0 49-16,-7 0-50 15,-5 12 10-15,-1 6-25 16,0 3 15-16,3 6 0 16,6 3 10-16,8 3 17 15,7 1-13-15,0-1-14 16,5 2 0-16,12-5 5 16,8-2-4-16,0-7-1 15,-3-1 0-15,0-5 33 16,-8-3-41-16,-10-1 8 0,-4 0 0 15,-2 1-22-15,-23 0 28 16,-8-2-6-16,0-2 0 16,1-8 16-16,12 0-19 15,14-14 3-15,6-18-13 16,10-10 2-16,28-7-44 16,7-9 51-16,7 7-8 15,-6 0 24-15,-3 10-26 16,-14 10 14-16,-12 9-34 15,-15 14 28-15,-2 8-143 16,-31 3-70-16,-9 17-273 16,5-1-218-16</inkml:trace>
  <inkml:trace contextRef="#ctx0" brushRef="#br0" timeOffset="71434.09">6925 7386 1081 0,'0'0'316'15,"0"0"-148"-15,0 0 58 16,0 0-62-16,0 0-25 0,0 0 44 16,0 0-63-1,0-21 49-15,0 21-33 0,-2 0-64 16,-11 0 10-16,-5 0-81 16,-11 18-1-16,-9 8 17 15,5 2 3-15,0 5 13 16,6-1-33-16,9-5 1 15,7-3 5-15,4-5 1 16,7-8-7-16,5-7 0 16,16-4 3-16,10 0-31 15,8-13 13-15,1-15-113 16,0-7 35-16,-4-5-72 16,-10 1 88-16,-3 2 57 15,-12 9 20-15,-2 8 51 16,-7 12 90-16,-2 8-37 0,0 1-65 15,0 28-6-15,-11 15-12 16,-5 10 57-16,1 11-71 16,-1-1 75-16,0 0-63 15,-3-9-18-15,-2-6 12 16,-1-9-12-16,0-8-2 16,-17-8-47-16,8-10-251 15,2-7-248-15</inkml:trace>
  <inkml:trace contextRef="#ctx0" brushRef="#br0" timeOffset="74394.11">2186 9060 874 0,'0'0'701'0,"0"0"-495"16,0 0-32-16,0 0 76 0,0 0-58 15,0 0-12 1,-13-3 45-16,13 2-150 0,0 1-4 16,0 0 6-16,0 0-77 15,0 0 79-15,0 0-65 16,0-3-13-16,0 3 58 16,0 0-50-16,0 0 11 15,0-2 2-15,0 2 2 16,0-1 19-16,20-6-43 15,11 2 0-15,12-1-11 16,3-1 13-16,4 1-4 16,-2 4 2-16,-1 0-109 0,-5 2 56 15,-3 0-198 1,-15 14-230-16,-10-2-141 0</inkml:trace>
  <inkml:trace contextRef="#ctx0" brushRef="#br0" timeOffset="74656.12">2197 9152 1333 0,'0'0'815'16,"0"0"-574"-16,0 0-73 15,0 0 24-15,0 0-140 0,0 0 31 16,0 0-83-16,81-28 13 16,-44 28-32-16,6 0 19 15,-1 0-77-15,0 0-64 16,8-2-179-16,-15-5-185 16,-8 0-441-16</inkml:trace>
  <inkml:trace contextRef="#ctx0" brushRef="#br0" timeOffset="74845.62">2759 8909 1317 0,'0'0'746'16,"0"0"-677"-16,0 0 72 0,0 0-42 16,0 0-22-1,-2 137 33-15,-25-84-110 0,-6 5 13 16,-5 3-13-16,-3 11-90 15,12-16-221-15,10-16-586 0</inkml:trace>
  <inkml:trace contextRef="#ctx0" brushRef="#br0" timeOffset="75241.48">3756 9029 1698 0,'0'0'531'0,"0"0"-324"16,0 0-179-16,0 0-14 16,0 0 11-16,0 0-19 0,-154 68 86 15,98-25-50-15,-2 6-33 16,4-3 16-16,10-7-25 15,11-8 0-15,10-10 0 16,17-8-90-16,6-13-79 16,17-5-153-16,8-13-253 0</inkml:trace>
  <inkml:trace contextRef="#ctx0" brushRef="#br0" timeOffset="75428.11">3702 8979 1876 0,'0'0'392'0,"0"0"-266"16,0 0-125-16,0 0 71 0,0 0-9 16,46 108-28-1,-34-64 43-15,-3-3-66 0,3-1-12 16,-4-3 0-16,-1-2-12 16,-5-5-22-16,-2-8-167 15,0-5-293-15,-7-12-227 0</inkml:trace>
  <inkml:trace contextRef="#ctx0" brushRef="#br0" timeOffset="75593.75">3426 9144 1996 0,'0'0'471'0,"0"0"-437"15,0 0-23-15,0 0 33 16,0 0-35-16,151 1-9 0,-104 18 0 15,15 3-66-15,-10-2-195 16,-9-4-640-16</inkml:trace>
  <inkml:trace contextRef="#ctx0" brushRef="#br0" timeOffset="75816.07">3949 9050 1618 0,'0'0'363'16,"0"0"-209"-16,0 0-119 0,0 0 101 15,0 0-13-15,0 0-80 16,132 94 33-16,-94-62-76 16,-2-2-6-16,-3-4 6 15,9-4-149-15,-11-8-92 16,-6-6-377-16</inkml:trace>
  <inkml:trace contextRef="#ctx0" brushRef="#br0" timeOffset="75992.7">4500 8944 1737 0,'0'0'589'0,"0"0"-505"0,0 0-67 16,0 0 11-1,-94 136 79-15,63-85-85 0,4 2-8 16,12-2-14-16,13 4-167 16,2-15-214-16,0-14-900 0</inkml:trace>
  <inkml:trace contextRef="#ctx0" brushRef="#br0" timeOffset="76308.47">4857 9189 1994 0,'0'0'541'0,"0"0"-369"16,0 0-82-16,0 0 76 16,0 0-93-16,0 0-64 15,0 0 3-15,83-13 4 16,-52 13-16-16,0 0 0 16,-4 0-34-16,-6 1 0 15,-11 13-235-15,-8-2-202 16,-2-1-340-16</inkml:trace>
  <inkml:trace contextRef="#ctx0" brushRef="#br0" timeOffset="76468.11">4721 9360 2212 0,'0'0'494'0,"0"0"-461"16,0 0 32-16,0 0-54 15,0 0-11-15,138 0 0 16,-105 0-2-16,3 0-124 15,-11 0-203-15,-9 7-627 0</inkml:trace>
  <inkml:trace contextRef="#ctx0" brushRef="#br0" timeOffset="78274.05">6306 8586 1194 0,'0'0'226'0,"0"0"-84"15,0 0 30-15,0 0-102 16,0 0 47-16,0 0 13 0,0 0-31 15,-91 66 64-15,70-20-61 16,6 9-29-16,-1 7 68 16,5 6-65-16,7 4 28 15,1 2-22-15,3 3-62 16,0-1 60-16,0-4-80 16,7-4 0-16,2-5 26 15,-3-9 1-15,-3-10-20 16,-3-4-7-16,0-8 19 15,0-6-13-15,-13-6-6 16,-6-4 0-16,-3-4-1 16,-2-2 0-16,-1-2 0 0,-1-4-74 15,1 1-168-15,-2 2-22 16,8-2-289-16,0 4-172 0</inkml:trace>
  <inkml:trace contextRef="#ctx0" brushRef="#br0" timeOffset="78860.08">6007 9883 1510 0,'0'0'510'0,"0"0"-300"16,0 0-19-16,0 0 8 15,0 0-62-15,0 0-77 16,0 0-5-16,2-32-49 15,-10 35-6-15,-2 12 2 16,4 9 21-16,6 7 12 16,0 3-35-16,0 2 9 15,0 1-2-15,11-4-6 16,-2-3-1-16,-5-4 0 0,3-4 20 16,-7-4-26-16,0-2 6 15,-9-3 0-15,-18-4-6 16,-2 0 13-16,-2-8-7 15,6-1 0-15,8 0 18 16,10-12 21-16,7-11-39 16,16-12 7-16,28-5-4 15,16-8 12-15,10 0-16 16,1-4 1-16,-2 2-29 16,-9-1-1-16,-13 5-9 15,-18 6-12-15,-16 6 36 16,-13 8-145-16,-4 8 74 15,-29 10-61-15,-28 8-76 0,10 0-74 16,7 5-470-16</inkml:trace>
  <inkml:trace contextRef="#ctx0" brushRef="#br0" timeOffset="79746.07">6725 8272 1086 0,'0'0'370'0,"0"0"-192"16,0 0-21-16,0 0-59 15,0 0 31-15,-116 0-24 16,92 21-33-16,-1 9 57 16,2 7-92-16,10 3 9 15,3-1 22-15,6-4-68 16,4-5 37-16,0-6-37 16,0-6 1-16,12-6-12 15,3-8 11-15,1-4-25 16,5 0 24-16,-2-14-76 15,2-12 34-15,-1-6-95 0,-3-5-40 16,-1 2 97 0,-3 3-20-16,-6 6 101 0,-3 10 68 15,-1 12 75-15,-3 4-43 16,0 6-98-16,0 20 85 16,0 12 51-16,0 5-72 15,-9 6 9-15,0-1 45 16,-5-2-66-16,-1-6 37 15,-8-3-82-15,2-5 9 16,-6-1-36-16,-12 3-11 16,12-10-179-16,4-7-418 0</inkml:trace>
  <inkml:trace contextRef="#ctx0" brushRef="#br0" timeOffset="85482">5552 9048 1410 0,'0'0'500'16,"0"0"-312"-16,0 0 12 15,0 0-75-15,0 0 72 16,0 0-106-16,-4-37-43 16,8 9 21-16,9-6-68 15,12-6-1-15,-2-6 0 16,1-2 19-16,-4 0-26 15,-2 2 7-15,-5 6 0 16,-1 6-17-16,-8 7 18 16,0 10-1-16,-4 8 7 15,0 5 20-15,0 3-18 0,0 1-9 16,0 0-1-16,0 9-32 16,0 21 11-16,0 15 22 15,-2 13 0-15,-9 5 21 16,0 6-28-16,0-5 7 15,0-1-173-15,-1 0 14 16,8-12-225-16,0-17-433 0</inkml:trace>
  <inkml:trace contextRef="#ctx0" brushRef="#br0" timeOffset="85691.81">5414 9206 1888 0,'0'0'320'0,"0"0"-159"15,0 0-121-15,0 0-16 16,0 0 48-16,122-26-61 16,-74 22 30-16,-2 2-41 15,-1 2-31-15,1 0-45 16,-11 10-245-16,-16 2-291 0</inkml:trace>
  <inkml:trace contextRef="#ctx0" brushRef="#br0" timeOffset="86051.98">5497 9411 1662 0,'0'0'582'16,"0"0"-468"-16,0 0-61 16,0 0 23-16,0 0-37 15,-150 56 63-15,96-26 3 16,6-2-99-16,3-2 56 16,14-6-62-16,9-6 6 15,10-6-12-15,10-4 7 0,2-4-1 16,0 0 2-1,18 0 34-15,11 0-30 16,7 0-6-16,6 0 0 0,1 0-21 16,-1 0 22-16,-2 0-1 15,-2 2 0-15,-4 2-40 16,-5 3 9-16,0-4-86 16,-6 1-63-16,4-2-14 15,-6-2-163-15,-8 0-291 0</inkml:trace>
  <inkml:trace contextRef="#ctx0" brushRef="#br0" timeOffset="86248.43">5565 9416 1588 0,'0'0'685'0,"0"0"-550"16,0 0-47-16,0 0-57 15,0 0 67-15,-68 153 36 16,55-95-65-16,-1 0 20 15,5 0-89-15,3-1 0 16,6-10-10-16,0-4-147 16,0-9-68-16,4-10-152 15,7-12-724-15</inkml:trace>
  <inkml:trace contextRef="#ctx0" brushRef="#br0" timeOffset="88024.49">7425 8731 1579 0,'0'0'491'0,"0"0"-299"0,0 0-38 16,0 0-98-1,0 0 47-15,0 0-72 16,0 0-25-16,-128 34 127 0,80 2-100 16,1 3 8-16,7 2-32 15,9-4 24-15,10-11-33 16,15-5 0-16,6-7 0 15,6-5-12-15,28-9 12 16,11 0-13-16,11-21-63 16,4-9-137-16,-5-8 21 15,8-33-148-15,-17 10-215 16,-10-1-19-16</inkml:trace>
  <inkml:trace contextRef="#ctx0" brushRef="#br0" timeOffset="88478.19">7538 8296 1365 0,'0'0'536'15,"0"0"-303"-15,0 0-30 16,0 0-134-16,0 0-43 16,-84 140 152-16,55-30-66 15,7-4-20-15,6-9 7 16,9-18-90-16,7-26 33 16,0-2-42-16,0-5 18 15,14-14-41-15,8-15 23 16,9-12-21-16,10-5 20 15,1-8-130-15,5-23-21 16,-1-11-35-16,-3-6-71 16,-12-6 92-16,-3 4-1 15,-7 9 167-15,-13 14 41 0,-8 18 151 16,0 9-46-16,-4 21-106 16,-13 17 64-16,-4 9 87 15,3-1-103-15,5-2-16 16,9-9-35-16,4-7-13 15,0-10-26-15,11-10 2 16,13-8-50-16,10 0 14 16,-1-15-176-16,0-13-103 15,-4-9-5-15,-2-4-204 16,-2-2 305-16,-5 1 219 16,-7 8 52-16,-4 11 487 15,-4 19-163-15,-5 4-186 16,0 23-121-16,0 23-7 15,-14 8 19-15,1 10-81 16,-7 19-19-16,2-18-174 0,3-14-1294 0</inkml:trace>
  <inkml:trace contextRef="#ctx0" brushRef="#br0" timeOffset="90751.69">6809 9266 1126 0,'0'0'553'15,"0"0"-433"-15,0 0 67 16,0 0-62-16,0 0 15 16,0 0-57-16,0 0-68 15,56-17 78-15,-27 12-59 16,2 1-20-16,5 2 55 0,-1-1-69 15,8 3 33-15,-1 0-21 16,10 0 16-16,2 0-1 16,4 9-27-16,6 1 6 15,9 0 50-15,8 0-42 16,8-3 42-16,9-4-18 16,4-1-22-16,1-2 10 15,-5 0-26-15,-6 0 0 16,-12 0-14-16,-11-2 35 15,-11 2-42-15,-14 0-49 16,-13 0-146-16,-12 0-25 16,-13 0-349-16,-6 4-682 0</inkml:trace>
  <inkml:trace contextRef="#ctx0" brushRef="#br0" timeOffset="92223.74">7353 9457 1177 0,'0'0'568'0,"0"0"-416"0,0 0 49 15,0 0-18-15,0 0-50 16,0 0 36-16,0 0-53 15,0-18-39-15,0 18-9 16,0 0-53-16,-2 0-9 16,0 9-6-16,-2 19 6 15,-3 9 51-15,1 9-27 16,-2 0-8-16,8 0 7 16,0-8-2-16,0-6-23 15,8-10-4-15,9-8 2 16,10-8-32-16,6-6 30 15,7-6-50-15,3-20-75 16,-1-11-115-16,-1-8 87 16,-8-5-25-16,-4-2-27 15,-12 6 149-15,-1 10 56 0,-9 11 116 16,-5 16 156-16,-2 9-174 16,0 4-34-16,0 23-52 15,-11 14-11-15,-3 8 57 16,6 6-57-16,1 3-1 15,2 17 0-15,1-17-167 16,-1-14-414-16</inkml:trace>
  <inkml:trace contextRef="#ctx0" brushRef="#br0" timeOffset="94304.11">8638 9249 1326 0,'0'0'355'0,"0"0"-174"16,0 0-52-16,0 0 109 15,0 0-32-15,0 0-53 0,0 0 48 16,-3 0-129 0,10 0-5-16,13 0-28 0,7 0-15 15,6-5-9-15,0 1-15 16,6 2 0-16,-8 2-27 16,-4 0-89-16,-14 9-129 15,-7 8-77-15,-6 3-335 0</inkml:trace>
  <inkml:trace contextRef="#ctx0" brushRef="#br0" timeOffset="94464.11">8526 9517 1965 0,'0'0'470'0,"0"0"-366"16,0 0-88-16,0 0 54 0,0 0-28 15,140 0-16-15,-95 0-52 16,-1 0-4-16,6 1-166 15,-13 8-284-15,-8-5-1107 0</inkml:trace>
  <inkml:trace contextRef="#ctx0" brushRef="#br0" timeOffset="95049.21">9922 9110 1681 0,'0'0'400'0,"0"0"-286"16,0 0-73-16,0 0 21 16,58-125-56-16,-37 84 15 15,4-4-15-15,-2-1 26 16,-3 0-33-16,-7 2 1 16,-7 2 0-16,4 10 92 15,-8 6 0-15,-2 10 90 16,0 7-20-16,0 9-148 15,0 0 29-15,0 4-43 16,-12 25-4-16,-3 12-31 16,1 17 36-16,-1 7-1 0,1 6 0 15,1-1-31-15,5-3-35 16,0-2-122 0,0 1-64-16,1-18-76 0,3-12-516 0</inkml:trace>
  <inkml:trace contextRef="#ctx0" brushRef="#br0" timeOffset="95227.31">9670 9316 1670 0,'0'0'766'16,"0"0"-567"-16,0 0-91 16,0 0 35-16,0 0-110 15,0 0 19-15,125-9-52 0,-75 9 24 16,6 0-24-1,7 3 0-15,-10 6-84 0,16 4-132 16,-15-5-161-16,-16-2-331 0</inkml:trace>
  <inkml:trace contextRef="#ctx0" brushRef="#br0" timeOffset="95868.84">9910 9599 1763 0,'0'0'561'15,"0"0"-342"-15,0 0-145 16,0 0-29-16,0 0-17 15,-113 37-19-15,53-10 151 16,-5 4-113-16,9 1-35 16,11-6 24-16,10-6-9 15,14-8-22-15,11-7-5 0,5-1 28 16,5-1-10 0,9-3-18-16,22 2 0 0,14 1 9 15,11-1 9-15,1 1-36 16,3 1-3-16,-4-3-90 15,-6 3-11-15,-13 0-67 16,3 0-40-16,-15-2-97 16,-7-2-256-16</inkml:trace>
  <inkml:trace contextRef="#ctx0" brushRef="#br0" timeOffset="96023.63">9973 9613 1595 0,'0'0'883'0,"0"0"-588"15,0 0-294-15,0 0-1 16,0 0 22-16,-49 127 4 16,35-66-1-16,3 7-25 15,5 4-25-15,6 13-41 16,13-17-257-16,11-22-458 0</inkml:trace>
  <inkml:trace contextRef="#ctx0" brushRef="#br0" timeOffset="96872.42">10472 9573 719 0,'0'0'1294'0,"0"0"-945"0,0 0-185 15,0 0-102-15,0 0 77 16,0 0-118-16,0 0 26 16,81-111-90-16,-46 65 43 15,7-2-73-15,3-4-1 16,-3-6-72-16,-4 0 88 15,-5-4-16-15,-8 4 1 16,-7 2 56-16,-9 8-4 16,-7 11 21-16,-2 11 95 15,0 10-45-15,0 14 66 16,-15 2-110-16,-10 14 23 0,-2 24 3 16,-2 17 0-16,0 12 68 15,7 16 18-15,7 0-94 16,6 1 46-16,9-11-70 15,0-10 18-15,9-12-23 16,13-18 5-16,6-11 0 16,11-12-1-16,1-10-38 15,2-2 14-15,3-24-132 16,-8-9-44-16,3-2 11 16,-3-6-54-16,-14 7 135 15,0 11 109-15,-9 12 46 16,-10 13 61-16,-4 2-88 15,0 27 89-15,-4 7 45 0,-10 0-80 16,3-7 1 0,-1-7-28-16,10-7-20 0,2-9-10 15,0-6-16-15,8 0 0 16,13-6-30-16,16-14-25 16,-2-4-97-16,7 0 0 15,-2 4 27-15,-9 10 123 16,-4 8-14-16,-9 2 16 15,-9 17-16-15,-9 14 26 16,0 1-10-16,0 0 0 16,0-12-34-16,0-6-55 15,0-14-474-15</inkml:trace>
  <inkml:trace contextRef="#ctx0" brushRef="#br0" timeOffset="97081.84">11511 8976 1942 0,'0'0'229'15,"0"0"-194"-15,0 0 60 16,-13 155-43-16,-1-90 89 16,1 3-11-16,2 0-82 15,6-1 18-15,-2-6-66 16,7-6-93-16,0-9-69 15,0-14-221-15,12-15-448 0</inkml:trace>
  <inkml:trace contextRef="#ctx0" brushRef="#br0" timeOffset="97424.38">11678 9300 1046 0,'0'0'1034'0,"0"0"-1000"15,0 0-34-15,0 0 0 16,0 0 56-16,-45 125 144 16,41-92-56-16,4-1-41 15,0-4-41-15,14-5-46 16,3-12 23-16,10-6-39 16,-2-5-9-16,-3-10-7 0,4-20-138 15,-1-11-113-15,-5-4-36 16,1-4-216-16,-8 6 263 15,-5 9 256-15,2 11 370 16,-10 17 232-16,0 6-503 16,0 14-68-16,0 22-9 15,-10 8-2-15,2 9-6 16,1 0-14-16,5 12-71 16,2-16-197-16,0-12-753 0</inkml:trace>
  <inkml:trace contextRef="#ctx0" brushRef="#br0" timeOffset="97711.59">12291 8995 2141 0,'0'0'552'0,"0"0"-552"16,0 0-41-16,0 0 41 0,-16 143 18 16,3-69 88-1,-3 7-41-15,-1 7-65 0,1 0 0 16,1-5-13-16,-1 6-226 15,5-23-121-15,2-20-904 0</inkml:trace>
  <inkml:trace contextRef="#ctx0" brushRef="#br0" timeOffset="98178.26">12757 8744 1774 0,'0'0'352'15,"0"0"-327"-15,-2 111 105 0,-7-1 20 16,-5 40 4-16,-3 11 89 16,3-6-131-16,1-35-40 15,2-38-60-15,9-18 22 16,-8-9-29-16,6 4-5 16,-2 8-103-16,-5 6-96 15,1-18-358-15,8-21-737 0</inkml:trace>
  <inkml:trace contextRef="#ctx0" brushRef="#br0" timeOffset="99264.4">12964 9892 745 0,'0'0'1116'0,"0"0"-889"16,0 0-148-16,0 0-71 15,0 0 36-15,0 0 42 16,0 0-15-16,-58 24 79 0,58 4-113 16,0 6 21-1,0 4-6-15,7 2-38 0,9 0 26 16,-3-1-40-16,1-6 6 15,-6-5-2-15,-8-3-4 16,0-6 0-16,0-3 0 16,-20-2 30-16,-9-7-21 15,-7-5-9-15,5-2 1 16,2-2-13-16,14-21 12 16,13-10-19-16,2-10 10 15,29-8-82-15,19-7 91 16,15-3-12-16,-3 1 12 15,-2 5 54-15,-13 8-5 16,-14 8-12-16,-16 7-37 16,-15 9-6-16,0 6-30 0,-46 3-169 15,-1 7-366-15,3 0-933 0</inkml:trace>
  <inkml:trace contextRef="#ctx0" brushRef="#br0" timeOffset="100050.18">13207 8426 1528 0,'0'0'252'16,"0"0"-123"-16,0 0-89 0,0 0 90 15,-137 64 48 1,110-32-92-16,6 1 24 0,15-4-91 15,6-3-13-15,0-4 27 16,6-7-24-16,19-8-9 16,0-7 0-16,-4 0-69 15,6-9-39-15,-9-16-109 16,-5-5 6-16,-1-3 81 16,-1-2 4-16,-7 5 126 15,-4 3 69-15,2 10 124 16,5 9 166-16,-5 8-153 15,3 6-196-15,4 30 52 16,-5 14-24-16,-2 16 57 16,3 9 11-16,-5-1-91 15,0-5 55-15,-5-11-70 0,-5-9 1 16,-11-11-5-16,-1-6 10 16,-20 0-12-16,6-9-174 15,5-11-452-15</inkml:trace>
  <inkml:trace contextRef="#ctx0" brushRef="#br0" timeOffset="102464.92">4514 11816 1776 0,'0'0'571'0,"0"0"-283"15,0 0-106-15,0 0-101 16,0 0 45-16,0 0-125 16,0 0 27-16,135-14-28 15,-81 14 40-15,0 0-53 16,-6 0 13-16,-5 14-135 15,-12 16-89-15,-11-9-233 16,-15 1-364-16</inkml:trace>
  <inkml:trace contextRef="#ctx0" brushRef="#br0" timeOffset="102592.42">4581 12055 2070 0,'0'0'370'15,"0"0"-219"-15,0 0-146 16,0 0 5-16,140 0-20 15,-56 0-45-15,-14 0-193 16,-13 0-539-16</inkml:trace>
  <inkml:trace contextRef="#ctx0" brushRef="#br0" timeOffset="103295.33">5536 11526 2118 0,'0'0'568'0,"0"0"-383"16,0 0-127-16,0 0-36 16,0 0-22-16,0 0 5 15,130-143-16-15,-88 99-60 16,0 1-100-16,-1-4 101 16,-10 5-59-16,-8 3 67 15,-8 6 61-15,-9 11 1 16,-6 8 136-16,0 5-8 15,0 9-40-15,0 0-37 16,-6 17-51-16,-9 19 0 16,-6 12 4-16,-1 12 31 15,-1 7-41-15,8 3 6 16,-1 0-142-16,-3 15 23 16,5-22-204-16,1-13-393 0</inkml:trace>
  <inkml:trace contextRef="#ctx0" brushRef="#br0" timeOffset="103448.33">5336 11834 867 0,'0'0'1437'15,"0"0"-1097"-15,0 0-241 16,0 0 66-16,148-32-99 16,-82 24-12-16,5 5-54 15,-4 3 22-15,-7 0-48 16,-2 16-231-16,-17 2-249 0,-15-3-435 15</inkml:trace>
  <inkml:trace contextRef="#ctx0" brushRef="#br0" timeOffset="124904.92">5590 12115 537 0,'0'0'130'15,"0"0"-117"-15,0 0 583 16,0 0-372-16,0 0-130 16,0 0 45-16,14-15-17 15,-12 7-28-15,0 1 31 16,-2 2-58-16,0 0 71 15,5 1-20-15,-5 2-94 16,0 1 117-16,0-1-99 0,0 2 19 16,0 0 30-16,0 0-75 15,0 0 65-15,0 0-75 16,0 0 10-16,0 0 14 16,0 0-30-16,0 0 0 15,-7 3-9-15,-13 17 30 16,-9 8-22-16,-11 9 1 15,-5 3 0-15,-1 1-12 16,-2-6 12-16,6 0 0 16,-1-8 0-16,12-5 29 15,2-5-40-15,10-5 11 16,5-7 0-16,7-3-27 0,5-2 27 16,2 0 0-1,0 0 0-15,2 0-14 0,17 0-4 16,4-7 18-16,6-2 0 15,8 3-21-15,3 2 21 16,4 0 0-16,1 0 0 16,1 2 25-16,1 2-41 15,-5-3 16-15,1 3-173 16,-1-3 9-16,-13 1-328 16,-2-2-280-16</inkml:trace>
  <inkml:trace contextRef="#ctx0" brushRef="#br0" timeOffset="125083.54">5621 12123 2181 0,'0'0'305'0,"0"0"-243"16,0 0-25-16,0 0-17 15,-58 157 63-15,45-97-83 16,-1 2-11-16,12 16-25 15,0-15-228-15,2-19-550 0</inkml:trace>
  <inkml:trace contextRef="#ctx0" brushRef="#br0" timeOffset="126643.53">6234 11161 622 0,'0'0'1106'15,"0"0"-863"-15,0 0-182 16,0 0-8-16,0 0-44 16,0 0 104-16,0 0-57 15,-15-6-44-15,-3 40 62 16,-4 32-9-16,-9 44 20 0,-3 45 49 16,0 18-46-16,11-11 34 15,9-38-56-15,7-46-65 16,7-23 70-16,0-13-71 15,0 4 0-15,7 1 2 16,13 4 25-16,5-10-54 16,6-9-16-16,17-17-232 15,-8-9-90-15,-5-6-820 0</inkml:trace>
  <inkml:trace contextRef="#ctx0" brushRef="#br0" timeOffset="127296.36">6352 12114 1092 0,'0'0'923'0,"0"0"-595"15,0 0-254-15,0 0 33 16,0 0-84-16,0 0-9 15,121-133-11-15,-70 75 27 16,5-10-33-16,-2-4 3 16,-3-6-31-16,-6-3 15 15,-12 0-32-15,-10 0 47 16,-15 5-19-16,-8 8 40 16,0 11-31-16,-12 17 11 0,-11 19 0 15,-6 18 15-15,-5 3-3 16,-4 34-12-16,-2 19 76 15,7 14-32-15,6 14 114 16,12 4-98-16,9-1-40 16,6-6 44-16,0-6-52 15,27-12-8-15,4-11-4 16,12-14 33-16,-1-12-21 16,3-16-12-16,6-7-24 15,-4-7 18-15,-3-24-95 16,-1-9 8-16,-5-10-22 15,-5-4-53-15,-4 4 103 16,-4 11-18-16,-12 18 83 0,-9 16 29 16,-4 5-12-16,0 32 79 15,-4 11 2-15,-9 2-46 16,-3-2 63-16,5-9-64 16,-1-12-18-16,12-9-26 15,0-13 26-15,0 0-21 16,23-14-12-16,10-18-84 15,10-6 5-15,1-1-52 16,6 2 58-16,-10 10 67 16,-9 16 12-16,-9 11 3 15,-7 10-9-15,-9 25 0 16,-6 11 49-16,0 3-49 16,0 12-45-16,-10-15-109 0,6-16-657 15</inkml:trace>
  <inkml:trace contextRef="#ctx0" brushRef="#br0" timeOffset="128884.79">7754 11621 725 0,'0'0'0'0,"0"0"1"16,0 0 951-16,0 0-609 16,0 0-173-16,0 0 67 15,23-103-34-15,-23 91-54 16,0 3 2-16,0 4-110 15,-15 5 39-15,-8 0-80 16,-8 12 11-16,-7 16-42 16,-7 9 31-16,10 7 0 0,-1-1-11 15,12-1 28-15,3-7-18 16,13-7 1 0,3-10 0-16,5-6-42 0,0-6 33 15,15-6-65-15,10 0 64 16,6-8-105-16,3-13 28 15,-3-7 7-15,0-2-29 16,-4-4 90-16,-5 5-34 16,-3 4 53-16,-9 9-12 15,-3 11 28-15,-5 5-37 16,-2 17 39-16,0 25-18 16,0 16 100-16,-9 13-56 15,-1 0 20-15,-9-4 33 16,1-9-73-16,1-12 63 15,-6-11-38-15,6-12-39 0,-8-7 43 16,5-6-43-16,-5-6-10 16,4-4 0-16,-8 0-140 15,8-14-123-15,5-6-563 0</inkml:trace>
  <inkml:trace contextRef="#ctx0" brushRef="#br0" timeOffset="129303.47">8084 11944 451 0,'0'0'1741'0,"0"0"-1482"0,0 0-119 16,0 0 17 0,0 0-66-16,0 0 49 0,0 0-129 15,41-19 2-15,-10 15-13 16,5 1 26-16,-1 0-55 16,1 3-38-16,9-6-249 15,-12 1-236-15,-4-6-1290 0</inkml:trace>
  <inkml:trace contextRef="#ctx0" brushRef="#br0" timeOffset="130506.58">8653 12119 446 0,'0'0'1481'0,"0"0"-963"15,0 0-436-15,0 0-44 16,0 0 26-16,0 0-8 16,0 0-9-16,125-106-47 15,-63 52-52-15,3-10 23 16,-1-6-142-16,-6-2 70 15,-13-2-16-15,-7 1-5 16,-20 3 75-16,-7 6-32 16,-11 6 79-16,0 9 0 15,-13 14 40-15,-7 16 43 16,-5 18-40-16,-6 5-24 16,-5 37 27-16,7 20 70 15,0 15-24-15,7 8 30 0,11 4-84 16,11-4 39-16,0-7-25 15,6-13-37-15,21-16 30 16,9-12-45-16,1-16 0 16,11-12 10-16,-4-8-10 15,5-4-13-15,-4-24-44 16,4-11-92-16,-12-10 51 16,2 2-50-16,-12 6 20 15,-10 11 114-15,-5 18 11 16,-12 12 3-16,0 12 46 15,0 23 48-15,-14 7 46 16,-1-1-87-16,-1-4-11 16,5-14 49-16,4-9-81 0,2-7 8 15,5-7-11 1,0 0-1-16,23-23-12 0,4-9-67 16,8-3 11-16,1-3 43 15,-3 11-41-15,-4 7 60 16,-6 16 0-16,-7 4 1 15,-8 11-19-15,-8 20 18 16,0 7-6-16,0 0 4 16,5-4-180-16,-1-10-127 15,0-12-607-15</inkml:trace>
  <inkml:trace contextRef="#ctx0" brushRef="#br0" timeOffset="130939.23">9910 11517 530 0,'0'0'199'0,"0"0"103"16,0 0 267-16,0 0-334 16,0 0-67-16,0 0-50 15,0 0 66-15,-86 0-87 16,76 21-38-16,4 7 48 15,4 4-92-15,2 5 50 16,0 0 19-16,0 5-69 0,6 0 68 16,6 0-83-1,-6 0 12-15,1-5-6 0,-5-3 0 16,-2-8-6-16,0-1 2 16,-4-11 28-16,-17-1-30 15,4-6 0-15,-3-7-14 16,-3 0-11-16,6-13-7 15,7-13-9-15,10-13 3 16,0-7-39-16,27-3 63 16,14-3 8-16,5 2 6 15,-1 2 20-15,4 10-8 16,-11 4-5-16,-12 11-7 16,-10 7 12-16,-5 6-37 15,-9 6 25-15,-2 4-203 16,-2 0-327-16,-9 0-579 0</inkml:trace>
  <inkml:trace contextRef="#ctx0" brushRef="#br0" timeOffset="131259.76">10273 11229 1568 0,'0'0'777'0,"0"0"-755"0,0 0-16 15,43 108 52-15,-32-22 2 16,-9 34 115-16,-2 26-51 15,-21 4-88-15,-14-22 44 16,0-31-72-16,4-35-16 16,-3-6-29-16,-22 28-212 15,12-11-137-15,-5-10-975 0</inkml:trace>
  <inkml:trace contextRef="#ctx0" brushRef="#br0" timeOffset="135843.1">26145 2610 1061 0,'0'0'1501'15,"0"0"-1307"-15,0 0-144 16,0 0-49-16,0 0 116 15,0 0-117-15,112-138 0 16,-48 78-9-16,15-6-6 0,-4-4-65 16,6-7-77-16,-8-3-15 15,-15-5 134-15,-4-8-16 16,-19-1 54-16,-8-2 28 16,-9 4 30-16,-11 13 114 15,-5 13-29-15,-2 17-46 16,0 19 26-16,-2 14-111 15,-23 16 0-15,-8 4-12 16,-25 50 31-16,-19 50-31 16,4 48 0-16,13 13 1 15,29-20 47-15,22-40-42 16,9-47-6-16,2-12 0 0,18 2 23 16,11-4-24-1,12-4 1-15,1-15 0 16,10-20-33-16,-3-5 18 0,0-14-34 15,-2-23 7-15,-7-12-75 16,-1-11 22-16,-8 2-15 16,-8 5 68-16,-8 17 42 15,-9 21 33-15,-8 15 35 16,0 14-23-16,-8 32-38 16,-13 10 102-16,-6 6-67 15,4-2-24-15,5-14 33 16,5-13-49-16,9-10-2 15,4-13 0-15,0-10 26 16,11 0-39-16,18-21 13 0,8-14-97 16,13-11-11-16,1-5-66 15,4 4 89-15,-3 6 71 16,-9 16 14-16,-14 16 30 16,-14 9-13-16,-4 21-3 15,-11 17 42-15,0 6-49 16,0 2-2-16,0-2-5 15,7-8-103-15,20-11-130 16,4-11-541-16</inkml:trace>
  <inkml:trace contextRef="#ctx0" brushRef="#br0" timeOffset="136144">27731 2039 1713 0,'0'0'514'0,"0"0"-175"16,0 0-111-16,0 0-163 15,-143 0 80-15,87 42-69 16,2 8-21-16,14 7 4 16,11-6-43-16,15-2-2 15,14-13-14-15,0-9 6 16,19-8-32-16,10-7 26 16,8-8-10-16,6-4 4 15,-3 0-56-15,-2-4 61 16,-11-6-17-16,-9 4 18 15,-5 3-30-15,1 3 30 16,-6 0 0-16,3 9-18 0,3 5-6 16,-1-2 18-1,5-4-84-15,16-8-147 0,-5 0 21 16,-5-17-391-16</inkml:trace>
  <inkml:trace contextRef="#ctx0" brushRef="#br0" timeOffset="136513">28174 947 36 0,'0'0'2134'0,"0"0"-1838"16,0 0-207-16,0 0-77 15,0 0 0-15,-44 134 189 16,-12 0-50-16,-7 12 6 0,14-22-100 15,18-37-7-15,18-35-35 16,3-17 13-16,6-2-23 16,2-5-5-16,-5-4-20 15,7-13-8-15,0-11-1 16,0-9 29-16,23-29-1 16,10-14-216-16,7-6 95 15,0 6-18-15,-4 14 140 16,-12 22 10-16,-8 16 3 15,-14 19-5-15,-2 25 26 16,-8 11-19-16,-21 8 21 16,-10 0-36-16,6 2-21 0,-7 5-74 15,13-14-244-15,12-20-521 16</inkml:trace>
  <inkml:trace contextRef="#ctx0" brushRef="#br0" timeOffset="136764.15">28332 2235 2261 0,'0'0'523'0,"0"0"-375"16,0 0-142-16,0 0-5 16,134-8-1-16,-94 8-15 15,-2 0-176-15,-16 8-379 16,-13 1-622-16</inkml:trace>
  <inkml:trace contextRef="#ctx0" brushRef="#br0" timeOffset="136879.2">28288 2428 1440 0,'0'0'489'0,"0"0"-410"16,0 0 51-16,135 22-124 15,-67-22-6-15,-4 0-362 0</inkml:trace>
  <inkml:trace contextRef="#ctx0" brushRef="#br0" timeOffset="137531.22">29906 1400 1512 0,'0'0'586'15,"0"0"-396"-15,20-113-14 0,-18 93-146 16,-2 20 50 0,-6 24-80-16,-35 62 14 0,-19 55 91 15,-9 26-25 1,2 3 24-16,16-37 7 0,20-44-101 15,6-28 51-15,12-15-61 16,0-3 2-16,1-4-2 16,6-7 0-16,6-18 0 15,0-14 0-15,13 0 18 16,25-23-43-16,13-17-3 16,9-1-128-16,5-1 80 15,-7 14-2-15,-15 17 78 16,-12 11-7-16,-18 18 26 0,-13 22-10 15,0 9-9 1,-36 1 8-16,-11-3 25 0,-8-1-22 16,-1-2-22-16,5-10 5 15,15-13-270-15,16-9-281 16,11-12-1175-16</inkml:trace>
  <inkml:trace contextRef="#ctx0" brushRef="#br0" timeOffset="138686.03">27759 2071 942 0,'0'0'362'0,"0"0"-82"15,0 0-70-15,0 0-18 16,0 0 12-16,0 0-25 16,0 0-83-16,5-58 28 0,-10 54-93 15,-15 4-12-15,-4 0-19 16,-16 4 17-16,-5 24-5 15,-6 12 1-15,2 10 26 16,-1 8 47-16,8-1-78 16,13-5 47-16,9-8-46 15,16-10 21-15,4-8 4 16,2-12-34-16,25-6 0 16,8-8-6-16,10 0-15 15,4-20-50-15,2-12-49 16,-1-12-15-16,-4-4 65 15,-5-5-73-15,-13 6 28 16,-8 8 115-16,-6 13 55 16,-7 17 163-16,-7 9-111 15,0 5-95-15,0 27 25 0,0 14-1 16,0 9-12-16,0 3-18 16,0 0-6-16,24 8-39 15,12-18-174-15,4-14-364 0</inkml:trace>
  <inkml:trace contextRef="#ctx0" brushRef="#br0" timeOffset="140123.78">30149 2376 1211 0,'0'0'307'0,"0"0"-68"16,0 0-129 0,0 0 95-16,0 0 41 0,0 0-17 15,0 0 22-15,2 33-124 16,29-62-64-16,8-13-55 16,3-11 5-16,7-8-26 15,2-10-43-15,-6-9-114 16,-1-5 67-16,-3-7-31 15,-13 5 51-15,-8 11 83 16,-9 17 3-16,-11 23 150 16,0 25-74-16,-13 11-69 15,-20 32-10-15,-9 43 17 0,-1 5 41 16,5 15 26 0,9 3-59-16,18-18 75 0,4 2-99 15,7-12 0-15,4-13 15 16,21-17 5-16,6-13-22 15,10-16 1-15,1-11-93 16,5 0 57-16,-3-23-131 16,1-14 4-16,-7-4 15 15,-9 2 10-15,-4 4 138 16,-17 16 71-16,-3 12 60 16,-5 7 8-16,0 11-138 15,-13 15 89-15,-8 6 23 16,5-4-104-16,5-6 41 0,5-7-50 15,6-8 12 1,0-7 7-16,6 0-19 0,26-9-8 16,1-14-18-16,10-2-67 15,1 2 77-15,-6 4-13 16,-7 10 20-16,-11 9-24 16,-11 0 45-16,-7 25-12 15,-2 10 17-15,0 4 2 16,0-4-10-16,-2-3-9 15,2-6-30-15,2-6-17 16,23-10-141-16,26-10-104 16,-2-7-295-16,-6-10-516 0</inkml:trace>
  <inkml:trace contextRef="#ctx0" brushRef="#br0" timeOffset="140359.26">31274 2092 1696 0,'0'0'575'16,"0"0"-349"-16,0 0-154 0,0 0-31 15,0 0 120-15,0 0-99 16,-129 121-9-16,121-95-34 16,0-6 5-16,8-8-35 15,0-5 11-15,21-7-106 16,3 0-22-16,10-12-146 16,-5-8 11-16,-2 0 109 15,-5 2 19-15,0 8 135 16,-8 8 216-16,-1 2-37 15,-4 16-45-15,-2 19-102 0,-7 11 2 16,0 29-34-16,0-11-83 16,0-12-222-16</inkml:trace>
  <inkml:trace contextRef="#ctx0" brushRef="#br0" timeOffset="142148.37">26701 4199 1104 0,'0'0'856'0,"0"0"-856"16,122-68-22-16,-55 13-250 16,4-13-30-16,-2-10 104 15,-9-9 198-15,-8 0 87 16,-19-3-24-16,-8 1 151 16,-17 7 41-16,-8 10-21 15,0 16 102-15,-13 17-138 16,-11 24-108-16,-12 15-46 15,-13 43-9-15,-9 54-33 16,5 37 98-16,14 17-29 16,26-26 31-16,13-32-96 15,11-41 15-15,20-12-7 16,12-4-14-16,10-6-2 0,15-7-14 16,3-19-46-16,-5-4-44 15,-1-20-86-15,-7-17-20 16,-13-2 76-16,-12-2-35 15,-8 7 171-15,-14 12 97 16,-11 15 38-16,0 7-27 16,-9 17-107-16,-18 17 11 15,3 6 71-15,-3-1-83 16,2-10 26-16,14-11-14 16,11-12 16-16,0-6-16 15,29 0-12-15,18-24-115 16,6-3 1-16,10-5-74 15,-3 1 42-15,-4 8 93 0,-16 12 47 16,-16 11 6-16,-10 8 0 16,-14 22 0-16,0 8-8 15,0 1 8-15,-7-8-57 16,7-8-227-16,0-14-691 0</inkml:trace>
  <inkml:trace contextRef="#ctx0" brushRef="#br0" timeOffset="142516.24">28230 3724 1380 0,'0'0'755'0,"0"0"-568"16,-137 60-44 0,82-14 67-16,10-1-81 0,16-4-75 15,16-9 3-15,11-8-47 16,2-8-1-16,11-11-9 15,18-5-19-15,4 0-4 16,3-14-165-16,-5-12 39 16,0-6 57-16,-6 3-3 15,-9 7 95-15,-1 10 2 16,-3 12 41-16,-8 5 22 16,-4 34-1-16,0 17 28 15,0 11 40-15,-18 3-74 16,-11-8 40-16,-7-10-32 0,1-12-65 15,-8-12 50 1,3-9-51-16,-2-10 0 0,9-9-44 16,6-6-237-16,15-18-80 15,12-2-749-15</inkml:trace>
  <inkml:trace contextRef="#ctx0" brushRef="#br0" timeOffset="142786.43">28707 4064 1756 0,'0'0'858'16,"0"0"-601"-16,0 0-186 16,0 0 9-16,0 0-80 15,0 0 10-15,0 0-32 16,140 31-58-16,-122-8-187 16,-9-2-225-16,-9-6-545 0</inkml:trace>
  <inkml:trace contextRef="#ctx0" brushRef="#br0" timeOffset="142884.12">28597 4279 1964 0,'0'0'346'0,"0"0"-346"0,0 0-15 15,168 5-226-15,-97-5-610 0</inkml:trace>
  <inkml:trace contextRef="#ctx0" brushRef="#br0" timeOffset="143620.44">29308 4191 491 0,'0'0'1796'0,"0"0"-1569"16,0 0-136-16,114-38-90 15,-44 2 50-15,9-13 53 16,2-11-103-16,2-6 24 15,-12-6-25-15,-9-5-91 16,-8 0 45-16,-12-4-52 16,-13 3 40-16,-11 4 57 0,-9 14 1 15,-9 16 66-15,0 21 60 16,-21 23-106-16,-14 13 0 16,-15 48-4-16,-2 40 23 15,0 31 52-15,17-3-49 16,14-23 52-16,19-34-88 15,2-19 11-15,9-3-11 16,13-1 0-16,7-4-6 16,9-20 0-16,3-12-47 15,3-13 1-15,3-5-113 16,-3-24-52-16,-1-11 4 16,-5-4-98-16,-7 2 170 15,-6 10 135-15,-17 15 170 16,-8 17 22-16,0 4-149 0,-6 26 82 15,-17 4 19-15,1 2-81 16,2-5 16-16,6-12-39 16,8-5-21-16,6-10 7 15,0-4-26-15,15 0-17 16,16-15-29-16,14-11-168 16,5-2 53-16,0 0 45 15,0 3 10-15,-13 11 106 16,-10 12 82-16,-12 2 22 15,-9 15-30-15,-6 16-74 16,-6 6-1-16,-13 7-55 16,1-10-231-16,7-12-717 0</inkml:trace>
  <inkml:trace contextRef="#ctx0" brushRef="#br0" timeOffset="144187.79">30728 3807 1517 0,'0'0'323'15,"0"0"-184"-15,0 0-42 16,0 0 53-16,0 0-12 0,0 0-108 15,0 0 29-15,-2-2-59 16,2 2 1-16,0 0-10 16,-2 0 9-16,2 0 0 15,0 0-9-15,0 0 12 16,0 0-4-16,0 0 1 16,0 0 0-16,0 0-9 15,0 0 16-15,0 0-7 16,0 0 0-16,0-3 24 15,0 1-12-15,0-2-12 16,2 1-1-16,10 2-32 16,1 1 33-16,0 0 0 15,-4 4-6-15,-4 12 27 0,-5 3-14 16,0 8 26 0,-19 3-14-16,-4 3 83 0,-6-1-50 15,2-3-6-15,11-3-12 16,5-2-17-16,11-4 17 15,0 1-34-15,11-2 0 16,11 3 1-16,1 1 0 16,-6 0-1-16,-5 2 0 15,-10 1 20-15,-2 1-38 16,-4-4 18-16,-25 0 0 16,0-2-21-16,-8-5 9 15,2-14-115-15,6-2-182 0,9 0-547 16</inkml:trace>
  <inkml:trace contextRef="#ctx0" brushRef="#br0" timeOffset="144623.03">31174 3525 1264 0,'0'0'503'16,"0"0"-360"-16,0 0 46 15,0 0-28-15,0 0 24 16,0 0-87-16,0 0-16 15,25-72-40-15,0 58-32 16,1 2 21-16,3 6-31 16,-5 6 9-16,-1 0 8 15,-12 16-5-15,-11 18-11 16,-7 8 81-16,-30 8-21 16,-13 2 56-16,0-4-60 15,7-8-57-15,9-12 31 16,19-7-30-16,15-9-1 15,0-2 2-15,36-4 20 0,10-2-44 16,16-3-48 0,44-1-235-16,-17 0-82 0,-12 0-546 0</inkml:trace>
  <inkml:trace contextRef="#ctx0" brushRef="#br0" timeOffset="145962.62">26716 5591 1048 0,'0'0'1026'16,"0"0"-783"-16,0 0-228 15,0 0-8-15,170-119 1 0,-97 61 1 16,5-7-18-16,0-2-61 15,-8-6-120-15,-13 2 55 16,-14-4-1-16,-14 0 136 16,-14 10 32-16,-13 9 100 15,-2 15 162-15,0 20-34 16,-17 18-198-16,-17 10-22 16,-4 37-13-16,-4 19 10 15,0 18 108-15,3 7-84 16,15 0 37-16,15-4-98 15,9-13 28-15,6-13-25 16,23-16-3-16,12-17-1 16,10-14-11-16,2-11-45 0,10-4 9 15,-5-22-121-15,-2-8-4 16,-9 0 102-16,-7 4-20 16,-13 8 91-16,-19 12 63 15,-8 10-4-15,0 0 8 16,-13 24-49-16,-9 6 21 15,-7 0 53-15,8-4-78 16,6-10 2-16,11-5 0 16,4-10 8-16,0-1-1 15,19-1-23-15,15-16-49 16,2-5 48-16,2 2-80 16,-5 4 71-16,-6 8-5 15,-10 8 0-15,-5 0-3 16,-10 12-64-16,-2 13-50 15,0 4 18-15,0-5-155 0,0-10-387 0</inkml:trace>
  <inkml:trace contextRef="#ctx0" brushRef="#br0" timeOffset="146330.26">28167 4991 1894 0,'0'0'465'15,"0"0"-441"-15,0 0 7 16,0 0 74-16,-74 113-6 0,59-50 90 16,9 3-91-1,-4 5-66-15,8-1 16 0,0-6-30 16,-5-8-18-16,1-9 0 16,-1-12 19-16,0-11-44 15,-2-9 25-15,3-13-63 16,-3-2 57-16,9-17-43 15,0-21-53-15,24-16-78 16,19-12-3-16,7-8 82 16,4-3 24-16,-7 3 77 15,-11 7 139-15,-20 12 92 16,-16 11 40-16,0 13-156 16,-27 8-115-16,-12 14 0 15,2 9-6-15,-1 0-150 16,13 32-146-16,7 7-441 0,16-6-317 0</inkml:trace>
  <inkml:trace contextRef="#ctx0" brushRef="#br0" timeOffset="146644.04">28925 5416 1974 0,'0'0'575'0,"0"0"-452"15,0 0-56-15,0 0 102 16,0 0-79-16,0 0-40 16,0 0-47-16,136-10-3 15,-89 10-8-15,-9 0-209 16,-16 0-302-16,-15 3-357 0</inkml:trace>
  <inkml:trace contextRef="#ctx0" brushRef="#br0" timeOffset="146763.22">28851 5560 1472 0,'0'0'844'16,"0"0"-755"-16,0 0-89 16,181 32-83-16,-92-24-222 15,-2-4-434-15</inkml:trace>
  <inkml:trace contextRef="#ctx0" brushRef="#br0" timeOffset="147466.91">29727 5618 1687 0,'0'0'561'15,"0"0"-455"-15,0 0 7 16,0 0-33-16,0 0 39 16,121-93-119-16,-57 40 18 15,15-10-22-15,-6 0 4 16,1-8 0-16,-7-1 0 15,-14-2-21-15,-13 2 20 0,-15 3 2 16,-14 8 34 0,-11 13 92-16,0 19-72 0,-22 20-6 15,-12 9-49-15,-8 27 20 16,-2 28-20-16,1 19 10 16,9 12-9-16,16 4 40 15,12 1-31-15,6-11-10 16,14-10 0-16,15-17 11 15,6-16-43-15,7-16 31 16,5-16-64-16,0-5 21 16,0-14-136-16,-5-18 60 15,-7-2 28-15,-10 2 46 16,-9 9 46-16,-9 11 111 16,-7 12-57-16,-5 0-34 15,-17 21-8-15,-5 7-12 0,2-2 35 16,8-2-34-16,5-7 71 15,8-10-72-15,4-7 0 16,2 0 5-16,25-2-5 16,14-18-15-16,5-4-14 15,8-2-14-15,-10 1 27 16,-3 8 32-16,-20 8 18 16,-7 9 78-16,-12 0-106 15,-2 26 11-15,-6 7-17 16,-15 4 1-16,1 2-16 15,11 3-123-15,5-14-124 16,4-10-532-16</inkml:trace>
  <inkml:trace contextRef="#ctx0" brushRef="#br0" timeOffset="148486.04">31079 5187 1101 0,'0'0'828'16,"0"0"-607"-16,0 0-47 16,0 0 13-16,0 0-105 15,0 0-21-15,0 0 51 16,-38-21-110-16,38 21 21 15,0 0-17-15,0 0 21 16,0 0-18-16,0 0-9 16,0 0 0-16,0 0-18 15,0 0 18-15,0 0-9 0,0 0 8 16,0 0-46-16,0 0 30 16,0 0 17-16,0 0 0 15,0 0-15-15,0 0 26 16,0 0-11-16,0 0 0 15,0 0 21-15,0 0-12 16,0 0-9-16,0 0 0 16,0 0-15-16,0 0 16 15,0 0-1-15,0 0 0 16,0 0 18-16,0 0-25 0,0 0 7 16,0 0 0-1,0 0-15-15,0 0 27 0,0 0-12 16,0 0 0-16,0 0 15 15,0 0-29-15,0 0 14 16,0 0 0-16,0 0-15 16,0 0 27-16,0 0-12 15,0 0 0-15,0 0 11 16,0 0-8-16,0 0-3 16,0 0 0-16,0 0 16 15,0 0 8-15,0 0-24 16,0 0 0-16,0 0 1 15,0 0-22-15,0 0 21 16,0 0 0-16,0 0-8 16,0 0 35-16,0 0-27 0,0 0 0 15,0 0 0-15,0 0 32 16,0 0-25-16,0 0-1 16,0 0 49-16,0-3-38 15,0-1 64-15,11-2-81 16,4 3 22-16,3 0-40 15,-2 3 18-15,-3 3 0 16,-4 18-6-16,-9 11-1 16,-2 12-2-16,-34 9 9 15,-11 3 0-15,-4 4 4 16,0-6-2-16,11-6-2 16,13-9 0-16,18-10 27 15,9-7-27-15,11-6 0 16,29-8 0-16,14-8-18 0,12 0 9 15,6-10-82-15,26-34-91 16,-20 3-197-16,-11-6-610 16</inkml:trace>
  <inkml:trace contextRef="#ctx0" brushRef="#br0" timeOffset="149506.31">31623 4659 1043 0,'0'0'318'0,"0"0"-154"15,0 0-95-15,0 0 11 16,0 0 54-16,0 0-92 16,0 0 46-16,-23 0-54 15,21 0 1-15,0 0 56 16,0 0-57-16,2 0 18 0,0-3-32 15,0 3-18-15,0-2 39 16,0 0-34-16,0-2-7 16,0 2 26-16,0 2-25 15,-5-1 35-15,5 1-12 16,0 0-17-16,0 0 94 16,0 0-77-16,0 0-3 15,0 0-8-15,0 0 11 16,0 0-17-16,0 0-7 15,0 0 0-15,0 0 4 16,0 0-3-16,0 0-1 16,0-3 27-16,0 3-12 15,0-2 23-15,0-2-38 16,-2 2 2-16,2 0-11 16,-3 0 9-16,3 0 0 0,0 2-1 15,0 0 14-15,0 0-19 16,0 0 6-16,0 0 0 15,0 0-7-15,0 0 7 16,0 0 0-16,0 0-3 16,0 0 28-16,0 0-17 15,0 0-8-15,0 0 0 16,0 0-14-16,0 0 15 16,0 0-1-16,0 0 0 15,0 0 18-15,0 0-28 16,0 0 10-16,0 0 0 0,0 0-28 15,0 0 32 1,0 0-4-16,0 0 0 0,0 0 18 16,0 0-24-16,0 0 6 15,0 0 0-15,0 0-10 16,0 0 17-16,0 0-7 16,0 0 0-16,0 0 22 15,0 0 7-15,0 0-28 16,5 0 5-16,13 0-6 15,-2 0-9-15,-1 6 9 16,-1 14 0-16,-10 8 2 16,-4 4 8-16,-2 6-1 15,-16 2 4-15,-9-1 52 16,7-5-57-16,4-4 10 0,12-9-18 16,4 0 18-16,0-8-16 15,13-1-2-15,5-3 0 16,-5-4 6-16,-3 4 18 15,-10 3-32-15,0 6 8 16,-21 8-12-16,-16 11-19 16,-35 24-62-16,7-6-125 15,9-9-303-15</inkml:trace>
  <inkml:trace contextRef="#ctx0" brushRef="#br0" timeOffset="151413">4589 14038 1039 0,'0'0'349'16,"0"0"-209"-16,0 0-63 15,0 0-12-15,0 0 109 16,0 0-101-16,0 0-27 16,-19 0 96-16,19 0-21 15,-3 0 21-15,3 0-19 16,0 0-62-16,-3 0 124 16,3 0-84-16,0 0-32 0,0 0 40 15,0 0-88 1,0 0 37-16,0 0-41 0,0 0 8 15,10 0 2-15,14 0-27 16,12 0 0-16,11 7 2 16,4-4-2-16,3 6-6 15,-6-2-86-15,2 8-256 16,-15 2-37-16,-14-5-648 0</inkml:trace>
  <inkml:trace contextRef="#ctx0" brushRef="#br0" timeOffset="151570.17">4520 14309 1659 0,'0'0'899'0,"0"0"-602"16,0 0-209-16,0 0-28 16,0 0-52-16,136-28 5 15,-76 24-26-15,14 2-171 16,-14 2-300-16,-11 0-460 0</inkml:trace>
  <inkml:trace contextRef="#ctx0" brushRef="#br0" timeOffset="152567.97">5441 13871 1763 0,'0'0'387'15,"0"0"-115"-15,0 0-128 16,0 0 27-16,0 0-33 16,0 0-82-16,-7-125 34 15,25 88-90-15,4-2 2 16,3-7-23-16,2-3 3 16,-3-1-2-16,-1-2 7 15,-6 2-20-15,-5 6 22 16,-6 8 11-16,-6 9 0 15,0 11 26-15,0 11-19 16,0 3 8-16,0 2-15 16,0 7-4-16,0 24-19 0,0 17 23 15,0 14 0-15,-6 10-21 16,-4 7 29-16,4-1-8 16,-1-2 0-16,1-6-43 15,6-8-74-15,0 1-112 16,0-17-238-16,0-17-631 0</inkml:trace>
  <inkml:trace contextRef="#ctx0" brushRef="#br0" timeOffset="152764.01">5225 14087 1790 0,'0'0'667'0,"0"0"-442"0,0 0-169 15,0 0 67-15,140-8-53 16,-79 5-54-16,3 2 11 16,-2-1-27-16,-1 2-33 15,-1 0-161-15,-14 0-318 16,-15 0-321-16</inkml:trace>
  <inkml:trace contextRef="#ctx0" brushRef="#br0" timeOffset="153721.57">5459 14474 1196 0,'0'0'654'15,"0"0"-485"-15,0 0 21 16,0 0-22-16,0 0-7 16,0 0-146-16,0 0 13 15,-27 20 5-15,-2 12 40 16,-9 4 22-16,-2 3 5 15,-2 0-73-15,0-7 69 16,5-6-77-16,11-7-10 16,8-7 9-16,12-7-6 15,6-2-12-15,0-3 6 16,10 0 19-16,28 0-8 0,11 0-17 16,7-7 0-16,13 6-30 15,-4-2 27-15,-1 3-41 16,-4 0-100-16,12 0-135 15,-16 0-104-15,-16 0-502 0</inkml:trace>
  <inkml:trace contextRef="#ctx0" brushRef="#br0" timeOffset="153906.44">5664 14357 2078 0,'0'0'583'15,"0"0"-553"-15,0 0 10 16,-72 137 139-16,51-79-111 16,2 10-8-16,9-2-59 15,2 0 12-15,8-3-26 16,0 5-180-16,10-15-178 16,3-22-550-16</inkml:trace>
  <inkml:trace contextRef="#ctx0" brushRef="#br0" timeOffset="154758.34">6213 13445 160 0,'0'0'870'0,"0"0"25"16,0 0-670-16,0 0-57 15,0 0-87-15,0 0-80 16,0 0 107-16,-94 104-14 16,34 19 48-16,-6 35 17 15,14 6-118-15,16-25 38 16,24-46-74-16,12-38 17 15,7-13-10-15,22 0-12 16,14-2-28-16,7 1 1 16,37-16-226-16,-10-8-80 15,-13-13-571-15</inkml:trace>
  <inkml:trace contextRef="#ctx0" brushRef="#br0" timeOffset="157870.04">6491 13886 468 0,'0'0'1121'15,"0"0"-901"-15,0 0-154 16,0 0 108-16,0 0 13 16,0 0-21-16,0 0 12 15,-85-35-132-15,81 24 50 16,2-1 2-16,2 0-86 16,0-4 69-16,10 2-81 0,13 0 1 15,8 4-29-15,0 4 29 16,-2 6-1-16,-2 0 0 15,-12 23 9-15,-15 14-10 16,0 11 2-16,-21 9 7 16,-29 6 59-16,-8 1-55 15,-6-4-1-15,1-7-11 16,12-17 19-16,15-12-14 16,14-12-5-16,15-6 0 15,7-6 26-15,5 0-25 16,28 0 37-16,16-1-38 15,16-8-42-15,11 3 21 16,26-2-212-16,-12 2-92 0,-17-3-344 16</inkml:trace>
  <inkml:trace contextRef="#ctx0" brushRef="#br0" timeOffset="171713.81">6629 14339 1207 0,'0'0'137'16,"0"0"-137"-16,0 0 0 16,0 0 485-16,0 0-323 15,0 0-31-15,7 0-69 16,-7 0 60-16,0 0 18 16,0 0-20-16,0 0 75 0,0 0-93 15,0 0-50-15,0 0 66 16,0 0-96-16,2 0 11 15,5-2 14-15,8-19-41 16,10-11 27-16,8-13-33 16,8-9-27-16,3-6 3 15,3-6-17-15,-1-3-3 16,-5-3 11-16,-5 2-71 16,-13 1 63-16,-4 6-33 15,-9 6 68-15,-4 12-11 16,-6 11 34-16,0 11 24 15,0 12 1-15,0 11-30 16,-12 0 20-16,-11 18-32 0,-8 22 0 16,-2 14-3-1,-3 12 18-15,7 3 2 0,8 2 16 16,7-5-9-16,7-7-6 16,7-10-18-16,0-11 0 15,7-9-15-15,13-9 16 16,7-11-1-16,4-9 0 15,11 0 6-15,-2-17-24 16,3-11-48-16,-10-6-61 16,3-5 65-16,-11 2-47 15,-6 2 90-15,-3 7 11 16,-12 10 16-16,3 10 75 16,-7 8 38-16,0 0-72 15,0 22 3-15,-11 12-41 16,-5 9 26-16,3 1-2 0,0-4-29 15,1-5 39-15,10-4-45 16,-2-7 0-16,4-7-17 16,0-6-80-16,0-5-105 15,2-3-14-15,9-3-42 16,3 0-8-16,-1 0-109 16,1 0 110-16,-6 0 122 15,1 0 66-15,-2-5 77 16,2-5 104-16,-3 0-34 15,-1-2-19-15,-3 6-51 0,-2 0-495 16</inkml:trace>
  <inkml:trace contextRef="#ctx0" brushRef="#br0" timeOffset="172085.31">7137 14045 1538 0,'0'0'289'0,"0"0"-113"0,0 0-110 15,0 0 31-15,0 0 36 16,0 0-74-16,0 0 45 16,108-85-67-16,-93 85-27 15,-7 4 102-15,4 16-81 16,-10 9 29-16,-2 5 41 16,0 6-87-16,0 0 43 15,-14-2-57-15,4-3 1 16,-1-4-26-16,-1-1-7 15,6-10-202-15,3-10-327 0</inkml:trace>
  <inkml:trace contextRef="#ctx0" brushRef="#br0" timeOffset="172922.87">7538 13950 1175 0,'0'0'558'0,"0"0"-354"15,0 0 43-15,0 0-112 16,0 0-4-16,0 0-6 15,0 0-59-15,-17-62 78 16,17 48-87-16,0 3-49 16,0-1 26-16,0 1-10 15,0 1-17-15,2 5-7 0,5-4 20 16,-1 5-34-16,-2 2 14 16,2 0 0-16,-6 2-9 15,0 0 35-15,0 0-26 16,0 0 0-16,0 0 21 15,0 0-11-15,0 0-10 16,0 0 0-16,0 0-12 16,0 0 27-16,0 0-15 15,0 0 0-15,-6 0 0 16,6 0-16-16,0 0 16 16,0 0 0-16,0 0 6 15,0-3 22-15,8-4-56 16,7-3 23-16,3 1-14 15,-3 4-17-15,6 5 36 16,-8 0 0-16,-4 8-21 0,-7 18 46 16,-2 10-16-16,-4 8 21 15,-23 9-28-15,-4 0 65 16,0-4-59-16,2-8-2 16,11-10-6-16,9-9 32 15,9-10-51-15,0-7 19 16,19-2-49-16,18-3 47 15,-2 0-88-15,-1 0 35 16,-10 0 55-16,-6 0-30 16,-18 16 30-16,0 8 1 15,-25 10 21-15,-15 5 39 16,-6 5-61-16,1-7 0 0,5-5-1 16,15-10-145-16,12-7-214 15,11-13-793-15</inkml:trace>
  <inkml:trace contextRef="#ctx0" brushRef="#br0" timeOffset="173164.11">8003 14079 2261 0,'0'0'506'16,"0"0"-365"0,0 0-112-16,0 0-28 0,0 0 50 15,0 0-39-15,137-15-12 16,-92 15 0-16,16 5-202 16,-15 2-127-16,-6 1-685 0</inkml:trace>
  <inkml:trace contextRef="#ctx0" brushRef="#br0" timeOffset="173924.84">8963 13922 1345 0,'0'0'334'16,"0"0"-197"-16,0 0 49 15,0 0-62-15,0 0-27 16,0 0 42-16,0 0-105 16,-20-88 14-16,33 70-22 0,8 2-12 15,0 0 12-15,4 4-23 16,-5 6 5-16,3 6 47 15,-10 0-48-15,-9 20 45 16,-4 16 84-16,-6 13-70 16,-28 4 61-16,-9 7-67 15,-1-6-51-15,9-5 34 16,6-17-43-16,15-10 0 16,12-9 0-16,2-8-31 15,22-5 25-15,18 0-13 16,7 0-22-16,3-2 22 15,-13-1-11-15,-10 3 30 16,-14 0-6-16,-13 17 10 16,-11 15-4-16,-20 8 0 15,-14 4 1-15,1-2-6 0,6-4 5 16,9-8-28-16,20-9-175 16,9-12-355-16,0-9-510 0</inkml:trace>
  <inkml:trace contextRef="#ctx0" brushRef="#br0" timeOffset="174612.37">9164 14311 922 0,'0'0'1301'0,"0"0"-1013"16,0 0-72-16,0 0-71 16,0 0-72-16,0 0-43 15,102-122-30-15,-53 70-32 16,0-6-30-16,2-3-103 16,-3-2 101-16,-11-2-44 15,-1 0 51-15,-14 2 42 16,-11 5 8-16,-9 4 7 15,-2 11 76-15,0 14 74 0,-13 10 60 16,-7 19-166 0,-5 0-44-16,-8 28 0 0,-3 18 25 15,7 12-19-15,0 10 60 16,7 1-50-16,11 1 41 16,7-8-56-16,4-7-1 15,0-9 1-15,15-11 31 16,7-12-32-16,12-13 0 15,4-10-13-15,4 0-23 16,2-21 11-16,4-11-45 16,-11-6-14-16,-1 2-73 15,-14 6 127-15,-3 11 12 16,-15 12 18-16,-4 7 42 16,0 12-28-16,-16 20 36 15,-6 4 46-15,0 0-87 0,-1-2 70 16,8-11-77-16,8-8 23 15,2-8-28-15,5-7 3 16,7 0 0-16,15-14 0 16,14-12-71-16,0-4 26 15,6-3-40-15,-2 6 30 16,-9 6 43-16,-2 10 24 16,-13 11 51-16,-5 1 17 15,-11 25-72-15,0 13 56 16,-6 3-64-16,-13 0 17 15,9-6-28-15,1-6 11 16,9-13-109-16,0-6-182 16,0-11-394-16</inkml:trace>
  <inkml:trace contextRef="#ctx0" brushRef="#br0" timeOffset="175079.09">10144 13874 742 0,'0'0'775'15,"0"0"-631"-15,0 0-56 16,0 0 27-16,0 0 130 16,0 0-53-16,0 0-57 15,-17 0 36-15,17 0-94 16,0-3 1-16,0-4-65 16,4-1 23-16,9 0-53 15,10 2 17-15,-3 4 0 16,0 2-28-16,-11 0 28 15,-7 23 0-15,-2 10 72 16,-22 12-33-16,-18 6 89 16,-9 4-82-16,1-6-32 15,11-8 20-15,14-10-11 0,19-8-23 16,4-9 0 0,16-4 16-16,22-8-49 0,11-2 33 15,11 0-109-15,24-32-184 16,-12-2-371-16,-12-2-511 0</inkml:trace>
  <inkml:trace contextRef="#ctx0" brushRef="#br0" timeOffset="175297.42">10668 13600 1903 0,'0'0'489'0,"0"0"-394"0,0 0-14 15,78 109 56 1,-62-22 113-16,-16 33-135 0,-20 30-36 16,-38 10-26-16,-9-27-26 15,9-33-15-15,21-42-12 16,2-9-81-16,4 1 60 16,-2-2-205-16,9-8-288 15,10-19-642-15</inkml:trace>
  <inkml:trace contextRef="#ctx0" brushRef="#br0" timeOffset="175595.86">10976 14205 1783 0,'0'0'293'15,"0"0"-243"-15,0 0-41 16,0 0 66-16,0 0-34 16,0 0 35-16,0 0-52 15,63 30 1-15,-42-30-37 16,-5-10 12-16,-9-3 0 15,-7 1-21-15,-31 7 21 0,-9 5-170 16,-3 0-385-16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7:04:04.96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1243 1706 700 0,'0'0'0'0,"0"0"0"16,0 0 741-16,0 0-523 15,0 0-154-15,0 0-4 16,0 0 16-16,19 13-4 15,-19-13 19-15,0 0-29 16,0 0 27-16,0 0-8 16,0 0-19-16,0 0 76 15,0 1-7-15,0 1-5 16,0-2-17-16,0 2-61 16,0 0 10-16,2-2-29 15,4 3-28-15,9 1 19 16,10 6-20-16,11 3 0 15,4 11 2-15,4 6 7 0,4 7-9 16,-4 2 0-16,3 5 1 16,2-3-20-16,13 5-114 15,-11-8-250-15,-9-12-720 0</inkml:trace>
  <inkml:trace contextRef="#ctx0" brushRef="#br0" timeOffset="1">2144 1460 742 0,'0'0'1490'16,"0"0"-1226"-16,0 0-178 15,0 0 41-15,0 0-70 16,0 0 16-16,0 0-21 16,-130 141 0-16,93-66 13 15,1 9-65-15,3 5 0 16,4-3-2-16,8 10-143 0,13-23-168 15,8-22-445-15</inkml:trace>
  <inkml:trace contextRef="#ctx0" brushRef="#br0" timeOffset="2">2346 1764 1910 0,'0'0'321'16,"0"0"-75"-16,0 0-157 0,0 0 16 15,-126 11-10-15,81 20-46 16,0 10 20-16,6 5-47 15,7 2-14-15,10-4 2 16,13-6-2-16,9-8-16 16,0-12-5-16,25-8-72 15,10-10-18-15,10-6-77 16,21-46-152-16,-10 2-219 16,-9 0-171-16</inkml:trace>
  <inkml:trace contextRef="#ctx0" brushRef="#br0" timeOffset="3">2380 1356 1083 0,'0'0'721'0,"0"0"-408"16,0 0-47-16,0 0-3 15,0 0-145-15,0 0-82 16,0 0-23-16,-36 39 7 16,23 47 32-16,-1 37-34 15,6 25-9-15,1-11-18 16,7-29-48-16,0-16-225 15,5-42-239-15,5-8-638 0</inkml:trace>
  <inkml:trace contextRef="#ctx0" brushRef="#br0" timeOffset="4">1761 2246 454 0,'0'0'1830'0,"0"0"-1511"15,0 0-157-15,0 0-4 16,0 0-50-16,0 0-71 15,0 0 19-15,66 0-41 16,-3 0-8-16,13 0 7 16,1 0-14-16,22 0-44 15,-19 3-159-15,-18 2-599 0</inkml:trace>
  <inkml:trace contextRef="#ctx0" brushRef="#br0" timeOffset="5">2618 1944 1126 0,'0'0'1140'0,"0"0"-935"16,0 0 24-16,0 0-59 16,0 0-101-16,0 0-23 0,0 0-40 15,-12-9-6-15,12 9 0 16,0 0-230-16,-3 26-341 16,1 4 269-16,-5 2-517 0</inkml:trace>
  <inkml:trace contextRef="#ctx0" brushRef="#br0" timeOffset="6">2570 2206 1521 0,'0'0'389'0,"0"0"-258"16,0 0-69-16,0 0-62 15,0 0-132-15,0 0-370 0</inkml:trace>
  <inkml:trace contextRef="#ctx0" brushRef="#br0" timeOffset="7">3916 1414 1026 0,'0'0'388'15,"0"0"-202"-15,0 0-3 0,0 0-40 16,0 0-20-1,0 0 32-15,0 0-33 0,-13-12-16 16,10 12-31-16,3 0-51 16,-2 0 12-16,-5 0-36 15,1 1 1-15,-5 13-1 16,-1 4 12-16,-1 7-12 16,0 3 20-16,2 4-19 15,2 3 33-15,2 2-10 16,0 5-17-16,7 6 29 15,0 4-29-15,0 6 7 16,0 2-2-16,2 5-3 16,12 1 0-16,-1 2-9 15,3-1 0-15,2 0 3 16,-2 0 6-16,-3-5-6 16,-2-4 11-16,-4-9-14 15,-5-6 51-15,-2-11-44 0,0-10-6 16,0-3 13-16,-9-10-2 15,-5 0-11-15,-1-5-1 16,-3-4-172-16,3 0-51 16,3 0-343-16</inkml:trace>
  <inkml:trace contextRef="#ctx0" brushRef="#br0" timeOffset="8">3673 2842 793 0,'0'0'533'15,"0"0"-329"-15,0 0 10 16,0 0-43-16,0 0 86 16,0 0-35-16,0 0-56 15,-6-29-16-15,1 29-18 16,-6 0-87-16,-7 0-19 16,2 17-24-16,-1 4 13 15,1 11 6-15,7 6-20 16,7 4 12-16,2-1 26 15,4-6-33-15,21-5 5 16,6-11-4-16,9-11 1 16,4-8-5-16,4-8-3 15,-1-20-33-15,-7-7 13 0,-11-1-78 16,-12 0-10 0,-12 2-41-16,-5 4-52 0,-5 6 13 15,-31 8-57-15,3 9 0 16,0 4-233-16</inkml:trace>
  <inkml:trace contextRef="#ctx0" brushRef="#br0" timeOffset="9">4161 969 990 0,'0'0'766'15,"0"0"-491"-15,0 0-61 16,0 0-35-16,0 0 7 16,0 0-34-16,0 0-17 15,0-2-88-15,0 2-32 0,0 0-2 16,0 2-13-16,0 13 0 16,0 11-6-16,0 5 12 15,0 2-6-15,0-1 0 16,0-3-55-16,0-7-144 15,7-6-61-15,2-9-306 16,4-7-1123-16</inkml:trace>
  <inkml:trace contextRef="#ctx0" brushRef="#br0" timeOffset="10">4271 935 1458 0,'0'0'551'0,"0"0"-481"16,0 0-25-16,0 0 68 16,0 0-68-16,-8 124-20 15,8-91-25-15,0-4-14 16,14-2-105-16,-5-7-185 16,-3-8-611-16</inkml:trace>
  <inkml:trace contextRef="#ctx0" brushRef="#br0" timeOffset="11">4028 928 1536 0,'0'0'682'16,"0"0"-531"-16,0 0-12 0,0 0-98 15,0 0-19-15,0 0-22 16,158-68 13-16,-106 68-26 15,10 0-60-15,-14 5-270 16,-7 4-456-16</inkml:trace>
  <inkml:trace contextRef="#ctx0" brushRef="#br0" timeOffset="12">4024 1255 1075 0,'0'0'1204'0,"0"0"-891"0,0 0-194 16,0 0-25-1,0 0-24-15,0 0-68 0,0 0 35 16,142-38-37-16,-82 27-8 15,0 2-20-15,9 3-237 16,-15 2-244-16,-14 0-463 0</inkml:trace>
  <inkml:trace contextRef="#ctx0" brushRef="#br0" timeOffset="13">4329 1284 204 0,'0'0'1222'16,"0"0"-1009"-16,0 0-127 15,0 0 44-15,0 0 7 16,0 0 8-16,0 0 32 0,-18 0-79 16,18 0-24-16,0 0-1 15,0 0-18-15,0-5 37 16,0-3-78-16,16-2-8 16,3 1-12-16,4-2-9 15,-1 3 10-15,-2 6 4 16,-4 2-22-16,-8 0 22 15,-8 16-16-15,0 8 17 16,-10 8 35-16,-19 2-29 16,-7 2 29-16,0-2-8 15,4-7-26-15,9-10 41 16,9-6-34-16,7-6-7 16,7 0 19-16,0-3-12 0,23 0 5 15,12-2 1 1,7 0-8-16,12 0-12 0,11 0-173 15,-14-2-177-15,-11 0-602 16</inkml:trace>
  <inkml:trace contextRef="#ctx0" brushRef="#br0" timeOffset="14">4998 1712 836 0,'0'0'524'16,"0"0"-312"-16,0 0-18 15,0 0-62-15,0 0 20 16,0 0 60-16,0-14-101 16,0 12-28-16,0 2 10 15,0 0-22-15,0 0 36 16,0 0-46-16,0 0-34 16,0 0 39-16,0 0-47 15,0 0 4-15,0 0-7 16,0 0-5-16,0 0 2 15,0 0-13-15,0 0 1 16,0 0-6-16,0 0 6 0,0 0-1 16,0 0 3-16,0 0 10 15,0 0-8-15,0 0-5 16,0 0 0-16,0 0-15 16,0 0 15-16,0 0 0 15,0 0 0-15,-6 0-6 16,4 9 0-16,-4 5 6 15,1-2 0-15,1 1-14 16,0 1 16-16,2-4-2 16,-3 2 0-16,5-3 12 15,0-2-15-15,0-2 3 16,0-4 0-16,0 2-6 16,0-3 15-16,0 0-9 0,0 0 0 15,0 0 15 1,11-9-12-16,2-7-3 0,3-4-3 15,-1-2-15-15,-3-4 7 16,-1 2-8-16,-5 2 18 16,-4 4-1-16,-2 6 2 15,0 6 0-15,-4 6 0 16,-11 0 4-16,-10 0-4 16,-2 20 0-16,-4 10 0 15,2 9 1-15,2 2 8 16,8 5-9-16,5 0 0 15,8-3 26-15,6-1-25 0,0-6 24 16,4-4-18 0,14-3 4-16,-1-6 8 0,6-3-19 15,-6-2 0-15,-3 0 0 16,-7 0 12-16,-7 3-12 16,0 7 0-16,-18 2 1 15,-16 6 4-15,-4-2-5 16,3-4 0-16,-1-9-1 15,12-6 4-15,9-7-11 16,5-8 5-16,10 0-28 16,0-3 29-16,4-22-137 15,23-8-94-15,6-6 135 16,8-5-46-16,3 1 41 16,-1 6 35-16,-3 6 41 15,-4 7 27-15,-5 9 19 0,-4 8 71 16,-3 7 11-16,-4 0-48 15,-4 0 14-15,-3 16-6 16,-1 7-1-16,-6 3 28 16,-2-3-70-16,-4 0 0 15,5-3-11-15,-3-6 8 16,0-4-10-16,-2-6-5 16,2-4-111-16,6 0 36 15,-2-4-42-15,9-20-26 16,6-10-243-16,3-7-102 15,3-1 146-15,2 4 342 16,0 11 14-16,-4 13 295 16,-8 11-65-16,-1 3-35 15,-5 20 13-15,-2 14-53 0,-7 7-3 16,-2 5-35-16,0-1-19 16,0-3 16-16,0-8-65 15,0-8-26-15,0-10-26 16,0-7 10-16,0-7-9 15,0-2-12-15,0-7-21 16,16-22 20-16,11-11-233 16,6-11 124-16,5-1 0 15,-1 6 4-15,2 12 100 16,-6 16 6-16,-4 16 38 16,-7 2 69-16,-6 22-25 0,-5 12-6 15,-7 7-24 1,-2 3-46-16,-2-3 19 0,0 2-25 15,-2-4-131-15,-9-8-153 16,7-13-788-16</inkml:trace>
  <inkml:trace contextRef="#ctx0" brushRef="#br0" timeOffset="15">5700 1438 1565 0,'0'0'640'15,"0"0"-494"-15,0 0-11 16,0 0-26-16,0 0 4 16,0 0-10-16,0 0-73 15,44-4-9-15,-13 4-21 16,2 0 16-16,1-3-16 16,-3 3 0-16,-4-1 0 15,-9-2-13-15,-5 2 14 16,-8-2-2-16,-3 3-4 15,-2 0-18-15,0 0 22 16,0 0-17-16,0 0 16 16,-7 18-16-16,-4 11 27 15,0 10-9-15,7 9 26 0,-1 8-14 16,3 5 23-16,2-2-35 16,0-5 0-16,0-4-10 15,0-10-65-15,-7-8-108 16,3-11-131-16,-3-12-468 0</inkml:trace>
  <inkml:trace contextRef="#ctx0" brushRef="#br0" timeOffset="16">5766 1632 2089 0,'0'0'602'0,"0"0"-482"15,0 0-108-15,0 0 0 16,0 0-12-16,150-77-16 15,-90 70-126-15,-14 2-381 0,-3 5-1391 0</inkml:trace>
  <inkml:trace contextRef="#ctx0" brushRef="#br0" timeOffset="17">6020 2043 1625 0,'0'0'513'16,"0"0"-311"0,0 0-67-16,0 0-32 0,0 0 25 15,0 0-49-15,0 0-21 16,37-55-29-16,-29 69-28 16,1 18 53-16,-5 14-25 15,-4 5-20-15,0 6 21 16,0-3-23-16,-8-7-4 15,-3-6-3-15,1-13 11 16,4-9-8-16,4-8-3 16,-1-5-34-16,3-6 33 15,0 0-46-15,0-22 19 0,11-14-148 16,5-12-64 0,-1-6 114-16,-1 4-37 0,-3 11 163 15,-7 15 11-15,-4 18 122 16,0 6-58-16,0 15-29 15,-10 17 0-15,-4 9 41 16,5 3-40-16,7 1-11 16,2-6-3-16,4-4-33 15,19-9-18-15,28-14-78 16,-9-7-152-16,6-5-491 0</inkml:trace>
  <inkml:trace contextRef="#ctx0" brushRef="#br0" timeOffset="18">6649 2002 1452 0,'0'0'534'0,"0"0"-467"15,0 0 20-15,-129 32-3 16,86-1 49-16,5 10 11 16,7 3-61-16,11-3 13 15,13-2-72-15,7-5-23 16,0-9-2-16,21-7 1 16,12-9-40-16,7-9-28 15,22-16-93-15,-4-16-151 0,-10-5-383 16</inkml:trace>
  <inkml:trace contextRef="#ctx0" brushRef="#br0" timeOffset="19">6687 1287 1677 0,'0'0'573'16,"0"0"-516"-16,0 0-54 15,0 0 10-15,-5 122 33 16,5-35 71-16,0 30 1 0,0 25-16 16,0-8-49-1,0-26-46-15,0-32 4 0,3-22-11 16,3 4-57-16,8 14-70 16,-3-7-143-16,-2-24-295 0</inkml:trace>
  <inkml:trace contextRef="#ctx0" brushRef="#br0" timeOffset="20">6796 2075 1640 0,'0'0'303'0,"0"0"-246"16,0 0-8-1,0 0-47-15,0 0 47 0,0 0 55 16,125-54-3-1,-109 88 2-15,-5 12-6 0,-9 8-12 16,-2 4 25-16,0 0-68 16,-13-3 2-16,-3-11 9 15,0-8-41-15,5-10 18 16,5-12-30-16,4-8 1 16,2-6-11-16,0-2-4 15,0-27-41-15,6-12-184 16,10-9-29-16,-1-7-34 15,-1 8 94-15,-5 10 208 16,-5 18 135-16,-4 16 77 16,0 5-129-16,0 26-3 0,0 15 9 15,0 3-9-15,0 3-56 16,0-4-24-16,18-5 0 16,39-12-53-16,-1-10-138 15,0-12-447-15</inkml:trace>
  <inkml:trace contextRef="#ctx0" brushRef="#br0" timeOffset="21">7091 2025 1440 0,'0'0'517'0,"0"0"-295"16,0 0-36-16,0 0-39 16,0 0-100-16,0 0-17 15,0 0-18-15,-76 58-12 0,65-23-1 16,-5 14-109 0,7-6-186-16,-2-9-509 0</inkml:trace>
  <inkml:trace contextRef="#ctx0" brushRef="#br0" timeOffset="22">7675 2220 1874 0,'0'0'597'15,"0"0"-432"-15,0 0 17 16,0 0-10-16,0 0-95 16,0 0 21-16,0 0-44 15,-2 0-39-15,2 0 16 16,8 0-23-16,17 0-8 15,6 0 0-15,9 0 16 0,3 0-35 16,-1 0 2 0,-2 0-67-16,-5 7-31 0,-8 4-375 15,-11-2-309-15</inkml:trace>
  <inkml:trace contextRef="#ctx0" brushRef="#br0" timeOffset="23">7679 2498 1205 0,'0'0'1430'16,"0"0"-1165"-16,0 0-206 15,0 0-31-15,0 0-19 0,0 0 3 16,141-31-21 0,-83 31 9-16,-10 0-330 15,-10 0-511-15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7:04:38.02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8965 1580 829 0,'0'0'227'0,"0"0"-182"16,0 0-32-16,0 0 23 15,0 0 11-15,0 0 266 16,7 0-45-16,-7 0-179 15,0 0-4-15,0 0 41 16,0 0-26-16,0 0 12 16,0 0-76-16,0 0 32 15,-5 0 2-15,-1 0-64 16,-3 0 22-16,-2 0-16 16,-5 0 7-16,1 0 2 0,-5 6 3 15,-1 2-3-15,2 6 28 16,-6 0-21-16,0 3 21 15,-4 8-2-15,0 5-27 16,5 5 42-16,-3 6-43 16,2 5 3-16,6 2 22 15,0 2-35-15,11-1 46 16,1-7-43-16,7-1 3 16,0-6 7-16,0-3-22 15,15-4 0-15,12-3-7 16,2-11 9-16,7-9-4 0,-1-5-14 15,4 0-37 1,-10-12 52-16,-10-6-56 0,-5 2 29 16,-14 0 19-16,0 0-2 15,0 1 11-15,-16 4 27 16,-5 1-18-16,-4 4 30 16,-2 6-39-16,0 0 0 15,0 4-2-15,12 26-129 16,1-3-179-16,8-8-520 0</inkml:trace>
  <inkml:trace contextRef="#ctx0" brushRef="#br0" timeOffset="433.53">9262 1514 788 0,'0'0'982'0,"0"0"-722"0,0 0-56 15,0 0 2-15,0 0 38 16,0 0-119-16,0 0-34 16,0-26-28-16,0 30-62 15,0 13 35-15,0 13 2 16,0 9-12-16,0 10 15 15,-5 6-35-15,1 7-2 16,0 7-4-16,-4 2-7 16,2 26-31-16,-1-18-283 15,5-18-384-15</inkml:trace>
  <inkml:trace contextRef="#ctx0" brushRef="#br0" timeOffset="728.16">9228 2293 836 0,'0'0'939'0,"0"0"-699"15,0 0-142-15,0 0-2 16,0 0 12-16,0 0-49 15,0 0 20-15,5 0-36 16,-5 0-28-16,0 0 28 16,0 0 14-16,0 0 53 0,0 0-25 15,-5 0-84-15,3 0 31 16,0 0-32-16,2 0-29 16,0 0-18-16,2 0-171 15,11 0-43-15,3 0-602 0</inkml:trace>
  <inkml:trace contextRef="#ctx0" brushRef="#br0" timeOffset="1186.1">9674 1543 317 0,'0'0'1566'0,"0"0"-1226"16,0 0-143-16,0 0-24 0,0 0-50 16,0 0-23-16,0 0-59 15,-7 14-26-15,3 25 38 16,-3 11-2-16,1 14-30 15,-1 6 6-15,0 5-21 16,0-3-6-16,5-2 0 16,0-2-18-16,0 8-48 15,2-14-271-15,0-18-465 0</inkml:trace>
  <inkml:trace contextRef="#ctx0" brushRef="#br0" timeOffset="1485.93">9681 2386 1350 0,'0'0'308'0,"0"0"-207"16,0 0-85-16,0 0 6 16,0 0 83-16,0 0 10 15,0 0-10-15,6-16-31 0,-21 16-42 16,6 0 45 0,-4 0-29-16,4 7-47 0,4 8-1 15,5 2-37-15,0-5-252 16,0-3-1402-16</inkml:trace>
  <inkml:trace contextRef="#ctx0" brushRef="#br0" timeOffset="2424.54">8356 2498 1371 0,'0'0'338'15,"0"0"-175"-15,0 0 45 16,0 0-41-16,0 0-6 15,0 0-42-15,0 0-58 16,19-2-7-16,1-1-54 16,6 0 9-16,3 3-6 15,2 0-2-15,6 0-1 16,-2 0 0-16,3 0 16 0,-1 0-15 16,6 3-1-1,-1 2 0-15,-2-1-12 0,-1 0 12 16,-2-2 0-16,1 0 0 15,-5-2 12-15,1 0-13 16,-3 3 1-16,0-3 0 16,0 0-6-16,4 0 7 15,-2 0-1-15,0 1 0 16,5 1 9-16,-5 0-9 16,3-2 0-16,-3 2 0 15,-2 1-12-15,-2-3 13 16,0 0-1-16,-2 0 0 15,0 0 10-15,0 0-13 16,-2 0 3-16,-1 0-13 16,2 0-71-16,-5 0-183 0,-11 0-460 15</inkml:trace>
  <inkml:trace contextRef="#ctx0" brushRef="#br0" timeOffset="3010.08">8533 2745 1706 0,'0'0'552'0,"0"0"-422"0,0 0-29 16,0 0-31-1,0 0-8-15,0 0 31 0,0 0-65 16,66 10-10-16,-27-8-9 16,1-2 6-16,-5 2-8 15,3-2-7-15,-7 2 1 16,-8 0-10-16,-7 4 9 15,-10 2 0-15,-4 4-1 16,-2 6 3-16,0 6-1 16,-8 8 7-16,-8 8-8 15,-5 5 27-15,8 4-19 16,-3 4-8-16,8 1 3 16,1-4 9-16,3-4-6 0,4-6-6 15,0-5-111 1,0-8-63-16,0-8-177 0,2-12-355 15</inkml:trace>
  <inkml:trace contextRef="#ctx0" brushRef="#br0" timeOffset="3167.67">8520 3050 1868 0,'0'0'629'16,"0"0"-526"-16,0 0-35 15,0 0-13-15,144-53-49 16,-88 44 42-16,2 1-48 16,20 2-18-16,-11 4-238 0,-13 0-671 15</inkml:trace>
  <inkml:trace contextRef="#ctx0" brushRef="#br0" timeOffset="3432.09">9135 2691 1780 0,'0'0'483'15,"0"0"-353"-15,0 0-56 0,0 0-11 16,0 0-34-16,0 0-29 15,0 0 130-15,0 105-88 16,-7-52-12-16,3 5-24 16,-6 5-6-16,6 10-105 15,0-15-208-15,-3-13-736 0</inkml:trace>
  <inkml:trace contextRef="#ctx0" brushRef="#br0" timeOffset="3672.29">9139 3284 1132 0,'0'0'783'0,"0"0"-607"16,0 0-144-16,0 0 27 16,0 0 42-16,0 0-53 15,0 0-14-15,18-6-34 16,-18-2-16-16,0 1 9 15,0 0-11-15,0 1 18 16,-9 4-1-16,-2 2-11 16,0 0-59-16,-1 0-214 15,10 4-730-15</inkml:trace>
  <inkml:trace contextRef="#ctx0" brushRef="#br0" timeOffset="4012.59">9515 2682 719 0,'0'0'1078'0,"0"0"-765"16,0 0-106-16,0 0-38 16,0 0-77-16,0 0 5 15,0 0-21-15,0 5-75 0,0 23 27 16,0 12 5 0,0 8-27-16,-2 8 30 0,0 2-36 15,2 0 0-15,0-1 0 16,0-1-50-16,0 4-143 15,0-14-162-15,0-14-749 0</inkml:trace>
  <inkml:trace contextRef="#ctx0" brushRef="#br0" timeOffset="4250.52">9527 3350 1672 0,'0'0'531'0,"0"0"-448"16,0 0-64-16,0 0-8 15,0 0 9-15,0 0 10 16,0 0-15-16,0 0 8 16,0 0-14-16,0 0-9 15,-2 0 3-15,-2 0 5 16,-4 0-16-16,2 0-94 15,-1 2-473-15</inkml:trace>
  <inkml:trace contextRef="#ctx0" brushRef="#br0" timeOffset="13061.39">10258 2409 763 0,'0'0'405'0,"0"0"-166"16,0 0-46 0,0 0-139-16,0 0-22 0,0 0 136 15,2-35-70-15,-2 31-55 16,0 0-35-16,0 1 12 15,0-2 151-15,0 1-35 16,0 1-41-16,0 3 29 16,0-3 17-16,0 3-59 15,0 0-28-15,0 0 19 16,0 0-63-16,0 0 4 16,0 0-10-16,0 0 11 15,0 0-6-15,7 0-9 16,-1 6 1-16,8 3 12 0,9-2-4 15,4-1-9-15,8 0 0 16,3-4-10-16,4-2-78 16,7 0-217-16,-9 0-241 15,-13 0-773-15</inkml:trace>
  <inkml:trace contextRef="#ctx0" brushRef="#br0" timeOffset="13372.99">10287 2660 1465 0,'0'0'1064'0,"0"0"-790"15,0 0-153-15,0 0-34 16,0 0-55-16,0 0-31 16,0 0 20-16,121-24-20 15,-73 22-1-15,4 2 0 16,10 0-102-16,-15 12-226 15,-9-1-450-15</inkml:trace>
  <inkml:trace contextRef="#ctx0" brushRef="#br0" timeOffset="18296.68">11402 1646 1053 0,'0'0'265'0,"0"0"-154"15,0 0-80-15,0 0-30 16,0 0 6-16,0 0-6 0,0 0-1 16,4 0 395-16,-4 0-200 15,5 0-116-15,-5 0-11 16,0 0 9-16,0 0 25 15,0 0-34-15,0 0-50 16,0 0 27-16,0 0-23 16,0 0 35-16,0 0 13 15,0 0-29-15,0 0 28 16,0 0-38-16,-7 0-31 16,-9 4 17-16,1 5-17 15,-5 0 0-15,-3 5-1 16,-2 4 10-16,4 2-10 0,-4 4 1 15,3 0 0-15,2 0-18 16,2 0 18-16,2 2 0 16,5 3 0-16,0-2 6 15,4 2-7-15,5 0 1 16,2 3 0-16,0-1-1 16,0 1 11-16,0-2-10 15,7 0 0-15,6-3 15 16,5-6-10-16,-3-3-5 15,10-4 0-15,0-2-4 16,4-5 5-16,0-7-1 16,2 0 0-16,-4 0-35 15,-3-14 20-15,-4-5-31 16,-9-1-13-16,-6 1 50 16,-5-4-23-16,0 3 22 0,-14 0 4 15,-3 5 12-15,-8 6 50 16,-4 4-28-16,2 5-27 15,-2 0-2-15,5 9 0 16,1 11-63-16,4 9-119 16,7-6-190-16,10-5-398 0</inkml:trace>
  <inkml:trace contextRef="#ctx0" brushRef="#br0" timeOffset="18484.87">11703 2191 1416 0,'0'0'1076'16,"0"0"-932"-16,0 0-90 16,0 0-54-16,0 0-39 15,0 0-1-15,0 0-226 16,-14-14-1179-16</inkml:trace>
  <inkml:trace contextRef="#ctx0" brushRef="#br0" timeOffset="18981.93">12092 1717 1595 0,'0'0'313'16,"0"0"-200"-16,0 0 2 15,0 0-4-15,0 0 16 16,0 0-33-16,0 0-32 15,-44 79 48-15,24-30-35 0,-5 2-35 16,-1 0 19 0,8-10-58-16,2-4 4 0,5-13-5 15,0-8 13-15,9-6-29 16,0-8 11-16,2-2-56 16,0 0 10-16,0-2-36 15,2-13-19-15,9-4 14 16,5 1 58-16,-1 2 22 15,6 2 12-15,-2 9 0 16,1 0 10-16,7 5-9 16,0 0 27-16,0 0-23 15,4 0 5-15,-2 0-4 16,0 0-6-16,-5-2-41 16,-6-8-122-16,-3-12-149 15,-3 3-194-15,-10-4-25 0</inkml:trace>
  <inkml:trace contextRef="#ctx0" brushRef="#br0" timeOffset="19116.88">12246 1840 1005 0,'0'0'412'16,"0"0"-89"-16,0 0-78 16,0 0-81-16,0 0-52 15,0 0 28-15,0 0-50 16,-62 136 1-16,55-85-20 16,3 3-65-16,2-2 12 15,2-1-18-15,0 3-189 16,6-16-166-16,6-9-934 0</inkml:trace>
  <inkml:trace contextRef="#ctx0" brushRef="#br0" timeOffset="19288.8">12474 2121 2457 0,'0'0'332'0,"0"0"-332"16,0 0-132-16,0 0-89 16,0 0-81-16,0 0-398 0</inkml:trace>
  <inkml:trace contextRef="#ctx0" brushRef="#br0" timeOffset="19851.93">12763 1789 1461 0,'0'0'691'0,"0"0"-489"16,0 0-67-16,0 0-65 16,0-104-31-16,8 87 10 15,7 3-27-15,5 6-14 16,1 8-7-16,-2 0 0 16,-3 13-1-16,-7 24 42 15,-9 18 1-15,-5 13 36 16,-24 11-49-16,-4-1-19 0,-5-3 31 15,9-17-41 1,11-14 5-16,5-16-6 0,13-11 18 16,0-7-16-16,2-6-2 15,25-4 0-15,13 0-12 16,4-2 11-16,10-12-114 16,8-2-125-16,-10 3-236 15,-12 5-245-15</inkml:trace>
  <inkml:trace contextRef="#ctx0" brushRef="#br0" timeOffset="22779.84">11023 2548 907 0,'0'0'87'0,"0"0"-53"16,0 0 2-16,0 0 8 16,0 0 109-16,0 0 72 15,0 0-129-15,22 8-4 16,-13-8-24-16,-3 0 57 16,2 0-24-16,-2-4-22 15,1 0 9-15,-1 0-19 16,1 2-19-16,2-1 33 0,2 1-46 15,1-3-7 1,1 3 3-16,2-2-33 0,1 3 45 16,2-4-25-16,-1 1 1 15,6 1 31-15,-6-2-51 16,6 1 9-16,-3 1-10 16,3 0 15-16,-2 1-12 15,2 2-3-15,-3 0 0 16,2 0-9-16,-2 0 6 15,1 0 3-15,-6 0 0 16,1 0 14-16,-1 0-20 16,1 5 6-16,3-2 0 15,8-1-8-15,0-2 20 0,4 0-12 16,5 0 0 0,-2 0 1-16,2 0-2 0,-5 0 1 15,0 0 0-15,-2 0-6 16,0 0 19-16,0 0-13 15,0 0 0-15,2 0 0 16,-2 0-6-16,7 0 6 16,-3 0 0-16,-2 0-1 15,-2 0 12-15,5 0-17 16,-10 0 6-16,5 0 0 16,-2 0-11-16,2 0 11 15,-1 0 0-15,7 0 0 16,-2 0 12-16,0 0-13 15,5 0 1-15,-5 0 0 0,7 2-9 16,-1-2 9-16,-4 0 0 16,7 0 0-16,-3 0 9 15,1 0-12-15,-3 0 3 16,6 0 0-16,-3 0-6 16,-2 0 7-16,-3 0-1 15,-4 0 0-15,-4 0 9 16,-2 0-9-16,-12 0 0 15,-1 0-3-15,-8 5-14 16,-2 2-45-16,-2 1-113 16,0-2-300-16</inkml:trace>
  <inkml:trace contextRef="#ctx0" brushRef="#br0" timeOffset="24183.02">11199 2845 1174 0,'0'0'556'0,"0"0"-319"16,0 0 10-16,0 0-95 16,0 0 22-16,0 0-17 15,0 0-66-15,-27-30 5 16,27 28-69-16,0 2 0 15,0 0-11-15,0 0-7 16,0 0 6-16,0 0-15 16,13 0 0-16,7 2-9 15,14 4 10-15,-1-2-1 16,-2-2 0-16,8 1 17 16,-6-3-17-16,-4 0 0 15,-5 0 0-15,-6 0-11 0,-7 0 11 16,-6 0 0-16,-5 0 0 15,0 0 5-15,0 0-28 16,0 0 23-16,0 0 0 16,0 0-15-16,0 1 15 15,0 5 0-15,0 6-6 16,-5 10-4-16,-4 7-4 16,5 12 14-16,-7 6 0 15,6 4-12-15,-4 6 20 16,7-3-8-16,-2-2 0 15,2-4 6-15,2-7-6 16,0-8 0-16,0-5-114 16,0-9-45-16,0-9-116 0,0-9-195 15,0-1-461-15</inkml:trace>
  <inkml:trace contextRef="#ctx0" brushRef="#br0" timeOffset="24326.76">11118 3232 2039 0,'0'0'356'16,"0"0"-188"-16,0 0-107 16,0 0-60-16,121-73 45 15,-61 56-46-15,7 5-8 16,20 4-83-16,-21 4-396 16,-10 2-1159-16</inkml:trace>
  <inkml:trace contextRef="#ctx0" brushRef="#br0" timeOffset="24476.91">11841 3159 2227 0,'0'0'384'0,"0"0"-323"16,0 0-61-16,0 0-48 16,0 0 14-16,0 0-68 15,0 0-181-15,-9 0-970 0</inkml:trace>
  <inkml:trace contextRef="#ctx0" brushRef="#br0" timeOffset="24919.36">11974 2851 1796 0,'0'0'535'0,"0"0"-462"15,0 0-49-15,0 0-14 16,0 0 27-16,0 0 57 16,0 0-35-16,-40 119 8 15,36-92-60-15,2-3-6 16,2-7-1-16,0-7 11 15,0-6-11-15,6-4 0 0,19 0-31 16,6 0 22-16,-2-6-78 16,7-5 28-16,-5 6 48 15,-6 5-15-15,-5 0 25 16,-5 8-6-16,-8 16 7 16,-5 8 41-16,-2 1-29 15,0 6 21-15,-2-5 5 16,-16-2-37-16,2-6 29 15,1-9-30-15,-3-4-14 16,1-9-41-16,-20-4-159 16,8-17-294-16,3-6-1098 0</inkml:trace>
  <inkml:trace contextRef="#ctx0" brushRef="#br0" timeOffset="25055.67">11972 2879 1243 0,'0'0'1041'0,"0"0"-846"15,0 0-150-15,0 0-1 16,145-54-44-16,-107 52 1 16,-2 2-1-16,6 8-72 15,-13 12-250-15,-8 2-788 0</inkml:trace>
  <inkml:trace contextRef="#ctx0" brushRef="#br0" timeOffset="25188.36">12407 3191 601 0,'0'0'1820'0,"0"0"-1593"16,0 0-227-16,0 0-50 15,0 0-112-15,0 0-94 16,0 0-26-16</inkml:trace>
  <inkml:trace contextRef="#ctx0" brushRef="#br0" timeOffset="25705.46">12721 2930 1622 0,'0'0'532'0,"0"0"-411"16,0 0-15-16,0 0-33 15,0 0 74-15,0 0-1 16,0 0-92-16,-95-53 4 16,90 49-41-16,5-1-17 15,0-1 40-15,9-1-40 16,9-1 0-16,4 3 0 15,5 5 12-15,-5 0-13 0,3 5 1 16,-10 17 0 0,-11 9 28-16,-4 10-2 0,0 6 16 15,-2 0 13-15,-11-2-45 16,0-5 28-16,10-10-38 16,3-9 0-16,0-4-5 15,16-7 5-15,13-3 0 16,-2-6 0-16,-2 1 10 15,-8-2-20-15,-15 6 10 16,-2 9-26-16,-6 8 11 16,-28 12-13-16,3 4 7 15,0 6-25-15,2 9-225 16,9-14-85-16,11-10-440 0</inkml:trace>
  <inkml:trace contextRef="#ctx0" brushRef="#br0" timeOffset="26262.32">13120 3229 2345 0,'0'0'516'15,"0"0"-469"-15,0 0-18 16,0 0-29-16,0 0-23 15,0 0-23-15,0 0-258 16,-2 1-568-16</inkml:trace>
  <inkml:trace contextRef="#ctx0" brushRef="#br0" timeOffset="26541.01">13332 3159 2246 0,'0'0'0'0,"0"0"-52"16,0 0-234-16,76-117 198 16,-56 69 88-16,-4 0 192 15,-3 0-106-15,-6 4-86 16,-5 7-16-16,5 9 16 16,-7 10 81-16,0 8 167 15,0 10 11-15,0 0-181 0,0 23-54 16,0 20 7-16,0 15-15 15,-2 15 29-15,-5 3-45 16,7 3 0-16,0 13-78 16,0-22-257-16,-3-14-528 0</inkml:trace>
  <inkml:trace contextRef="#ctx0" brushRef="#br0" timeOffset="27243.73">12951 2502 1355 0,'0'0'502'15,"0"0"-336"-15,0 0 1 16,0 0 33-16,0 0-77 16,0 0-54-16,0 0 35 15,80 2-34-15,-33 0-13 16,5 0-32-16,3 0-19 16,7 1 26-16,0-3-32 15,8 0-1-15,28 0 1 16,-17 0-261-16,-15 0-261 0</inkml:trace>
  <inkml:trace contextRef="#ctx0" brushRef="#br0" timeOffset="27773.17">14023 2440 674 0,'0'0'1337'0,"0"0"-845"16,0 0-265-16,0 0-44 15,0 0-41-15,0 0 4 16,0 0-76-16,-2 0-26 16,4-5-44-16,13 5 13 15,10-5-32-15,0 3 19 16,4 2-48-16,0 0-9 15,-7 2-80-15,0 16-202 16,-10-2-280-16,-10 1-714 0</inkml:trace>
  <inkml:trace contextRef="#ctx0" brushRef="#br0" timeOffset="27912.81">14061 2668 1585 0,'0'0'900'0,"0"0"-661"16,0 0-127-16,0 0-45 15,0 0 7-15,160-17-73 16,-92 14-1-16,-12 1-148 16,-10 2-647-16</inkml:trace>
  <inkml:trace contextRef="#ctx0" brushRef="#br0" timeOffset="38516.48">15742 1930 347 0,'0'0'700'0,"0"0"-614"15,0 0-22-15,0 0-61 16,0 0 617-16,0 0-433 16,49-53-87-16,-49 40 13 0,2 0 16 15,0 0-28-15,-2 1 58 16,0 5-62-16,0 1-23 15,0 3 1-15,0 3-64 16,-2 6 20-16,-23 25-30 16,-10 15-1-16,-14 16 36 15,-7 6-28-15,-2 1-1 16,2-4-7-16,10-10 18 16,3-13-19-16,14-12 1 15,14-12 0-15,3-8-5 16,10-8 16-16,2-2-11 15,0 0 3-15,2-2 10 16,25-14 0-16,4-7-13 0,12-1 0 16,10 1-9-16,1 7 9 15,2 4 0-15,-5 8-2 16,2 1 8-16,-6 3-12 16,3 0 6-16,-6 0 0 15,-2 8-13-15,-6 3-41 16,-2-4-130-16,-10 0-87 15,-4-4-269-15,-14-3-298 0</inkml:trace>
  <inkml:trace contextRef="#ctx0" brushRef="#br0" timeOffset="38710.94">15967 1927 872 0,'0'0'1275'16,"0"0"-990"-16,0 0-225 15,0 0-43-15,0 0 6 16,-27 119 70-16,16-50 22 16,2 4-83-16,0-2 3 15,9-6-35-15,0-7-37 16,0-14-66-16,25-15-92 16,2-14-152-16,2-15-415 0</inkml:trace>
  <inkml:trace contextRef="#ctx0" brushRef="#br0" timeOffset="39102.47">16364 1813 1476 0,'0'0'642'0,"0"0"-533"15,0 0-62-15,0 0-41 16,0 0 78-16,0 0 68 15,-52 146-21-15,52-88-40 16,0 0-24-16,14-2-39 16,-1-2 30-16,3-8-42 15,-7-4-15-15,-5-5 10 16,-4-7-5-16,0-2-6 16,-4-4 0-16,-21-7-7 15,-4-5 6-15,-2-12-63 0,6 0-24 16,12-29-17-16,13-21-99 15,7-14 22-15,26-8 74 16,10-8 66-16,1 0 42 16,1 10 54-16,-14 3 98 15,-6 10 70-15,-10 15-15 16,-15 10-103-16,0 17-104 16,-15 12-3-16,-43 13-215 15,2 21-382-15,2-1-1202 0</inkml:trace>
  <inkml:trace contextRef="#ctx0" brushRef="#br0" timeOffset="39821.44">15131 2588 1416 0,'0'0'536'0,"0"0"-329"16,0 0 3-16,0 0-22 16,0 0-45-16,0 0-49 15,0 0-67-15,38 0-21 16,11 0 45-16,11 0-36 16,29 0 28-16,38 0 5 15,36-14-34-15,22-1 42 16,0-7-35-16,-15 1-3 0,-28 3-1 15,-12 6-7-15,-26 7-10 16,-21 3 0-16,-25 2 9 16,-9 0-6-16,0 2-3 15,-5 11-28-15,1 13-69 16,-18-4-274-16,-14-5-434 0</inkml:trace>
  <inkml:trace contextRef="#ctx0" brushRef="#br0" timeOffset="43517.58">15374 3060 1532 0,'0'0'626'15,"0"0"-383"-15,0 0 14 16,0 0-42-16,0 0-65 15,0 0-28-15,0 0-42 16,-53-21-68-16,53 20 43 16,0 1-55-16,0-3 0 15,0-2 5-15,17-5 5 16,12-11-10-16,14-4 0 16,-1-5-1-16,2-5-19 15,-1 3 1-15,-7 2-11 16,-12 2 21-16,-1 8-32 15,-10 5 34-15,-7 4 1 16,-1 7 6-16,-5 4-21 0,0 0 21 16,0 0-30-16,0 20 19 15,-5 16-7-15,-8 16 18 16,-3 10 0-16,-1 5 0 16,-3 1 6-16,1-4-6 15,9-8-10-15,3-10-36 16,7-11-149-16,11-19-88 15,16-13-205-15,2-3-258 0</inkml:trace>
  <inkml:trace contextRef="#ctx0" brushRef="#br0" timeOffset="43792.82">15865 2907 2006 0,'0'0'392'16,"0"0"-316"-16,0 0-39 0,0 0-9 15,0 0 76-15,-58 114 25 16,58-80-80-16,0-1-16 16,19-5-5-16,20-8-22 15,7-10 19-15,8-10-25 16,2 0-3-16,-6-10-13 16,-7-13-5-16,-7-2-3 15,-18-1 8-15,-18-1-31 16,0 1-3-16,-18 2 29 15,-18 6 21-15,-1 9-17 16,-11 9 17-16,11 0-22 16,1 1-106-16,14 12-235 0,11-8-418 0</inkml:trace>
  <inkml:trace contextRef="#ctx0" brushRef="#br0" timeOffset="44203.33">16380 2859 1728 0,'0'0'397'0,"0"0"-279"16,0 0-71-1,0 0-3-15,0 0 81 0,0 0-36 16,-31 106-12-16,21-69-8 15,-1-5-53-15,7-4 11 16,0-6-25-16,-2-10 11 16,6-4-7-16,0-6-6 15,8-2-46-15,13 0 25 16,16-10 0-16,-2-6-31 16,5 2-15-16,0 3 31 15,-11 11 23-15,-4 0 9 16,-9 11 4-16,-10 17 4 15,-4 10 3-15,-2 6 51 16,-4 2-14-16,-14 0-33 16,-7-1 33-16,6-9-44 0,-4-6-1 15,1-11-28-15,-3-17-136 16,3-2-156-16,4-2-414 0</inkml:trace>
  <inkml:trace contextRef="#ctx0" brushRef="#br0" timeOffset="44348.97">16355 2877 2016 0,'0'0'640'15,"0"0"-539"-15,0 0-95 16,0 0 15-16,156-44-21 16,-102 41-9-16,10 3-4 0,-8 0-276 15,-5 0-789-15</inkml:trace>
  <inkml:trace contextRef="#ctx0" brushRef="#br0" timeOffset="44926.65">17271 2460 933 0,'0'0'781'0,"0"0"-603"15,0 0-126-15,0 0 20 16,0 0 64-16,0 0-55 16,0 0 29-16,-69 96-33 15,69-86-25-15,13-3 18 16,8-4-42-16,-2-3 5 15,-3 0 14-15,-1 0-46 16,-3-5 45-16,-10-6 17 16,-2-1-54-16,-16 6-9 15,-13 5-216-15,-2-1-493 0</inkml:trace>
  <inkml:trace contextRef="#ctx0" brushRef="#br0" timeOffset="61982.05">3615 4538 1101 0,'0'0'9'0,"0"0"112"16,0 0 531-16,0 0-391 15,0 0-98-15,0 0-14 16,0-24-71-16,0 19 2 16,0 3 75-16,0 1-82 15,0 1-15-15,0 0 4 16,0 0-44-16,0 0 40 0,0 0-48 16,0 0 1-16,0 0-5 15,0 0-6-15,-6 0 0 16,-1 0 0-16,-7 11 10 15,-1 6-13-15,-3 4 3 16,-5 4 0-16,8 3-6 16,-1 2 6-16,3 3 0 15,5 2 0-15,5 5 18 16,3 1 2-16,0 5-20 16,5 2 6-16,10 3-2 15,1 2-3-15,3 1-1 16,0-1 0-16,-1 0 12 15,-1 0-13-15,-3-6 1 16,-3 1 0-16,-7-1-8 16,-4-5 9-16,0-3-1 0,0-7 0 15,-4-6 16-15,-7-3-32 16,-3-5 16-16,1-4-51 16,-9 0-24-16,-1-3-238 15,4-6-317-15</inkml:trace>
  <inkml:trace contextRef="#ctx0" brushRef="#br0" timeOffset="62885.95">3381 5700 1023 0,'0'0'385'15,"0"0"-106"-15,0 0-26 0,0 0-49 16,0 0 15-16,0 0-74 16,0 0-30-16,-76 55-3 15,72-33-78-15,2 8 30 16,2 0 2-16,0 2-53 15,6-4 38-15,17-4-40 16,6-8-11-16,11-9 41 16,9-7-29-16,4-5 16 15,3-22-28-15,-5-8-9 16,-13-3 3-16,-11-2-24 16,-16 2-3-16,-11-1 14 15,0 9-41-15,-25 6 6 0,-13 15-32 16,-26 14-77-16,6 22-24 15,4 3-334-15</inkml:trace>
  <inkml:trace contextRef="#ctx0" brushRef="#br0" timeOffset="64239.37">3798 4045 993 0,'0'0'934'0,"0"0"-670"0,0 0-124 16,0 0-45-16,0 0 36 16,0 0-12-16,0 0 26 15,0-53-97-15,0 53-32 16,0 0 14-16,0 0-29 15,-2 0 7-15,2 0-8 16,-2 1 9-16,-1 19-3 16,1 8-6-16,-2 4 0 15,0 1-9-15,0 2 19 16,4-5-10-16,0-4 0 16,0-5-16-16,0-1-72 15,6-11-143-15,5-6-68 0,-1-3-331 0</inkml:trace>
  <inkml:trace contextRef="#ctx0" brushRef="#br0" timeOffset="64426.81">3867 3944 1385 0,'0'0'693'0,"0"0"-617"15,0 0-66-15,0 0 44 16,0 0 12-16,-7 115 36 15,5-74-52-15,2 1-44 16,0-2 15-16,0-4-21 16,0-4-79-16,14-7-146 0,-5-9-293 15,-3-8-770-15</inkml:trace>
  <inkml:trace contextRef="#ctx0" brushRef="#br0" timeOffset="64620.02">3598 4010 1121 0,'0'0'1065'15,"0"0"-732"-15,0 0-175 16,0 0-128-16,0 0-8 16,125-89-16-16,-73 74-6 15,6 7 0-15,0 6-24 16,5 2-87-16,-16 10-176 15,-14 5-449-15</inkml:trace>
  <inkml:trace contextRef="#ctx0" brushRef="#br0" timeOffset="64861.01">3657 4342 1768 0,'0'0'541'0,"0"0"-344"16,0 0-58-16,0 0-39 15,0 0-29-15,0 0-42 16,0 0-19-16,99-37-13 16,-51 33 3-16,2 2-145 15,12 2-59-15,-12 0-335 16,-13 0-583-16</inkml:trace>
  <inkml:trace contextRef="#ctx0" brushRef="#br0" timeOffset="65460.88">3885 4381 208 0,'0'0'1380'0,"0"0"-1054"0,0 0-85 15,0 0-33-15,0 0-6 16,0 0-31-16,0 0-24 15,-36-46-85-15,36 34-50 16,7 2-6-16,13 4 0 16,2 4-6-16,0 2 0 15,-1 0 5-15,-8 18-13 16,-11 10 8-16,-2 10 0 16,-11 7 2-16,-18 1 10 15,-2-6-12-15,2-5 0 16,6-12 12-16,10-8-14 0,7-8 2 15,6-6 0-15,0-1-7 16,17 0 11-16,19-1-11 16,9-12 7-16,3 4-111 15,6 1-44-15,8 5-86 16,-6 2-147-16,-11 1-507 0</inkml:trace>
  <inkml:trace contextRef="#ctx0" brushRef="#br0" timeOffset="68421.05">4605 4749 811 0,'0'0'586'16,"0"0"-412"-16,0 0-31 15,0 0-10-15,0 0 64 0,0 0-22 16,0 0-33 0,5-63 7-16,-5 57-61 0,0 2 40 15,0-1-39-15,-5 5-78 16,-4 0 50-16,-9 0-61 15,-6 0 7-15,-10 0-17 16,-1 15 9-16,-8 7 1 16,3 4 0-16,-2 3 7 15,6-1-14-15,4 2 7 16,9-2 0-16,7 2 1 16,9-2 9-16,7 2-4 15,0-5-6-15,13 4 8 16,10-5 2-16,4-2-9 15,-3 0-1-15,-4-3 8 16,-4-2 7-16,-8 3-11 0,-8 3-3 16,0 1-1-16,-4 1 48 15,-21 1-47-15,1-1-1 16,-2-7 9-16,3-4 8 16,5-9-9-16,9-5-8 15,7 0 0-15,2-19-21 16,13-20-100-16,20-7-35 15,15-6 97-15,8 2-8 16,2 6 59-16,-2 12-11 16,-8 10 17-16,-8 12 2 0,-6 10 2 15,-5 0 60 1,-9 22 31-16,-9 10-41 0,0 6 24 16,-7 4-30-16,-4-1-26 15,0-6 31-15,0-5-42 16,0-10-9-16,0-8 0 15,0-7 15-15,0-5-29 16,0 0 14-16,0-13-49 16,14-16-8-16,6-10-191 15,4-5 104-15,3 0 11 16,2 9 51-16,-4 8 82 16,-3 15-10-16,-6 12 10 15,-8 0 74-15,-1 18-6 16,-7 10 25-16,0 0 28 15,0-2-42-15,-2-6 10 0,-5-6-62 16,5-5-26 0,2-9 30-16,0 0-30 0,2-2 5 15,21-19-6-15,8-2-145 16,7-6 117-16,1 5 4 16,2 5 9-16,-5 12 2 15,-5 7 26-15,-9 7 5 16,-9 19-3-16,-4 9-4 15,-9 3 6-15,0 0-17 16,0-4-29-16,-9-4-56 16,-1-9-183-16,0-11-387 0</inkml:trace>
  <inkml:trace contextRef="#ctx0" brushRef="#br0" timeOffset="69090.33">5229 4398 1073 0,'0'0'340'0,"0"0"-169"15,0 0 1-15,0 0-56 16,0 0 4-16,0 0-3 16,0 0-41-16,6-5 30 15,-6 5-51-15,0 0 1 16,0 0 41-16,0 0-41 15,0 0-4-15,0 0 0 16,0 0-52-16,0 0 31 16,0 0-31-16,-6 0 0 15,-3 12-3-15,1 3 5 16,0 2-2-16,6 7 5 16,2 4 6-16,0 4 20 0,10 4-10 15,9 3-3 1,4-1 19-16,1-4-31 0,1-2 0 15,-8-3-6-15,-1-8 11 16,-9-1-10-16,-7-3-1 16,0-4 0-16,-23-1-6 15,-10-1 6-15,-5-6-33 16,1-5-34-16,3 0-22 16,14-19 16-16,11-15-114 15,9-7 21-15,13-7 86 16,23-2 31-16,9 0 49 15,-1 2 84-15,-3 3 25 16,-8 10 23-16,-9 4-86 0,-10 9 24 16,-12 8 44-16,-2 9-88 15,-9 5-26-15,-18 0-122 16,-18 21-104-16,8 6-77 16,1-2-439-16</inkml:trace>
  <inkml:trace contextRef="#ctx0" brushRef="#br0" timeOffset="69659.97">5414 4991 1618 0,'0'0'331'0,"0"0"-248"15,0 0-32-15,0 0 1 16,0 0 72-16,0 0-31 16,0 0-47-16,64 8 39 0,-54 13-32 15,-8 5-4-15,-2 3 60 16,0 3-52-16,0 0-1 16,-12-4-23-16,6-6-24 15,-1-5 9-15,3-7-18 16,2-6 0-16,2-4-13 15,0 0-10-15,2-11-33 16,13-16-101-16,8-14-137 16,-1-8 24-16,1-2-335 15,-6 3 315-15,-1 8 290 16,-9 17 103-16,-7 16 305 16,0 7-152-16,0 16-76 15,-19 20 40-15,6 9-104 0,-3 1-24 16,14-1 2-1,2-6-78-15,0-2 10 0,23-8-26 16,28-14-121-16,-2-8-81 16,0-7-380-16</inkml:trace>
  <inkml:trace contextRef="#ctx0" brushRef="#br0" timeOffset="69885.23">6051 4904 1187 0,'0'0'771'0,"0"0"-655"16,0 0-109-16,-120 43 20 0,87-9 126 15,4 5-36-15,9 0-8 16,8 1-60-16,10-1-48 16,2-7 13-16,10-6-14 15,14-11-8-15,9-9-22 16,8-6-69-16,9-18-54 15,-7-11-151-15,-7-5-461 0</inkml:trace>
  <inkml:trace contextRef="#ctx0" brushRef="#br0" timeOffset="70103.72">6067 4296 1984 0,'0'0'327'0,"0"0"-249"15,0 0-78-15,0 0 2 16,0 0 15-16,-8 134 73 16,8-39 17-16,0 28-67 15,0-5 9-15,0-13-49 16,0-19 1-16,0-23-8 16,0 4-71-16,11 8-75 15,-1-21-161-15,4-21-516 0</inkml:trace>
  <inkml:trace contextRef="#ctx0" brushRef="#br0" timeOffset="70478.17">6199 4959 1709 0,'0'0'311'0,"0"0"-224"15,0 0-86-15,0 0 25 16,0 0-8-16,0 0 93 15,0 0 12-15,122 98-58 16,-115-56 18-16,-4 2-19 16,-3-3-34-16,0-8 19 15,0-7-43-15,-3-10-4 16,-2-5 22-16,3-11-23 16,0 0 37-16,2-14-38 15,0-21-190-15,0-11 36 16,0-10-96-16,0 0 2 15,0 6-25-15,0 12 273 0,0 17 301 16,0 20 70-16,0 1-230 16,-6 22-30-16,-1 11-5 15,3 8-6-15,4 2-21 16,0-4-78-16,17-4 16 16,16-5-17-16,48-17-163 15,-12-5-41-15,0-8-573 0</inkml:trace>
  <inkml:trace contextRef="#ctx0" brushRef="#br0" timeOffset="70921">6968 5067 983 0,'0'0'1056'16,"0"0"-701"-16,0 0-112 16,0 0-55-16,0 0-86 15,0 0-26-15,0 0-42 16,76 0-33-16,-34 0 26 15,3 0-27-15,-3 0 0 16,-4 6 0-16,0 2-23 16,-13 6-124-16,-12-5-236 15,-9 2-409-15</inkml:trace>
  <inkml:trace contextRef="#ctx0" brushRef="#br0" timeOffset="71097.1">6874 5300 2092 0,'0'0'675'0,"0"0"-548"16,0 0-109-16,114-7-11 15,-63 0 7-15,-1 0-14 16,-6 7-1-16,-2 0-29 16,-9 0-346-16,-12 7-786 0</inkml:trace>
  <inkml:trace contextRef="#ctx0" brushRef="#br0" timeOffset="87688.4">7690 4613 1247 0,'0'0'155'16,"0"0"-154"-16,0 0 21 0,0 0 434 15,0 0-298-15,0 0-25 16,0-39 32-16,0 32-36 15,0 2 99-15,0 0-85 16,0 3-47-16,0 2-8 16,0 0-54-16,0 0 10 15,0 0-43-15,0 0 17 16,2 0-3-16,8 0-15 16,5 11 0-16,9-2-1 15,10 2 13-15,3-4-12 16,6 0 0-16,-1-3 12 15,1-2-20-15,-5-2 8 0,-7 0-30 16,-8 0 11-16,-8 0-57 16,-9 0 22-16,-6 0-18 15,0 0-50-15,0 0 83 16,-17 2-16-16,-6 8 40 16,1 4 1-16,0 6 17 15,4 4-3-15,2 6 0 16,5 6 8-16,0 4-4 15,11 4-3-15,-2-2-1 16,2 3 2-16,0-5-2 16,0-2-17-16,0 0-219 15,0-12-279-15,0-8-439 0</inkml:trace>
  <inkml:trace contextRef="#ctx0" brushRef="#br0" timeOffset="87842.16">7630 4913 914 0,'0'0'1117'0,"0"0"-377"16,0 0-591-16,0 0-113 15,0 0-5-15,0 0-22 16,136-79-9-16,-78 69 0 16,22 5-48-16,-15 2-203 15,-10 1-388-15</inkml:trace>
  <inkml:trace contextRef="#ctx0" brushRef="#br0" timeOffset="88090.87">8240 4456 1453 0,'0'0'1016'15,"0"0"-781"-15,0 0-196 16,0 0 26-16,0 0-51 16,0 0-13-16,0 0 31 15,-13 108 0-15,5-40-9 0,1 6-23 16,-2 4-106 0,-2 12-154-16,2-17-333 0,2-20-935 0</inkml:trace>
  <inkml:trace contextRef="#ctx0" brushRef="#br0" timeOffset="88264.08">8196 5078 1670 0,'0'0'725'16,"0"0"-517"-16,0 0-10 16,0 0-142-16,0 0-25 15,0 0-12-15,0 0-10 16,2 0-18-16,7 0-112 15,5 0-68-15,-1-5-139 16,-7-5-655-16</inkml:trace>
  <inkml:trace contextRef="#ctx0" brushRef="#br0" timeOffset="88697.71">8593 4485 1962 0,'0'0'669'0,"0"0"-494"16,0 0-86-16,0 0-18 15,0 0-64-15,0 0 8 16,0 0-15-16,0 85 11 16,0-30 8-16,0 11-19 0,-2 1-6 15,-5-1-66-15,5 14-222 16,-2-17-167 0,1-13-328-16</inkml:trace>
  <inkml:trace contextRef="#ctx0" brushRef="#br0" timeOffset="88864.04">8570 5153 1750 0,'0'0'989'0,"0"0"-771"16,0 0-183-16,0 0 2 15,0 0-37-15,0 0-40 0,0 0-138 16,0 24-440-16</inkml:trace>
  <inkml:trace contextRef="#ctx0" brushRef="#br0" timeOffset="89444.35">7683 5289 1565 0,'0'0'621'0,"0"0"-435"16,0 0 9-16,0 0 30 15,0 0-92-15,0 0-52 16,0 0-4-16,-6 0-62 16,17 0-1-16,18 0-14 15,14 0 13-15,7 0 11 16,13 0-16-16,6 0 22 15,7 0 34-15,4 0-56 16,0 0 17-16,-2 0-25 16,3-3-18-16,-10-1-22 15,12-3-136-15,-21 2-358 0,-11-1-497 16</inkml:trace>
  <inkml:trace contextRef="#ctx0" brushRef="#br0" timeOffset="90548.56">7902 5668 388 0,'0'0'279'15,"0"0"-79"-15,0 0 862 16,0 0-764-16,0 0-85 0,0 0-51 16,0 0-56-1,-7-18-48-15,-6 18-24 0,-5 0 22 16,-5 18-55-16,0 9 15 15,0 4 15-15,3 8-18 16,7 1 49-16,5-3-23 16,8 4-29-16,0-4 42 15,14-4-51-15,15-3 19 16,0-2-7-16,5-5-2 16,-5-5 5-16,-7-4-16 15,-7-5 0-15,-6-2-14 16,-9-2 14-16,0 0-7 15,-13 0 6-15,-12-3-5 16,-4-2-1-16,2 0 7 16,10-13-11-16,5-16-5 0,12-7-17 15,6-7-7-15,15-1 25 16,8-4 3-16,0 4 0 16,0 7 12-16,-4 7 0 15,-12 8 28-15,-8 7-19 16,0 6 33-16,-5 6-30 15,0 3-12-15,-8 0-33 16,-3 7-202-16,9 15-25 16,2-2-65-16,0-4-439 0</inkml:trace>
  <inkml:trace contextRef="#ctx0" brushRef="#br0" timeOffset="90808.13">8248 5663 477 0,'0'0'1330'15,"0"0"-862"-15,0 0-203 16,0 0-50-16,0 0-130 15,0 0-37-15,0 0-48 16,0 41 0-16,0 5-6 0,0 11 6 16,0 5-60-1,0 20-194-15,-10-13-281 0,4-14-152 0</inkml:trace>
  <inkml:trace contextRef="#ctx0" brushRef="#br0" timeOffset="90935.82">8227 6254 1091 0,'0'0'1161'15,"0"0"-803"-15,0 0-139 16,0 0-93-16,0 0-116 16,0 0 29-16,0 0-39 15,9-44-304-15,1 16-181 16,-2 2-841-16</inkml:trace>
  <inkml:trace contextRef="#ctx0" brushRef="#br0" timeOffset="91154.25">8497 5675 2252 0,'0'0'494'0,"0"0"-439"16,0 0-41-16,0 0 16 15,0 0-3-15,0 0 5 16,-27 142 13-16,27-90-34 15,0 6-22-15,0 0-75 16,0 10-254-16,0-13-300 0,0-13-485 16</inkml:trace>
  <inkml:trace contextRef="#ctx0" brushRef="#br0" timeOffset="91257.95">8483 6314 1662 0,'0'0'757'0,"0"0"-521"15,0 0-108-15,0 0-55 16,0 0-73-16,0 0-107 15,0 0-194-15,0 8-757 0</inkml:trace>
  <inkml:trace contextRef="#ctx0" brushRef="#br0" timeOffset="91710.4">8800 5264 1883 0,'0'0'509'0,"0"0"-417"16,0 0-92-16,0 0 10 15,0 0 17-15,0 0-27 16,0 0 34-16,13 52 13 16,8-52-35-16,-1 0 28 15,-7 0-37-15,-9 0 3 16,-4 0-12-16,-4 0-46 16,-21 1-201-16,-4 7-639 0</inkml:trace>
  <inkml:trace contextRef="#ctx0" brushRef="#br0" timeOffset="92233.89">9529 4743 1386 0,'0'0'776'16,"0"0"-545"-16,0 0-102 0,0 0 12 15,0 0-47-15,0 0-55 16,0 0 12-16,0 11-41 16,0 19-10-16,0 10 55 15,0 7-55-15,0 0 30 16,0-4-30-16,0-5-24 16,0-8-12-16,7-10-179 15,9-14-15-15,-3-4-97 16,1-2-308-16</inkml:trace>
  <inkml:trace contextRef="#ctx0" brushRef="#br0" timeOffset="92405.21">9607 4740 1770 0,'0'0'582'0,"0"0"-478"16,0 0-51-16,0 0-53 0,0 0 44 15,9 134 0-15,-2-85-44 16,-1-3 21-16,6-2-21 15,-3-6-106-15,-1-6-99 16,-3-11-289-16,-3-8-619 0</inkml:trace>
  <inkml:trace contextRef="#ctx0" brushRef="#br0" timeOffset="92580.03">9469 4698 1787 0,'0'0'612'16,"0"0"-451"-16,0 0-59 0,0 0-75 16,152-30-7-1,-101 30-15-15,4 3-5 0,-5 17-34 16,-1 18-130-16,-16-4-344 16,-10-5-825-16</inkml:trace>
  <inkml:trace contextRef="#ctx0" brushRef="#br0" timeOffset="92775.78">9364 5307 2032 0,'0'0'572'16,"0"0"-465"-1,0 0-68-15,0 0 64 0,0 0-60 16,157-29-10-16,-99 18-21 15,4 5-12-15,18 1-63 16,-14 1-240-16,-12 1-491 0</inkml:trace>
  <inkml:trace contextRef="#ctx0" brushRef="#br0" timeOffset="93158.36">9567 5538 1726 0,'0'0'580'15,"0"0"-453"-15,0 0 44 16,0 0-111-16,0 0-51 15,0 0 11-15,0 0-20 16,103-50 1-16,-81 50-5 16,-8 26 15-16,-14 17-11 15,-5 10 44-15,-29 14 2 16,-12-1 38-16,-6-2-43 16,6-8-24-16,10-12 37 15,16-12-53-15,18-12 15 0,2-9-16 16,35-10 7-16,23-1-34 15,42-20-49-15,50-24-221 16,-21 4-38-16,-11 1-246 0</inkml:trace>
  <inkml:trace contextRef="#ctx0" brushRef="#br0" timeOffset="93662.59">10474 5233 1776 0,'0'0'609'16,"0"0"-364"-16,0 0-59 15,0 0-74-15,0 0-22 16,0 0-81-16,0 0 13 15,143 7-22-15,-99-2-11 16,-1 4-84-16,-14 8-269 0,-7 1-311 16,-20 0-993-16</inkml:trace>
  <inkml:trace contextRef="#ctx0" brushRef="#br0" timeOffset="93793.4">10568 5470 1640 0,'0'0'825'0,"0"0"-625"16,0 0-83-16,0 0-42 15,118 0-74-15,-62-3-1 16,19-11-160-16,-7 3-327 16,-15 1-554-16</inkml:trace>
  <inkml:trace contextRef="#ctx0" brushRef="#br0" timeOffset="95080.99">11625 4696 428 0,'0'0'1253'16,"0"0"-755"-16,0 0-288 15,0 0 41-15,0 0-73 16,0 0-93-16,0 0 29 16,-7-4-82-16,7 4 3 0,0 0-23 15,20 0 10-15,9 0-17 16,7 0-5-16,4 0 1 15,0 0-12-15,-3 0 11 16,4 0 0-16,-12 0 0 16,0 0-52-16,-9 0 24 15,-9 0-44-15,-4 0-9 16,-7 0 29-16,0 0-109 16,-7 0 98-16,-9 0 45 15,-1 13 12-15,-3 8 6 16,-3 11 26-16,-2 12 33 15,8 7 59-15,1 7-75 16,1-2 1-16,3-3-31 0,6-2 6 16,-1-9-28-1,7-8 9-15,0-6-123 0,0-5-43 16,0-12-324-16,0-4-287 0</inkml:trace>
  <inkml:trace contextRef="#ctx0" brushRef="#br0" timeOffset="95221.86">11484 5020 2107 0,'0'0'524'15,"0"0"-437"-15,0 0 31 16,147-58-103-16,-75 45 3 0,1 1-18 16,23 5-11-16,-20 4-168 15,-9 3-485-15</inkml:trace>
  <inkml:trace contextRef="#ctx0" brushRef="#br0" timeOffset="95366">12204 5011 1936 0,'0'0'897'0,"0"0"-788"16,0 0-109-16,0 0-33 15,0 0-64-15,0 0-27 16,0 0-25-16,0 35-476 0</inkml:trace>
  <inkml:trace contextRef="#ctx0" brushRef="#br0" timeOffset="95716.85">12472 4712 1743 0,'0'0'282'0,"0"0"-226"16,0 0 87-16,0 0 14 16,-52 107 5-16,39-77-36 15,9-7-90-15,-1-6 4 16,5-6-40-16,0-7 1 16,5-4 12-16,17 0-7 15,7 0-1-15,4-1-5 0,0-2-52 16,-4 3 51-16,-2 0-8 15,-9 18 9-15,-7 13 13 16,-9 8-7-16,-2 7 21 16,-2-1-10-16,-15-3-4 15,-6-8 6-15,3-5-19 16,-5-14-73-16,-12-13-27 16,3-2-150-16,3-2-395 0</inkml:trace>
  <inkml:trace contextRef="#ctx0" brushRef="#br0" timeOffset="95846.26">12456 4691 1476 0,'0'0'831'15,"0"0"-605"-15,0 0-162 16,147-61-36-16,-109 55-28 16,7 6-30-16,-12 14-95 15,-6 4-392-15</inkml:trace>
  <inkml:trace contextRef="#ctx0" brushRef="#br0" timeOffset="95981.76">12817 5069 2205 0,'0'0'771'0,"0"0"-767"16,0 0-4-16,0 0-324 0,0 0-212 15,0 0 27-15,0 0 105 16</inkml:trace>
  <inkml:trace contextRef="#ctx0" brushRef="#br0" timeOffset="96486.15">13156 4710 2070 0,'0'0'364'0,"0"0"-281"16,0 0-83-16,0 0 35 15,0 0 49-15,0 0 71 16,0 0-72-16,-65-72-82 15,72 64 4-15,9 3-5 16,4 5-6-16,-5 0-10 16,-1 9 7-16,-7 16 9 15,-7 12 30-15,-5 7-11 16,-15 4 56-16,-7-2-45 16,0-3-21-16,8-9 19 15,9-8-26-15,10-9-2 16,0-6 0-16,25-5-22 0,8-6 21 15,10 0-22-15,1 0 17 16,-6 0-18-16,-11 5 20 16,-13 7 4-16,-14 3-2 15,0 9 8-15,-25 6 20 16,-13 2-26-16,0 0-9 16,2-3-18-16,5-8-240 15,14-7-248-15,7-10-651 0</inkml:trace>
  <inkml:trace contextRef="#ctx0" brushRef="#br0" timeOffset="96620.01">13433 4957 1722 0,'0'0'1050'0,"0"0"-1010"16,0 0-40-16,0 0-199 15,0 0 74-15,0 0-49 16,0 0-46-16,40 68-622 0</inkml:trace>
  <inkml:trace contextRef="#ctx0" brushRef="#br0" timeOffset="96854.19">13943 4911 1647 0,'0'0'250'15,"0"0"-250"-15,47-127 23 16,-32 72-23-16,-5 4 266 15,-6 9 109-15,-2 12-46 0,-2 14-125 16,0 10-51-16,0 6-153 16,0 2 21-16,0 25-42 15,0 19 21-15,0 12 0 16,0 16 0-16,0 2-43 16,-4 26-106-16,-8-20-523 15,-1-16-1006-15</inkml:trace>
  <inkml:trace contextRef="#ctx0" brushRef="#br0" timeOffset="97828.33">11491 5513 1204 0,'0'0'326'16,"0"0"-237"-16,0 0-19 15,0 0-9-15,0 0 66 16,0 0 14-16,0 0-56 16,136-27-2-16,-103 25-10 15,5 0-33-15,5-1 101 16,1 3-101-16,3 0-25 16,2 0-13-16,2 0 17 15,3 0-15-15,0-3-4 16,-4-1 0-16,6 2 12 15,-4-1-10-15,-4 3 26 16,-3 0-3-16,-3 0-19 0,-3 0 17 16,-4 0-23-1,5 0 0-15,0 0-8 0,-1 3 10 16,-2 1-2-16,5-2 0 16,-3 1 22-16,1-3-21 15,2 0 1-15,-2 0 7 16,7 3-3-16,0-1-6 15,-1 0 0-15,8-2 0 16,-5 2 15-16,6-2-13 16,1 0-2-16,4 0 0 15,3 0-11-15,-3-2 19 16,0-5-8-16,-2 2 0 0,0 1 10 16,-2 1-8-16,0-2-2 15,-10 3 0 1,6 0 25-16,-6 2-4 0,-3 0 24 15,1-2-15-15,-1 2-29 16,-1 0 19-16,1-3-20 16,-3 3 0-16,-7 0-9 15,-2 0 21-15,-6 0-24 16,-10 0-12-16,-13 0-216 16,-2 0-345-16</inkml:trace>
  <inkml:trace contextRef="#ctx0" brushRef="#br0" timeOffset="98944.55">11660 5854 1196 0,'0'0'406'0,"0"0"-127"15,0 0-27-15,0 0-27 16,0 0-15-16,0 0-49 15,0 0-46-15,-4-26-86 16,-12 26-19-16,-4 0-5 16,4 17-5-16,8 7 0 15,1 7 8-15,7 4-7 0,0 5 32 16,25 1 9-16,4 0-41 16,-1-2 44-16,1-5-45 15,-2-5 0-15,-9-2 0 16,-5-7 17-16,-11-4-16 15,-2 0-1-15,-4-4 6 16,-21-4-25-16,-3-5 10 16,-6-3-35-16,8-5 26 15,8-22-46-15,13-11-51 16,5-11-7-16,25-3 31 16,13 0 82-16,-1 2 3 15,3 3 6-15,-9 11 115 16,-6 8 20-16,-11 10 36 0,-12 8-49 15,-2 6-56-15,0 4-15 16,-16 0-51-16,-11 0-49 16,8 18-23-16,-4 16-164 15,15-4-137-15,3-4-606 0</inkml:trace>
  <inkml:trace contextRef="#ctx0" brushRef="#br0" timeOffset="99081.82">11988 6148 2112 0,'0'0'568'16,"0"0"-505"-16,0 0-63 15,0 0 0-15,0 0-25 16,0 0-88-16,0 0 16 0,25 20-406 16,-12-20-1017-16</inkml:trace>
  <inkml:trace contextRef="#ctx0" brushRef="#br0" timeOffset="99547.57">12476 5821 1066 0,'0'0'678'15,"0"0"-408"-15,0 0 3 16,0 0-130-16,0 0 13 16,0 0-53-16,0 0-84 15,-69-2 32-15,38 37-22 16,0 11 34-16,2 12 34 15,4 4-56-15,9-4 16 16,10-4-20-16,6-6-36 16,0-11 25-16,20-8-26 15,11-14 0-15,3-8-1 16,3-7-27-16,-3-4 14 0,-10-18-59 16,-3-4-63-1,-17-2-13-15,-4-1-3 0,-11 3 84 16,-18 9 68-16,0 5 29 15,-2 7 29-15,2 5-58 16,4 0-25-16,21 7-104 16,2 3-349-16,2-4-313 0</inkml:trace>
  <inkml:trace contextRef="#ctx0" brushRef="#br0" timeOffset="99697.72">12703 6082 2244 0,'0'0'643'16,"0"0"-513"0,0 0-130-16,0 0-60 0,0 0 30 15,0 0-43-15,0 0-58 16,-19 50-204-16,34-50-458 0</inkml:trace>
  <inkml:trace contextRef="#ctx0" brushRef="#br0" timeOffset="100132.6">13029 5925 2022 0,'0'0'589'15,"0"0"-535"-15,0 0-54 16,0 0-69-16,0 0 69 16,0 0 69-16,-152 103-16 0,119-67-26 15,4-6-24-15,6-6 15 16,10-10-16-16,11-6-2 15,2-3 0-15,13-5 25 16,16 0-25-16,16 0 18 16,11 0-18-16,2-7 16 15,-1-1-16-15,-1 0 0 16,-9 2-45-16,-5 0-17 16,-8 2-32-16,-12-3-55 15,-9 2-5-15,-10-3-17 16,-3-4-39-16,0-5-139 15,-3 1 41-15,-10-1 308 16,0 0 30-16,4 7 288 0,2 3 32 16,3 7-69-1,-5 0-72-15,4 2-129 0,-6 22-16 16,-4 10 39-16,1 10-32 16,1 7 4-16,-1 7-63 15,6 0-11-15,1 0-2 16,7-7-210-16,7-14-107 15,9-19-355-15</inkml:trace>
  <inkml:trace contextRef="#ctx0" brushRef="#br0" timeOffset="100275.95">13415 6074 2670 0,'0'0'471'16,"0"0"-471"-16,0 0-63 15,0 0-455-15,0 0 296 16,0 0-38-16,0 0-288 0</inkml:trace>
  <inkml:trace contextRef="#ctx0" brushRef="#br0" timeOffset="100683.76">13718 5886 202 0,'0'0'1573'0,"0"0"-1215"16,0 0-250-16,0 0-18 15,0 0-66-15,0 0 39 16,0 0 1-16,4-23-47 15,21 14 6-15,2 6-23 16,2 3-1-16,0 0-11 16,-2 12 24-16,-10 14-9 15,-15 10 22-15,-2 10 64 16,-25 7 66-16,-14 1-66 16,-3-2-25-16,3-11 27 15,13-14-43-15,12-9-6 0,14-10-39 16,7-6 18-16,28-2-2 15,21 0-19-15,12-14-18 16,7-7 9-16,1 4-94 16,8-3-150-16,-16 6-284 15,-22 2-695-15</inkml:trace>
  <inkml:trace contextRef="#ctx0" brushRef="#br0" timeOffset="101071.54">14281 5467 1861 0,'0'0'787'15,"0"0"-787"-15,0 0-287 16,0 0-248-16,0 0-330 0</inkml:trace>
  <inkml:trace contextRef="#ctx0" brushRef="#br0" timeOffset="101649.93">14912 4877 1721 0,'0'0'732'0,"0"0"-429"15,0 0-175-15,0 0-97 0,0 0 47 16,0 0-78 0,0 0 0-16,0 70 58 0,0-17-50 15,0 6 19-15,0 1-27 16,0-6-7-16,0-7-9 15,0-11-53-15,5-8-156 16,2-12-82-16,4-11-407 0</inkml:trace>
  <inkml:trace contextRef="#ctx0" brushRef="#br0" timeOffset="101843.81">15026 4855 728 0,'0'0'1386'0,"0"0"-1060"0,0 0-203 16,0 0-96-16,0 0 131 16,0 0-69-16,23 136-44 15,-17-78-2-15,3 0-43 16,1 1-18-16,-4-8-170 16,3-7-105-16,-3-12-228 15,-6-13-710-15</inkml:trace>
  <inkml:trace contextRef="#ctx0" brushRef="#br0" timeOffset="102018.12">14821 4907 788 0,'0'0'1323'16,"0"0"-949"-16,0 0-179 15,120-52-105-15,-70 46-35 16,-2 6-49-16,6 0-12 15,6 23-85-15,-10 9-162 16,-15 3-272-16</inkml:trace>
  <inkml:trace contextRef="#ctx0" brushRef="#br0" timeOffset="102211.98">14681 5576 2000 0,'0'0'864'0,"0"0"-677"16,0 0-177-16,0 0-4 16,0 0 3-16,156-5 3 15,-85-9-6-15,3-1-6 16,6 3-106-16,9 2-200 16,-20 4-289-16,-22 5-519 0</inkml:trace>
  <inkml:trace contextRef="#ctx0" brushRef="#br0" timeOffset="102573.92">14948 5775 373 0,'0'0'1172'0,"0"0"-692"15,0 0-212-15,0 0-111 16,0 0-71-16,0 0-10 16,0 0-33-16,60-37 29 15,-35 34-69-15,-3 3 7 16,-3 0-2-16,-11 22 5 16,-8 8-2-16,-8 11 86 15,-29 10-33-15,-5 2 30 16,-5-2-48-16,7-5-23 15,11-8 35-15,16-9-49 16,13-12 5-16,22-6-8 0,29-10 9 16,30-1-30-1,10-9 4-15,18-17-91 0,34-21-156 16,-27 8-396-16,-18 2-1268 0</inkml:trace>
  <inkml:trace contextRef="#ctx0" brushRef="#br0" timeOffset="102993.85">15795 5402 1945 0,'0'0'718'0,"0"0"-508"15,0 0-63-15,0 0 14 16,0 0-60-16,0 0-89 16,0 0 13-16,128 0-25 15,-88 0-64-15,-7 0-49 16,-4 14-405-16,-18 2-150 0</inkml:trace>
  <inkml:trace contextRef="#ctx0" brushRef="#br0" timeOffset="103125.88">15791 5712 2181 0,'0'0'810'16,"0"0"-631"-16,0 0-179 15,118 0-54-15,-33-3-58 0,-12-9-269 16,-13 0-156-16</inkml:trace>
  <inkml:trace contextRef="#ctx0" brushRef="#br0" timeOffset="107959.85">16921 5252 2039 0,'0'0'574'16,"0"0"-574"-16,0 0-18 0,0 0-9 15,91-119-10-15,-48 75 35 16,1-4-5-16,-1-2-41 16,-1 4 20-16,-2 0-61 15,-9 3 40-15,-6 6 49 16,-7 6 28-16,-3 7 101 16,-5 9-51-16,-6 6-10 15,-2 5 68-15,-2 4-44 16,0 0 5-16,0 18-37 15,0 19-59-15,-14 10 69 16,1 11-66-16,-3 0 5 16,8-1-18-16,1-11 9 15,7-11-82-15,0-12-106 0,27-19-153 16,4-4-210-16,-2-2-845 0</inkml:trace>
  <inkml:trace contextRef="#ctx0" brushRef="#br0" timeOffset="108203.43">17525 4881 876 0,'0'0'1493'0,"0"0"-1118"16,0 0-310-16,0 0-57 15,0 0 62-15,0 0-40 16,-36 118 46-16,36-94-58 16,25-6-10-16,6-8 4 15,13-6-12-15,6-4-41 0,-5-4-10 16,-5-13 23-16,-13-2 26 15,-17-3 2-15,-10 0 0 16,0 0 0-16,-17 0 11 16,-12 2 11-16,-2 8-8 15,0 3 1-15,2 9-30 16,8 0-159-16,13 0-192 16,8 3-370-16</inkml:trace>
  <inkml:trace contextRef="#ctx0" brushRef="#br0" timeOffset="108544.68">18071 4766 1060 0,'0'0'973'0,"0"0"-798"0,0 0-167 16,0 0 9-16,0 0 68 15,0 0 63-15,-73 118-50 16,48-86 2-16,10-6-87 15,3-6-12-15,8-9 3 16,4-8-4-16,0-3-30 16,25 0 5-16,6-5-3 15,2-9 16-15,7-1-83 16,-9 8 55-16,0 4 40 16,-6 3 0-16,-2 3 88 15,-10 19-39-15,-6 4-34 16,-7 6 55-16,0-1-64 0,0 1-5 15,-16-6-1-15,1-6-34 16,-3-8-60-16,-11-12-201 16,2 0-302-16,2-19-899 0</inkml:trace>
  <inkml:trace contextRef="#ctx0" brushRef="#br0" timeOffset="108675.9">18033 4703 1528 0,'0'0'815'15,"0"0"-567"-15,0 0-209 16,139-67-12-16,-97 59-27 16,2 8-70-16,10 0-12 15,-13 17-262-15,-8 0-437 0</inkml:trace>
  <inkml:trace contextRef="#ctx0" brushRef="#br0" timeOffset="108879.65">18555 4810 1773 0,'0'0'291'16,"0"0"-192"-16,0 0-8 15,0 0 26-15,-20 135 5 16,18-101-65-16,2-2 14 16,0-4-61-16,0-8-10 15,9-6-49-15,6-9-128 16,14-5-86-16,-4-19-221 0,-5-3-386 15</inkml:trace>
  <inkml:trace contextRef="#ctx0" brushRef="#br0" timeOffset="109059.76">18744 4708 1232 0,'0'0'1039'16,"0"0"-831"-16,0 0-149 15,0 0-53-15,0 0 18 16,12 150 102-16,-10-92-43 15,0 5 0-15,5-1-76 16,-1-6-6-16,6-8-2 16,-6-11-117-16,3-11-17 15,-9-18-74-15,2-8-330 16,-2 0-451-16</inkml:trace>
  <inkml:trace contextRef="#ctx0" brushRef="#br0" timeOffset="109226.4">18662 4555 1517 0,'0'0'897'0,"0"0"-580"15,0 0-240-15,0 0-21 16,0 0-56-16,116-46 0 16,-74 46 0-16,21 2-75 15,-16 15-187-15,-5-3-448 0</inkml:trace>
  <inkml:trace contextRef="#ctx0" brushRef="#br0" timeOffset="110083.99">16856 5542 945 0,'0'0'398'0,"0"0"-90"16,0 0-88-16,0 0 16 15,0 0 42-15,0 0-80 0,0 0-22 16,-17 0-87-16,17 0-32 15,2 0 27-15,15 0-56 16,17-4-2-16,9-2-26 16,8-1 20-16,16 7-27 15,4-3 7-15,7 3 0 16,14 0-3-16,3 0 9 16,28 0-6-16,22 0 4 15,24 3 14-15,5 0-6 16,-12-3-12-16,-19 0 0 15,-18 0-5-15,-15-3 13 16,-25-4-8-16,-21 2 0 0,-9 0 16 16,5 1-19-1,-2 0 3-15,-2 0-18 0,-15 2 0 16,-24-2-177-16,-8 2-120 16,-9-2-341-16</inkml:trace>
  <inkml:trace contextRef="#ctx0" brushRef="#br0" timeOffset="129167.79">17302 5796 1033 0,'0'0'613'15,"0"0"-482"-15,0 0-68 16,0 0-11-16,0 0 90 0,0 0-12 15,-2-23-15 1,2 20-16-16,0 3-38 0,0-3 36 16,0 1-21-16,0-2 7 15,-2 1-2-15,2 3-19 16,0 0 20-16,0-1-37 16,-2 1-31-16,2 0 44 15,0 0-40-15,0 0 16 16,0 0 6-16,-2 0-39 15,2 0 36-15,0 0-37 16,0 0 6-16,0 0-9 16,0 0 3-16,0 0-1 15,13 0 0-15,9 0-5 16,7 4-2-16,7-2 8 0,-3 0-1 16,-4-2-22-16,0 0 13 15,-6 0-11-15,-8 0 13 16,-6 0-25-16,0 0 26 15,-7 0-5-15,-2 0 12 16,0 0-13-16,0 0 13 16,0 0 0-16,0 0 0 15,-11 14 6-15,-3 10-15 16,-1 8 9-16,-1 10 0 16,1 6-4-16,-1 6 4 15,5 1 0-15,2-2 0 16,0-2-6-16,0-7 6 15,7-6-145-15,0-8-83 0,0-12-4 16,0-8-255 0,-8-10-422-16</inkml:trace>
  <inkml:trace contextRef="#ctx0" brushRef="#br0" timeOffset="129318.12">17115 6064 2018 0,'0'0'522'15,"0"0"-361"-15,0 0-89 16,0 0-72-16,171-89 23 16,-88 67-23-16,2 3-7 15,2 5-12-15,9 1-226 16,-23 6-349-16,-17 2-1189 0</inkml:trace>
  <inkml:trace contextRef="#ctx0" brushRef="#br0" timeOffset="129734.98">17987 5775 1699 0,'0'0'572'0,"0"0"-401"16,0 0 53-16,0 0-169 16,0 0-55-16,0 0 56 0,-145 99-18 15,114-44 19-15,6 6 1 16,14-3-40-16,11-5 20 16,0-6-37-16,20-11-1 15,13-12 10-15,10-10-10 16,1-14-13-16,3 0-10 15,-7-6-38-15,-11-12 45 16,-16-4-20-16,-13 2 22 16,-4 0 5-16,-34 6-1 15,-6 8 10-15,-12 6 15 16,5 0-3-16,1 17-11 16,17 6-1-16,18-1-188 0,13-9-164 15,2-6-600-15</inkml:trace>
  <inkml:trace contextRef="#ctx0" brushRef="#br0" timeOffset="130388.09">18415 5828 590 0,'0'0'714'0,"0"0"-489"0,0 0-35 16,0 0-39-16,0 0-3 16,0 0-13-16,0 0-36 15,-20-5-21-15,20 5-51 16,0 0-5-16,0 0 33 15,0 0-34-15,0 0 7 16,0 0 10-16,0 0-37 16,0 0 26-16,0 0-12 15,0 0 10-15,0 0 29 16,0 0-47-16,-7 0 22 16,3 0 23-16,-12 0-36 15,-9 5 19-15,-4 9-35 16,0 7 0-16,0 5 21 0,3 5-4 15,8 2 25-15,9 4 8 16,9 1-32-16,0 0 42 16,15-3-37-16,14 0-14 15,5-5 29-15,-1-5-32 16,-4 0 0-16,-6-7-6 16,-13-2 17-16,-4 0-23 15,-6 0 6-15,-23 0-8 16,-12 0 1-16,-8-6-24 15,5-8 17-15,11-2 14 16,21-16-32-16,6-22 2 16,29-12-89-16,17-13 29 0,14-4 78 15,5 0 12-15,-14 5 2 16,-8 11 71-16,-17 8 39 16,-23 11 15-16,-3 14-82 15,-22 10-45-15,-23 8-21 16,-26 17-157-16,8 12-117 15,14 0-391-15</inkml:trace>
  <inkml:trace contextRef="#ctx0" brushRef="#br0" timeOffset="130985.15">19383 5434 1737 0,'0'0'560'0,"0"0"-413"0,0 0-46 15,0 0-49-15,0 0 91 16,0 0-46-16,0 0-61 16,2-4 11-16,6 4-46 15,3 0-1-15,1 0 9 16,-12 0 3-16,0 0-2 16,0 0-10-16,-16 6-40 15,-34 18-141-15,13-5-281 16,-3 4-569-16</inkml:trace>
  <inkml:trace contextRef="#ctx0" brushRef="#br0" timeOffset="141325.07">3399 8124 586 0,'0'0'38'16,"0"0"-31"-16,0 0 3 15,0 0-5-15,0 0-5 16,0 0 0-16,-40 12-9 16,40-12 0-16,0 0 9 15,0 0 314-15,0 0-193 16,-9 0-121-16,-2 0-57 16,0 0-945-16</inkml:trace>
  <inkml:trace contextRef="#ctx0" brushRef="#br0" timeOffset="145074.34">3341 7786 527 0,'0'0'117'15,"0"0"-80"-15,0 0 155 16,0 0 216-16,0 0-248 16,0 0-101-16,0 0-12 15,27-25 21-15,-27 22 46 16,0-1 0-16,0 2-2 15,0-1 39-15,0 3-44 0,0-3-7 16,0 1-21-16,0 0-69 16,0 0 52-16,0 2-32 15,0 0 0-15,0 0 19 16,0 0-49-16,-2 0 24 16,-5 0 1-16,0 0-23 15,-2 0 26-15,-2 9-28 16,0 3 0-16,0 2-12 15,0 6 26-15,-1 1-14 16,1 2 15-16,3 3-9 16,-2-1 32-16,2 1-32 15,1 3-5-15,3-3 18 0,2 2-10 16,-1 0 0 0,3 0-9-16,0 2 9 0,0 0 6 15,0 2-15-15,0 3 0 16,0-2 5-16,0 1 10 15,0-1-12-15,0-1-3 16,0 0 0-16,0 3-4 16,3-4 4-16,-1 3 0 15,2 2-1-15,0 2 13 16,1 0-12-16,-1 0 0 16,-2 1 0-16,0-3-9 15,-2-4 9-15,0-4 0 16,0-3 18-16,0-2-18 0,-8-3 50 15,-7-3-47 1,-4 0 6-16,1-1-3 0,1 0-4 16,3-2-4-16,3 2-71 15,7 2-164-15,4-4-130 16,0-4-365-16</inkml:trace>
  <inkml:trace contextRef="#ctx0" brushRef="#br0" timeOffset="146025.66">2581 9381 663 0,'0'0'6'0,"0"0"-12"15,0 0 21-15,0 0 592 16,0 0-325-16,0 0-41 15,0 0 37-15,-11-11-95 16,9 8-8-16,-3-1 16 16,2-1-85-16,3 3 18 15,0 2-19-15,0-2-72 16,0 2 31-16,0-1-63 16,12-4-1-16,10 1 6 15,7 0 9-15,5 0-15 0,2 0 0 16,1 2-38-1,1 0-30-15,13-2-156 0,-11-1-111 16,-6 5-360-16</inkml:trace>
  <inkml:trace contextRef="#ctx0" brushRef="#br0" timeOffset="146311.65">3125 9122 712 0,'0'0'683'15,"0"0"-375"-15,0 0-81 0,0 0-116 16,0 0-39-16,0 0-9 16,0 0-62-16,0 18 91 15,0 6 2-15,0 3-45 16,0 4 8-16,0-1-56 15,0-4-1-15,0-2 0 16,2-4 15-16,0-3-34 16,0-5-54-16,0-5-137 15,5-7-29-15,0 0-243 16,-2-5-61-16</inkml:trace>
  <inkml:trace contextRef="#ctx0" brushRef="#br0" timeOffset="146499.41">3185 9131 1324 0,'0'0'338'16,"0"0"-174"-16,0 0-71 16,0 0-38-16,0 0 12 15,0 0-45-15,0 0 88 16,0 60-49-16,0-27-61 16,2-1 31-16,0-4-31 15,5-2-12-15,-1-6 2 16,2-2-142-16,-4-3-76 15,-2-10-333-15</inkml:trace>
  <inkml:trace contextRef="#ctx0" brushRef="#br0" timeOffset="146711.31">2988 9138 720 0,'0'0'620'16,"0"0"2"-16,0 0-424 15,0 0-130-15,0 0 2 16,0 0-24-16,0 0-3 16,101-78 6-16,-61 78-49 15,-2 0 14-15,-3 0-14 16,0 8-92-16,-10 14-63 16,-6-2-154-16,-11 1-293 0</inkml:trace>
  <inkml:trace contextRef="#ctx0" brushRef="#br0" timeOffset="146927">3015 9471 742 0,'0'0'676'16,"0"0"-101"-16,0 0-401 15,0 0-67-15,0 0 51 16,0 0-43-16,0 0-50 15,47 0 24-15,-11 0-66 16,2-9-5-16,0 4-18 16,0 3-41-16,4 0-87 15,-13 2-199-15,-7 0-443 0</inkml:trace>
  <inkml:trace contextRef="#ctx0" brushRef="#br0" timeOffset="147397.62">3133 9649 677 0,'0'0'758'0,"0"0"-508"15,0 0-38-15,0 0-21 16,0 0-32-16,0 0-49 16,0 0-27-16,-4 0-9 15,15-6-73-15,5-1 0 16,-1 7-1-16,1 0 11 15,-5 0-22-15,-7 3 11 16,-4 19 0-16,0 11 43 16,-13-1-1-16,-9 7 24 15,0-4 17-15,4-10-40 16,7-6 22-16,7-9-58 16,4-6 2-16,4-4 9 15,25 0-12-15,9 0-6 0,8-11 0 16,4-4-103-16,-3-2-22 15,-1 5-109-15,-13 2-141 16,-12 6-365-16</inkml:trace>
  <inkml:trace contextRef="#ctx0" brushRef="#br0" timeOffset="148849.69">3653 7040 1283 0,'0'0'377'0,"0"0"-149"16,0 0-35-16,0 0-34 16,0 0 0-16,0 0-78 15,0 0-50-15,0 0 1 16,0 0-31-16,0 5 5 15,0 9 25-15,0 4-30 16,0 4 40-16,0 1-36 16,0 1-4-16,-5 1 0 15,1-1 8-15,4 0-9 16,0-5 0-16,0-4-28 16,0-3-68-16,7-10-131 15,7-2-98-15,-2 0-217 0</inkml:trace>
  <inkml:trace contextRef="#ctx0" brushRef="#br0" timeOffset="149052.81">3769 6990 1250 0,'0'0'642'16,"0"0"-392"-16,0 0-100 16,0 0-124-16,0 0-26 15,0 0 73-15,0 0-33 16,-2 134 6-16,0-92-46 15,2-1 10-15,0-10-10 16,0-4 0-16,0-7-43 16,0-6-93-16,0-11-137 15,0-3-237-15,0 0-252 0</inkml:trace>
  <inkml:trace contextRef="#ctx0" brushRef="#br0" timeOffset="149230.81">3577 6972 584 0,'0'0'1251'0,"0"0"-773"16,0 0-336-16,0 0-29 15,0 0-85-15,0 0-28 16,0 0 15-16,140-68-15 16,-95 66-1-16,-3 2-29 15,1 0-191-15,-12 16-156 16,-11-2-593-16</inkml:trace>
  <inkml:trace contextRef="#ctx0" brushRef="#br0" timeOffset="149471.16">3509 7389 1335 0,'0'0'844'0,"0"0"-564"16,0 0-167-16,0 0-67 16,0 0 48-16,0 0-39 15,0 0-12-15,146-50-5 16,-101 46-38-16,-1 0 0 0,-1 4-116 16,1 0-85-16,-10 0-68 15,-12 2-314-15</inkml:trace>
  <inkml:trace contextRef="#ctx0" brushRef="#br0" timeOffset="150123.44">3717 7506 1204 0,'0'0'326'15,"0"0"-147"-15,0 0 26 16,0 0-69-16,0 0 60 16,0 0-69-16,0 0-73 15,6-39 4-15,9 27-58 16,5 2 1-16,3 2-1 16,0 4 6-16,-2 4-6 15,-5 0 0-15,-5 0 16 16,-11 19-9-16,0 4 11 0,-11 9 19 15,-18 4 38 1,-6 0-50-16,4-5 14 0,8-10 6 16,6-7-30-16,13-9 33 15,4-3-47-15,0-2 7 16,11 0 4-16,16 0-4 16,8 2-1-16,6-2-7 15,-1 0-88-15,9 6-21 16,-13 2-108-16,-9-2-445 0</inkml:trace>
  <inkml:trace contextRef="#ctx0" brushRef="#br0" timeOffset="154422.04">4130 8156 789 0,'0'0'576'15,"0"0"-361"-15,0 0-58 16,0 0 19-16,0 0-9 15,0 0-57-15,0 0 41 16,0 0-62-16,4-5-35 16,8-5-32-16,1-4-10 15,3-2-9-15,-1 0-3 16,-2-1 1-16,1-3-9 0,-5 3 8 16,-3 3 0-16,-4 2 10 15,-2 4 3-15,0 4 14 16,0 1 7-16,-13 3-28 15,-5 0-1-15,-3 3-5 16,-2 17 0-16,3 4-9 16,5 7 19-16,1 2-7 15,7 5 6-15,7 2 1 16,0 2 49-16,0-1-45 16,2-2 16-16,10-1 4 15,1-4-33-15,0-3 32 16,-1-4-33-16,-6 0 1 0,-4-5 8 15,-2 2 3-15,0 0-6 16,-15 0 9-16,-12 3-4 16,-2-6 8-16,-2 0-19 15,2-7 0-15,2-7-2 16,11-7 11-16,3 0-9 16,13-3 21-16,0-22-21 15,9-7-6-15,24-10-91 16,8-2 13-16,5 0 31 15,8 4-20-15,-2 8 41 16,-4 7 31-16,-5 11-5 16,-7 9 5-16,-7 5 1 15,-5 0 0-15,-9 19 46 0,-3 6-19 16,-5 5 37 0,-7 0-9-16,0 0-38 0,0-2 36 15,0-4-48-15,0-6-4 16,0-6-2-16,-5-5 11 15,5-7-10-15,0 0 0 16,0-7-21-16,15-17-11 16,12-10-161-16,9-2 43 15,1 1 2-15,2 12 61 16,-6 11 85-16,-6 12 1 16,-7 2 2-16,-9 22 60 15,-6 8 22-15,-5 2 4 16,0-2 17-16,0-4-38 15,-2-6 7-15,-5-10-29 16,4-4-44-16,1-8 37 0,2 0-28 16,0-12 16-16,12-18-25 15,12-6-122-15,12-6 86 16,1 3-29-16,3 10 20 16,-1 11 32-16,-4 14 0 15,-6 4 13-15,-7 13-1 16,-8 16 0-16,-8 7 1 15,-6 1 0-15,0-2 0 16,0-1-18-16,-4-10-55 16,-5-8-237-16,0-12-536 0</inkml:trace>
  <inkml:trace contextRef="#ctx0" brushRef="#br0" timeOffset="154839.94">4784 7819 1633 0,'0'0'517'0,"0"0"-442"15,0 0-69-15,0 0 40 0,0 0 1 16,0 0 53-16,0 0-42 16,102 0-57-16,-69 0 20 15,-4 0-21-15,-4 0-11 16,-8-3 11-16,-5 1-80 16,-8 0 55-16,-4 2 24 15,0 0-8-15,0 0-4 16,0 0 13-16,-4 18 0 15,-6 10 12-15,4 11 0 16,-1 7 38-16,3 5-7 16,0 4-31-16,-3-5 16 15,7-4-28-15,-3-4 0 16,-1-8-6-16,0-3-37 0,-14-11-90 16,2-9-185-1,-4-6-404-15</inkml:trace>
  <inkml:trace contextRef="#ctx0" brushRef="#br0" timeOffset="154967.04">4757 8055 995 0,'0'0'1208'0,"0"0"-965"15,0 0-173-15,0 0-70 16,158-78-12-16,-109 70-74 16,22 4-129-16,-13 4-59 15,-9 0-1323-15</inkml:trace>
  <inkml:trace contextRef="#ctx0" brushRef="#br0" timeOffset="155810.25">5193 8368 567 0,'0'0'569'16,"0"0"-356"-16,0 0 28 15,0 0-28-15,0 0 24 16,0 0-3-16,0 0-44 15,-29-70-73-15,29 60-36 16,0-1-60-16,9 6 19 16,3 3-26-16,-4 2-13 15,11 4 23-15,-4 20-12 16,-1 11-12-16,-6 10 37 16,-3 4-36-16,-5 4 41 0,0-5-37 15,-3-6 1 1,-5-11 12-16,0-10-17 0,4-11-1 15,2-6 0-15,2-4 16 16,0 0 0-16,0-21-16 16,14-18-219-16,5-11 66 15,6-4-60-15,0-2-93 16,-5 12 105-16,-7 14 201 16,-7 18 128-16,-6 12-20 15,0 10-70-15,-2 24 154 16,-11 6-117-16,9 4-6 15,4-3-1-15,0-4-61 16,13-4 32-16,18-10-39 16,7-9-11-16,9-10-50 0,26-6-190 15,-13-16-239-15,-4-8-596 0</inkml:trace>
  <inkml:trace contextRef="#ctx0" brushRef="#br0" timeOffset="156027.4">5806 8170 1766 0,'0'0'227'16,"0"0"-156"-16,0 0-70 15,-142 102 34-15,104-52 115 16,11 2-29-16,12-2 1 16,10-6-92-16,5-6-24 15,7-10 3-15,20-10-3 0,6-12-12 16,5-6-11-16,5-8-85 15,-1-20-23-15,5-32-187 16,-14 5-310-16,-9 2-681 0</inkml:trace>
  <inkml:trace contextRef="#ctx0" brushRef="#br0" timeOffset="156242.87">5862 7597 1378 0,'0'0'532'0,"0"0"-366"15,0 0-121-15,0 0-32 16,0 0 58-16,-6 152 94 16,1-41-33-16,1 26 16 0,2-10-75 15,2-20-33-15,0-32-4 16,0-23-36-16,0 4 0 16,4 4-1-16,7-2-96 15,2-12-48-15,7-14-136 16,-4-14-208-16,-3-14-202 0</inkml:trace>
  <inkml:trace contextRef="#ctx0" brushRef="#br0" timeOffset="156612.59">5960 8298 1610 0,'0'0'477'16,"0"0"-321"-16,0 0-137 0,0 0 10 15,0 0-28 1,0 0 13-16,0 0 121 15,68 62-40-15,-68-15 9 0,0 4-35 16,0-3-42-16,-6-4 43 16,4-10-64-16,-2-10-5 15,4-12 2-15,0-8 11 16,0-4-14-16,0-6 1 16,6-23-1-16,10-14-92 15,-3-11-65-15,1-6-49 16,-5 4-19-16,-3 10 143 15,-1 16 82-15,-5 18 304 16,0 12-185-16,0 12-66 16,0 20-28-16,0 5 41 15,0 6 23-15,0-2-53 0,9 0 1 16,20-9-37 0,9-3-3-16,8-10-3 0,18-4-138 15,-14-8-125-15,-7-5-411 0</inkml:trace>
  <inkml:trace contextRef="#ctx0" brushRef="#br0" timeOffset="158970.84">3310 10904 886 0,'0'0'167'0,"0"0"-67"16,0 0-3-16,0 0 13 16,0 0 85-16,0 0-45 0,0 0-36 15,0-36 43 1,0 32-82-16,0 0 18 0,-5 0 0 16,3 2-40-16,0 2 23 15,-4 0-55-15,-2 0-21 16,-3 2 6-16,-3 16 6 15,-1 8-12-15,2 9 34 16,2 11-9-16,0 5 62 16,4 13-41-16,4-1 7 15,3 4 31-15,0-4-57 16,0 2 16-16,12-3 2 16,1-2-29-16,3 0 36 15,-3-4-51-15,1-1 10 16,-3-6 5-16,-5-1-8 15,-1-7 1-15,-5-5-9 0,0-6 9 16,0-4-3-16,0-6-6 16,-7-2 0-16,-2-6-1 15,1-2 0-15,-2-3 0 16,4 0-110-16,-3 1-187 16,0-2-272-16,4-2-749 0</inkml:trace>
  <inkml:trace contextRef="#ctx0" brushRef="#br0" timeOffset="161881.04">2659 12422 1220 0,'0'0'506'16,"0"0"-392"-16,0 0-25 0,0 0 56 15,0 0 2 1,0 0-21-16,0 0-32 0,-14-4-13 16,14 4 92-16,0 0-75 15,0 0-38-15,0 0 0 16,0 0-60-16,19 0 17 16,5 0-17-16,7 0-15 15,5 0-66-15,18 3-145 16,-8-2-125-16,-8-1-421 0</inkml:trace>
  <inkml:trace contextRef="#ctx0" brushRef="#br0" timeOffset="162132.18">3169 12266 1401 0,'0'0'373'0,"0"0"-199"16,0 0-48-16,0 0 10 16,0 0-104-16,0 0 5 15,0 0 36-15,-7 74-30 16,5-46 26-16,2-1-66 16,0-4 8-16,0-2-14 15,5-7 3-15,6-7-67 16,2-5-72-16,6-2-74 15,-4-9-53-15,-7-10-319 0</inkml:trace>
  <inkml:trace contextRef="#ctx0" brushRef="#br0" timeOffset="162295.24">3169 12266 861 0,'81'-14'793'16,"-81"12"-418"-16,0 2-179 16,0 0-104-16,0 12-90 15,-7 14 43-15,3 4 4 16,2 3-47-16,-1-1 25 15,3-3-27-15,0-2 0 16,0-4-11-16,0-5-59 16,3-8-138-16,-1-3-167 15,-2-7-746-15</inkml:trace>
  <inkml:trace contextRef="#ctx0" brushRef="#br0" timeOffset="162483.17">3058 12201 1691 0,'0'0'471'16,"0"0"-360"-16,0 0-60 16,0 0-16-16,142-43-15 15,-97 43 31-15,-3 0-51 16,-1 2 0-16,-10 15-11 16,-7 6-79-16,-12 12-104 15,-10-4-144-15,-2-4-558 0</inkml:trace>
  <inkml:trace contextRef="#ctx0" brushRef="#br0" timeOffset="162655.14">3031 12668 1455 0,'0'0'521'0,"0"0"-426"16,0 0 149-16,0 0-37 15,0 0-65-15,148-21-51 16,-100 8-90-16,-1 4 8 15,-3 3-9-15,-5 4-72 16,-6 2-102-16,-11 0-178 16,-10 4-535-16</inkml:trace>
  <inkml:trace contextRef="#ctx0" brushRef="#br0" timeOffset="162985.87">3214 12779 1260 0,'0'0'493'15,"0"0"-265"-15,0 0 3 16,0 0-77-16,0 0 6 16,0 0-109-16,0 0-50 15,25-44-1-15,-6 44 0 16,-3 0 0-16,-5 18 0 15,-9 10 0-15,-2 12 7 16,-15 6 23-16,-16 3 33 0,0-6 37 16,2-8-57-16,13-12 18 15,13-8-48-15,3-11 4 16,21-4 11-16,23 0-28 16,14-12-19-16,9-10-89 15,34-14-141-15,-22 4-106 16,-7 2-385-16</inkml:trace>
  <inkml:trace contextRef="#ctx0" brushRef="#br0" timeOffset="163745.57">3522 10449 834 0,'0'0'830'0,"0"0"-608"15,0 0-109-15,0 0 38 16,0 0-59-16,0 0 5 15,0 0-15-15,0-26-81 16,0 40 33-16,0 10-18 16,0 4 15-16,-3 5 1 0,1-2-25 15,2-1 6-15,0-5-13 16,0-7 1-16,0-4-18 16,0-4-44-16,2-8-80 15,9-2-44-15,7-16-20 16,-2-12-283-16,-3-7-831 0</inkml:trace>
  <inkml:trace contextRef="#ctx0" brushRef="#br0" timeOffset="163904.81">3522 10449 1575 0,'111'-50'329'16,"-111"50"-272"-16,0 16-7 16,0 8 8-16,0 1 16 15,-2 1-8-15,2-1-57 16,0-3 16-16,0-4-25 15,0-2-17-15,0-7-73 0,-9-7-107 16,-2-2-156-16,-7 0-413 16</inkml:trace>
  <inkml:trace contextRef="#ctx0" brushRef="#br0" timeOffset="164059.59">3399 10351 864 0,'0'0'912'0,"0"0"-612"16,0 0-214-16,0 0-27 15,127-93 33-15,-80 84-51 16,2 3 33-16,-2 6-41 16,-3 0-26-16,-1 1-14 15,-8 30-39-15,-8-4-209 16,-12-1-256-16</inkml:trace>
  <inkml:trace contextRef="#ctx0" brushRef="#br0" timeOffset="164256.37">3443 10701 1832 0,'0'0'603'16,"0"0"-505"-16,0 0-6 16,0 0-49-16,0 0-43 15,0 0 18-15,150-47-18 16,-110 45-81-16,13-2-84 0,-12 4-340 15,-10-3-558-15</inkml:trace>
  <inkml:trace contextRef="#ctx0" brushRef="#br0" timeOffset="164909.06">3557 10805 992 0,'0'0'263'0,"0"0"-153"16,0 0 63-16,0 0-25 16,0 0 32-16,0 0-9 15,0 0-71-15,-17 0 21 16,17 0-41-16,0 0-49 16,0-5-13-16,2 1-17 15,4 1-1-15,-1 0 0 16,-1 3 5-16,-2 0-13 15,-2 0 8-15,0 0 0 16,0 0-6-16,0 0 17 0,0 0-11 16,0 0 23-1,0 0-21-15,0 0 22 0,-2 0-24 16,2 0 0-16,0 0-3 16,0 0 3-16,0-2-6 15,0 2 5-15,4 0-18 16,8 0 6-16,-1 0 5 15,0 0 8-15,-2 12-12 16,-7 7 17-16,-2 10-5 16,-4 3 16-16,-21 5 2 15,-4-1 65-15,0-4-32 16,7-9 7-16,5-4 22 0,9-11-56 16,6-4 12-1,2-4-6-15,4 0-10 0,21 0 31 16,8-12-51-16,10 0-15 15,1 0-47-15,2 2-119 16,12 6-39-16,-14 1-273 16,-9 3-368-16</inkml:trace>
  <inkml:trace contextRef="#ctx0" brushRef="#br0" timeOffset="168555.39">4284 11129 1200 0,'0'0'283'0,"0"0"-153"15,0 0-5-15,0 0 42 16,0 0-68-16,0 0-5 16,0 0-8-16,-15-65-33 15,13 62 9-15,-2-1-4 16,0 2-42-16,-2 2 30 15,-7 0-45-15,-3 0-1 16,-9 0 0-16,-4 16 15 16,-7 3-12-16,-1 13-3 15,-5 3 0-15,-1 8 55 16,1 4-37-16,1 3 12 0,10-1 32 16,9-5-38-16,6-2 36 15,10-9-28-15,6-1-21 16,0-9 35-16,4-3-44 15,19-5 12-15,8-6-12 16,9-5-2-16,5-4-19 16,5-2-95-16,4-18 8 15,-2-3 10-15,-6 0-8 16,-11 1 49-16,-10 4 38 16,-11 6 17-16,-10 6 29 15,-4 6 85-15,0 0-28 16,0 0-10-16,-6 8-74 0,-6 7 20 15,1 5 12-15,11-3-32 16,0-1 31-16,0-4-32 16,13-2-1-16,14-7 32 15,6-3-32-15,6 0-12 16,1-11-32-16,0-10-46 16,-7 0 38-16,-8-1-23 15,-17 0 26-15,-8 2 48 16,-4 6-51-16,-27 2 43 15,-9 8 9-15,0 4 21 16,4 0 65-16,5 0-31 16,11 0-3-16,8 4 26 15,12 0-78-15,0-3 10 0,17-1-10 16,18 0 1 0,12-1-10-16,4-15-21 0,5-8-53 15,0-7 12-15,-5-1-52 16,-7-4 78-16,-6 0 7 15,-13 1 36-15,-11 4 2 16,-12 10 36-16,-2 6 82 16,0 10-17-16,-2 5-93 15,-6 0-8-15,4 17 0 16,4 9 0-16,0 9 28 16,12 4-19-16,9 1 6 15,4 0 41-15,0-4-17 16,-3-1 16-16,-7-7-4 15,-5-7-51-15,-8-2 34 0,-2-3-20 16,-7-2-10-16,-17 0-4 16,-17-5-88-16,6 0-147 15,3-9-448-15</inkml:trace>
  <inkml:trace contextRef="#ctx0" brushRef="#br0" timeOffset="169308.1">4942 10744 995 0,'0'0'371'0,"0"0"-136"16,0 0-104-16,0 0-59 15,0 0 18-15,0 0-18 16,0 0-11-16,-29-20 31 16,22 20-53-16,2 0 4 15,1 14 56-15,4 8-25 16,0 11 29-16,0 2-47 0,4 5-4 16,12 1 21-16,2-4-46 15,0 0 15-15,-2-5-11 16,-6-4-25-16,-3-4 19 15,-7-4-25-15,0-2 1 16,-7-1 20-16,-15-4-21 16,-5-5-20-16,-2-8-18 15,5 0-59-15,4-12 15 16,13-18-62-16,7-12-126 16,11-6 135-16,25-6 50 15,11-4 85-15,-1 1 24 16,-1 3 103-16,-7 8 80 15,-11 10-65-15,-11 10-56 16,-12 12 4-16,-4 10-85 0,0 4-5 16,-38 20-172-16,4 8-145 15,3 2-182-15</inkml:trace>
  <inkml:trace contextRef="#ctx0" brushRef="#br0" timeOffset="169959.45">5044 11364 1122 0,'0'0'490'0,"0"0"-259"15,0 0 28-15,0 0-104 16,0 0 3-16,0 0-67 0,0 0-69 16,40-101 30-1,-31 101-51-15,2 0-1 0,-2 2 24 16,0 18-24-16,-6 6 49 16,-3 9 32-16,0 0-47 15,0 2 41-15,-5-4-60 16,-4-6 6-16,4-8-21 15,3-6 22-15,0-6-19 16,2-4-3-16,0-3 0 16,0 0-23-16,6-9 23 15,11-14-44-15,2-9-62 16,1-6-55-16,1-2 38 16,-6 5 53-16,-3 11 70 15,-8 12 58-15,-4 12 5 16,0 0-41-16,-9 14-4 0,-5 16-1 15,4 5 53-15,0-2-39 16,8 4-30-16,2-8 15 16,0-3-16-16,14-3-1 15,8-7-68-15,31-11-100 16,-8-2-142-16,-1-3-475 0</inkml:trace>
  <inkml:trace contextRef="#ctx0" brushRef="#br0" timeOffset="170210.47">5798 11265 1662 0,'0'0'338'0,"0"0"-168"16,0 0-22-16,0 0-62 16,0 0-9-16,-114-26-75 15,78 52 24-15,1 9 1 16,1 4-8-16,14 3 47 15,7-1-59-15,9-3-7 16,4-8 4-16,0-6 5 16,13-8-18-16,9-6 0 15,7-10-58-15,2 0-4 16,7-17-85-16,8-35-123 0,-9 3-250 16,-8-4-720-16</inkml:trace>
  <inkml:trace contextRef="#ctx0" brushRef="#br0" timeOffset="170829.75">5858 10596 1776 0,'0'0'359'0,"0"0"-359"16,0 0-6-16,0 0 6 16,0 0 42-16,0 0 111 15,-23 148-16-15,21-78-54 16,0 10 51-16,-2 2-83 15,1 3 22-15,1-1-3 16,0-6-59-16,2-5 17 16,-2-9-28-16,2-8 0 0,0-12-9 15,0-10 9 1,0-8-51-16,0-10-46 0,0-9-88 16,0-7 41-16,6 0 18 15,1-23-158-15,-1-12-247 16,6-4 229-16,-3-3 14 15,-1 2 288-15,2 1 5 16,1 7 365-16,0 8-32 16,0 4-87-16,-2 10-58 15,2 6-151-15,-4 4-20 16,2 3 0-16,-3 20-15 16,-6 12 85-16,0 4 13 15,0 5-27-15,0 3 75 16,-4-2-63-16,-7-6-4 0,2-3-34 15,2-7-51-15,5-12 35 16,0-5-36-16,2-6 0 16,0-6-1-16,0 0 1 15,15-18-38-15,3-14-87 16,0-6-85-16,0-6-50 16,-2 3-6-16,-8 9 122 15,1 15 144-15,-7 8 219 16,-2 9-61-16,0 7-90 15,0 17 58-15,0 3-12 16,-2 4-65-16,2-2-23 16,0-3-6-16,10-1-11 15,13-7-18-15,11-4-4 0,19-10-146 16,-5-4-137 0,-6 0-491-16</inkml:trace>
  <inkml:trace contextRef="#ctx0" brushRef="#br0" timeOffset="171493.25">6736 11343 1363 0,'0'0'540'0,"0"0"-263"0,0 0-31 16,0 0 84-16,0 0-169 16,0 0-81-16,0 0-14 15,-4 0-65-15,15 0 22 16,9 0-23-16,7 0 6 16,0 7-30-16,-6 1-5 15,4 2-81-15,-16 1-160 16,-7 2-300-16,-2-5-292 0</inkml:trace>
  <inkml:trace contextRef="#ctx0" brushRef="#br0" timeOffset="171631.95">6636 11529 523 0,'0'0'1795'0,"0"0"-1448"0,0 0-211 16,0 0-124-16,0 0-3 15,144-29-9-15,-99 23-2 16,11 2-53-16,-16 2-186 15,-11-1-678-15</inkml:trace>
  <inkml:trace contextRef="#ctx0" brushRef="#br0" timeOffset="172452.83">6852 8462 1298 0,'0'0'384'0,"0"0"-242"15,0 0-2-15,0 0-33 16,0 0 11-16,0 0-32 16,142 32-15-16,-103-32-51 15,-4 0-9-15,-6 5-22 16,-11 0-79-16,-7 2-255 16,-11-2-677-16</inkml:trace>
  <inkml:trace contextRef="#ctx0" brushRef="#br0" timeOffset="172601.89">6915 8649 1790 0,'0'0'483'0,"0"0"-387"0,0 0-14 15,0 0 6-15,118 17-76 16,-76-5-12-16,7 21 0 16,-11-4-103-16,-9 1-266 0</inkml:trace>
  <inkml:trace contextRef="#ctx0" brushRef="#br0" timeOffset="173923.14">3179 14117 1154 0,'0'0'267'15,"0"0"-45"-15,0 0-10 0,0 0-29 16,0 0 7 0,0 0-90-16,0 0 25 0,-29-41-88 15,22 41-13-15,0 0-2 16,-6 8-14-16,-1 23-8 15,-6 13 0-15,6 30 1 16,4 32 37-16,10 31-26 16,0 9 46-16,4-7 18 15,16-13-24-15,-2-34 5 16,-2-17-27-16,-8-24-30 16,1-6 48-16,-2 0-41 15,0 4-7-15,-5-2 3 0,-2-10 12 16,0-7-6-1,0-8-9-15,-4-4 0 0,-10-4-18 16,-1-4-32-16,-12 0-176 16,6-6-290-16,4-4-696 0</inkml:trace>
  <inkml:trace contextRef="#ctx0" brushRef="#br0" timeOffset="175179.55">2581 16012 1007 0,'0'0'864'0,"0"0"-594"16,0 0-22-16,0 0-38 15,0 0 0-15,0 0-68 16,0 0-114-16,-13-9 16 15,13 8-31-15,15-1 2 16,14-4-2-16,6 6-13 16,6 0-52-16,22 0-47 15,-13 0-220-15,-5-4-318 0</inkml:trace>
  <inkml:trace contextRef="#ctx0" brushRef="#br0" timeOffset="175411.68">3044 15802 1773 0,'0'0'268'15,"0"0"-193"-15,0 0-53 16,0 0-2-16,0 0 79 16,0 0-45-16,0 0-32 15,-4 110 6-15,4-92-19 16,0-4-9-16,0-4 0 15,9-5-70-15,2-5-27 16,0 0-73-16,3-19-68 16,-3-9-293-16,-3-5-373 0</inkml:trace>
  <inkml:trace contextRef="#ctx0" brushRef="#br0" timeOffset="175555.73">3044 15802 901 0,'96'-97'928'15,"-96"97"-820"-15,0 18-72 16,-2 10 62-16,-5 4 6 15,3 4-8-15,4 0-80 16,0 0-16-16,0-5 3 16,0-8-3-16,0-2-50 15,6-7-169-15,-3-11-391 0</inkml:trace>
  <inkml:trace contextRef="#ctx0" brushRef="#br0" timeOffset="175729.46">2965 15721 1039 0,'0'0'1'0,"0"0"1137"16,0 0-900-16,0 0-189 15,0 0-48-15,122-44 22 16,-80 44-23-16,3 0-6 16,2 23-100-16,-14 2-186 15,-8-3-347-15</inkml:trace>
  <inkml:trace contextRef="#ctx0" brushRef="#br0" timeOffset="175891.03">2959 16110 742 0,'0'0'1461'0,"0"0"-1154"16,0 0-131-16,0 0 4 15,0 0-114-15,139-35-65 16,-90 26-1-16,0 5-36 15,2 3-155-15,-11 1-183 16,-13 0-759-16</inkml:trace>
  <inkml:trace contextRef="#ctx0" brushRef="#br0" timeOffset="176282.73">3062 16305 1448 0,'0'0'293'16,"0"0"-162"-16,0 0-25 16,0 0 94-16,0 0-81 15,0 0-65-15,0 0 14 16,-8-35-68-16,23 30 21 15,3-2-21-15,4 5 0 16,-2 2-8-16,-2 0 8 16,-7 9 0-16,-11 14 11 15,0 14 15-15,-18 7 108 0,-13 8 24 16,-5-6-56 0,5-7 29-16,10-10-83 0,13-9-21 15,8-6-24-15,16-5 15 16,28-8-26-16,19-1 8 15,15-6-68-15,47-34-70 16,-21 2-166-16,-7-2-487 0</inkml:trace>
  <inkml:trace contextRef="#ctx0" brushRef="#br0" timeOffset="177092.96">3366 13631 833 0,'0'0'112'0,"0"0"36"16,0 0 581-16,0 0-502 16,0 0-50-16,0 0 12 15,0 0-25-15,8-34-15 0,-8 34-39 16,0 0-95-16,0 4 2 15,0 14-17-15,0 9 0 16,2 0-2-16,3 5 3 16,2-2-1-16,0-3 0 15,-1-5-7-15,3-8-41 16,-2-4-110-16,2-6-46 16,-3-4-89-16,1-16-71 15,-3-6-666-15</inkml:trace>
  <inkml:trace contextRef="#ctx0" brushRef="#br0" timeOffset="177251.61">3366 13631 1460 0,'102'-44'660'16,"-102"44"-507"-16,0 6-152 15,0 15 68-15,0 6-14 16,0 4-16-16,0 1 1 16,0-3-33-16,0 0-4 15,0-5-3-15,2-5-47 16,-2-8-75-16,0-5-184 15,0-6-297-15</inkml:trace>
  <inkml:trace contextRef="#ctx0" brushRef="#br0" timeOffset="177417.77">3272 13534 970 0,'0'0'1014'0,"0"0"-669"15,0 0-161-15,0 0-62 16,0 0-30-16,107-116-92 0,-64 111 9 15,3 5-9-15,1 0-21 16,-5 12-92-16,1 25-110 16,-14-3-304-16,-14-3-402 0</inkml:trace>
  <inkml:trace contextRef="#ctx0" brushRef="#br0" timeOffset="177602.9">3285 13922 1540 0,'0'0'714'16,"0"0"-599"-16,0 0 67 15,0 0-63-15,147-59-64 0,-105 44-40 16,1 4-15-16,9 11-11 16,-15 0-225-16,-10 0-358 0</inkml:trace>
  <inkml:trace contextRef="#ctx0" brushRef="#br0" timeOffset="178087.66">3480 14048 965 0,'0'0'657'0,"0"0"-435"16,0 0-8-16,0 0 0 16,0 0-53-16,0 0-49 15,0 0-53-15,8-30-58 16,9 25 7-16,4 3-8 0,-1 2 0 16,-5 0-11-16,-3 7 7 15,-10 16-5-15,-2 7 6 16,-9 4 3-16,-13 0 67 15,0-2-36-15,5-8 6 16,9-10-2-16,6-6-29 16,2-4 17-16,6-2-23 15,21-2 1-15,9 0-2 16,6 0-50-16,23 0-87 16,-9-6-119-16,-12 4-411 0</inkml:trace>
  <inkml:trace contextRef="#ctx0" brushRef="#br0" timeOffset="179158.05">3862 14441 1619 0,'0'0'484'16,"0"0"-339"-16,0 0 31 16,0 0-120-16,0 0-32 15,0 0 4-15,-149 17-27 16,105 27 55-16,8 4 8 15,18 2 5-15,12-2 38 16,6 0-77-16,13-2 10 16,13-4 8-16,8-3-47 15,-3-5 36-15,-6-7-37 16,-9 2 1-16,-14-3-4 16,-2 0 12-16,-12 3-9 0,-17-6 0 15,-4-3 16-15,4-8-35 16,5-10 8-16,8-2-20 15,12-18-2-15,4-18-178 16,17-4 2-16,22-2 100 16,5 6 60-16,5 12 49 15,-5 8 0-15,-1 11 36 16,-10 5 77-16,-6 0-12 16,-9 23-13-16,-9 4 15 15,-7 7-47-15,-2 3 19 16,0-1-48-16,0-7-21 15,-7-8 9-15,3-11-14 16,4-6-1-16,0-4 6 0,0 0 7 16,11-14-26-16,11-12-28 15,9-10-83-15,2-4 20 16,6 2-9-16,-3 6 68 16,-5 9 39-16,-4 14 6 15,-8 9 31-15,-7 0-4 16,-10 21 28-16,-2 5 20 15,0 1-36-15,-4-5 22 16,-3-5-22-16,0-10-38 16,5-2 27-16,2-5-27 15,0 0 10-15,24-12-11 16,14-11-69-16,7 0 33 16,6 3 24-16,-2 8 1 15,-7 9-9-15,-8 3 19 0,-8 10-10 16,-10 15 10-16,-11 4-34 15,-5 3 10-15,0-3-59 16,0-3-85-16,-9-6-28 16,0-13-326-16</inkml:trace>
  <inkml:trace contextRef="#ctx0" brushRef="#br0" timeOffset="179760.47">4554 14247 821 0,'0'0'113'0,"0"0"57"16,0 0 600-16,0 0-529 15,0 0-63-15,0 0-25 0,0 0-85 16,4 0-11-16,-15 16-57 15,-1 10 15-15,4 6 73 16,1 6-30-16,7 3 32 16,0-4-13-16,7 2-57 15,9-7 34-15,3-4-54 16,2-6 0-16,-3-5 18 16,-5-5-10-16,-7-3-8 15,-1-4 0-15,-5 1-36 16,-7 0 13-16,-20-5-25 15,-6-1-46-15,0 0 26 16,4-22-81-16,8-6-19 0,19-10 43 16,2-3 50-16,18 0 75 15,16 1 38-15,8 3 99 16,1 3 44-16,-4 6-92 16,-5 4-20-16,-7 8-57 15,-9 4 4-15,-10 10-32 16,-8 4-54-16,-4 15-247 15,-14 4 20-15</inkml:trace>
  <inkml:trace contextRef="#ctx0" brushRef="#br0" timeOffset="180554.87">4665 14229 644 0,'0'0'85'0,"0"0"307"15,0 0 210-15,0 0-419 16,0 0 0-16,0 0-37 15,0 0 25-15,38-78-55 16,-40 68-71-16,-12 6-20 16,-5 4-25-16,-17 22-147 15,2 10-116-15,3 0-355 0</inkml:trace>
  <inkml:trace contextRef="#ctx0" brushRef="#br0" timeOffset="181248.44">4774 14776 590 0,'0'0'130'0,"0"0"738"16,0 0-614-16,0 0-121 15,0 0 0-15,0 0-80 16,0 0 8-16,79-39-39 0,-69 60-6 15,4 9 92 1,-7 11-35-16,-7 9 47 0,0-2-32 16,0 1-40-16,-11-5 31 15,-1-15-57-15,8-7-20 16,0-10 16-16,4-6-17 16,0-6-1-16,0 0 0 15,2-3-11-15,16-24-4 16,1-7-98-16,2-9-22 15,-2-9-15-15,-3 5-25 16,-5 5 123-16,-6 13 52 16,-5 14 179-16,0 13 56 15,0 2-163-15,-5 16-71 0,-10 16 37 16,3 9-28 0,8 5 26-16,4 3-21 0,0-5-9 15,25-4-12-15,24-12-132 16,-5-7-159-16,-1-16-556 0</inkml:trace>
  <inkml:trace contextRef="#ctx0" brushRef="#br0" timeOffset="181485.2">5519 14630 1033 0,'0'0'977'16,"0"0"-833"-16,0 0-93 15,0 0-45-15,-139 29 108 16,106 8 10-16,6 4-34 0,10 1 20 16,7 0-74-16,10-6-28 15,0-6 1-15,19-8 3 16,5-10-24-16,10-8 1 16,-1-4-89-16,0-10-3 15,3-40-161-15,-11 1-302 16,-7-2-363-16</inkml:trace>
  <inkml:trace contextRef="#ctx0" brushRef="#br0" timeOffset="181672.62">5523 14091 732 0,'0'0'1639'0,"0"0"-1333"0,0 0-276 16,0 0-30-16,0 0 9 15,-37 112-9-15,35-18 73 16,2 27-39-16,0 19 36 15,0-9-55-15,0-32 0 16,0-22-30-16,0-26 8 16,8 18-135-16,-1-11-99 15,-1-10-374-15</inkml:trace>
  <inkml:trace contextRef="#ctx0" brushRef="#br0" timeOffset="182051.53">5637 14761 1798 0,'0'0'357'0,"0"0"-262"16,0 0-65-16,0 0 0 0,0 0 32 15,0 0 0-15,0 0-31 16,78 27 32-16,-78 19 74 16,0 3-45-16,0-5-8 15,0 0-19-15,0-12-59 16,-2-10 31-16,2-4-37 15,0-12 0-15,0-6-12 16,0 0 12-16,11-16 0 16,9-16-55-16,-2-12-128 15,-3-9 6-15,-1 4-67 16,-5 6 96-16,-5 15 148 16,-2 16 247-16,-2 12-84 15,0 11-127-15,0 21-12 0,-4 10 78 16,2 5-43-16,2-1-30 15,0-5-8-15,27-7-10 16,8 0-22-16,39-10-57 16,-7-6-193-16,-5-14-285 0</inkml:trace>
  <inkml:trace contextRef="#ctx0" brushRef="#br0" timeOffset="182379.11">6551 14945 1322 0,'0'0'649'16,"0"0"-296"-16,0 0-44 15,0 0-55-15,0 0-81 16,0 0-119-16,0 0-14 16,27 0-40-16,-2 0-18 0,1 0 12 15,-2 10-82-15,-3 2-90 16,-19 9-165-16,-2-1-253 15,-4-3-453-15</inkml:trace>
  <inkml:trace contextRef="#ctx0" brushRef="#br0" timeOffset="182503.28">6462 15145 2206 0,'0'0'554'16,"0"0"-517"-16,0 0-16 15,0 0-15-15,174 9-12 16,-109-8-76-16,-13-1-413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7:13:40.88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8127 8029 484 0,'0'0'117'0,"0"0"737"16,0 0-748-16,0 0 1 15,0 0-48-15,0 0 20 16,-58-32 14-16,42 28 6 16,1 1 43-16,-3 2-55 15,-5 1-27-15,4 0-6 16,-6 5-53-16,-2 12 10 16,-2 7 10-16,0 2-20 15,-2 8 64-15,2 4-42 16,0 6 28-16,2 7 20 15,6 7-39-15,2 3 26 0,13 8-6 16,6 3-43-16,0 0 59 16,19-1-57-16,18-6 8 15,3-5 10-15,11-14-20 16,7-9 19-16,11-16-16 16,12-16-6-16,27-5 34 15,-8-30-34-15,14-20-1 16,-6-14-5-16,-21-7 19 15,-3-10-22-15,-22-2 3 16,-21 3 0-16,-30 2-10 16,-11-1 11-16,-40 1-1 15,-25 2 0-15,-17 6 17 16,-12 12-8-16,-4 16-9 0,-1 21 13 16,4 21-29-16,10 9 5 15,1 59-93-15,19-2-229 16,22-9-587-16</inkml:trace>
  <inkml:trace contextRef="#ctx0" brushRef="#br0" timeOffset="18505.77">7548 11285 983 0,'0'0'691'0,"0"0"-121"16,0 0-449-16,0 0 1 16,0 0 119-16,0 0-78 15,-10 0-58-15,10-4-14 16,0 2-70-16,0 2 22 16,0 0-43-16,0 0 0 0,0 0 0 15,0 0-86-15,0 0-39 16,0 0-349-16,0 0-433 0</inkml:trace>
  <inkml:trace contextRef="#ctx0" brushRef="#br0" timeOffset="18835.71">7548 11285 408 0</inkml:trace>
  <inkml:trace contextRef="#ctx0" brushRef="#br0" timeOffset="18887.3">7548 11285 408 0,'35'-45'162'0,"-35"45"-95"0,0 0-66 0,0 0 0 16,0 0 1-16,5 0-2 15,-3 0-55-15</inkml:trace>
  <inkml:trace contextRef="#ctx0" brushRef="#br0" timeOffset="19332.37">7617 11243 546 0,'0'0'67'0,"0"0"-67"15,0 0 966-15,0 0-694 16,0 0-138-16,0 0-52 15,0 0 46-15,0 0-60 16,4 22-27-16,-4-20 35 16,-4 0-66-16,-1 1 29 0,5-3 25 15,-2 0-35-15,2-11 62 16,0-12-91-16,0-10-46 16,15-4 46-16,8 0-61 15,-1 7 24-15,0 5 37 16,-2 16-11-16,-7 9-8 15,-3 9 18-15,-10 34 1 16,0 13 14-16,-18 15-14 16,-20 6 7-16,-9 1-4 15,-4-1 18-15,-5-12-16 16,9-14-5-16,1-15 0 16,3-14-18-16,5-18 18 15,9-4-30-15,4-18 12 0,19-14-26 16,6-6 36-16,6-1 1 15,26 4 7-15,8 12 50 16,9 12-50-16,2 11 26 16,5 2-26-16,-4 26 7 15,12 14-14-15,-11-6-350 16,-12-10-966-16</inkml:trace>
  <inkml:trace contextRef="#ctx0" brushRef="#br0" timeOffset="22527.33">8352 10761 393 0,'0'0'206'0,"0"0"-165"0,0 0-17 15,0 0 382 1,0 0-179-16,0 0-129 0,0 0 8 15,4-7 52-15,-4 7-50 16,0 0-10-16,0 0-17 16,0 0-21-16,0 0 63 15,0 0-23-15,0 0-29 16,0-2 43-16,0 2-71 16,0 0 2-16,0 0-20 15,0 0-10-15,0 0-10 16,0 0-5-16,0 0 0 15,0 0 4-15,0 0 3 16,0 0-7-16,0 0 0 16,0 0 17-16,0 0-19 15,0 0 2-15,0 0 0 0,-15 8-12 16,-1 12 12 0,-5 7 0-16,-2 14 0 0,3 11 8 15,5 16 11-15,1 28-10 16,9-5 19-16,5 7 75 15,0 3-77-15,5-19 30 16,11 4-3-16,-1-7-53 16,1-9 55-16,-1-12-30 15,-3-11-24-15,-6-7 15 16,1-7-7-16,-7-7-9 16,0-6 0-16,0-4 10 15,-7-2-7-15,-11-4-3 16,-1-4-63-16,-10-4-116 0,4-2-185 15,2 0-367-15</inkml:trace>
  <inkml:trace contextRef="#ctx0" brushRef="#br0" timeOffset="22928.16">8190 12041 436 0,'0'0'216'15,"0"0"1087"-15,0 0-1034 16,0 0-206-16,0 0 9 15,0 0-43-15,0 0 26 16,-72 59 71-16,67-21-60 16,5 1 8-16,8-2-12 15,11-7-37-15,15-10 30 16,1-11-30-16,6-9-24 16,-1 0 14-16,-5-15-15 15,-6-11 0-15,-13-5 0 16,-7 0-23-16,-9-3 17 15,0-1-85-15,-13 3-14 0,-12 4 20 16,-4 2-120 0,7 10-89-16,1 2-497 0</inkml:trace>
  <inkml:trace contextRef="#ctx0" brushRef="#br0" timeOffset="23925.84">8570 10256 714 0,'0'0'29'16,"0"0"935"-16,0 0-779 16,0 0-46-16,0 0-33 15,0 0 1-15,0 0 38 16,0-12-111-16,0 12-8 16,0 9-26-16,0 15 17 15,0 8 41-15,0 4-58 16,0 2 10-16,0-6-11 0,0-3 8 15,0-8-14-15,0-5 7 16,8-7-153-16,9-9-62 16,-1-2-122-16,-5-17-457 0</inkml:trace>
  <inkml:trace contextRef="#ctx0" brushRef="#br0" timeOffset="24099.91">8653 10212 735 0,'0'0'22'0,"0"0"934"15,0 0-809-15,0 0-72 16,0 0 17-16,2 135 43 16,-2-97-95-16,0-2-15 0,2-8-19 15,10-1-6-15,-1-8-15 16,-2-4-139-16,-5-10-210 16,-4-5-467-16</inkml:trace>
  <inkml:trace contextRef="#ctx0" brushRef="#br0" timeOffset="24263.1">8433 10229 792 0,'0'0'143'15,"0"0"601"-15,0 0-500 16,0 0-150-16,0 0-76 16,0 0 53-16,122-111-59 15,-73 103 4-15,2 6-16 0,3 2-16 16,2 0-59-16,-16 16-254 15,-16-2-543-15</inkml:trace>
  <inkml:trace contextRef="#ctx0" brushRef="#br0" timeOffset="24452.06">8493 10580 939 0,'0'0'1071'15,"0"0"-874"-15,0 0-107 16,0 0-35-16,149-53-11 16,-93 33-8-16,-5 3-29 0,-4 6-14 15,-5 8-53 1,-13 3-318-16,-13 0-766 0</inkml:trace>
  <inkml:trace contextRef="#ctx0" brushRef="#br0" timeOffset="24903.12">8695 10660 1015 0,'0'0'490'0,"0"0"-349"15,0 0 28-15,0 0 32 16,0 0-29-16,0 0-6 16,0 0-46-16,-11 0-55 15,11 0 38-15,0 0-44 16,11-8-30-16,7 1-29 15,-2 4 21-15,4 3-41 16,-12 0 20-16,0 8-9 16,-8 19 9-16,-12 10 6 15,-17 7 55-15,-6-2-13 0,3-6-39 16,13-9 55 0,9-12-64-16,10-8 1 0,14-7 2 15,28 0 3-15,14-7-11 16,9-8 5-16,22-6-177 15,-14 5-54-15,-15 4-500 0</inkml:trace>
  <inkml:trace contextRef="#ctx0" brushRef="#br0" timeOffset="27110.59">9244 11025 485 0,'0'0'221'0,"0"0"854"16,0 0-878-16,0 0-94 16,0 0-15-16,0 0-88 15,0 0 53-15,-96-19 14 16,49 43-45-16,-2 10 63 15,-9 7-31-15,0 9 18 16,0 6 16-16,3 6-12 16,10-2 10-16,7 0-40 0,11-7-46 15,14-5 39-15,13-10-38 16,0-6-1-16,9-7 15 16,22-13-1-16,13-5 3 15,12-7-17-15,9-4-64 16,2-24-39-16,0-5-29 15,-9-6 47-15,-14 3 18 16,-13 5-31-16,-8 8 82 16,-12 7 16-16,-7 8 16 15,-4 6 147-15,0 2-90 16,-4 0-1-16,-11 13-27 16,1 5-44-16,5 2 60 15,7-3-61-15,2-2 0 0,2-8 19 16,21-3-19-1,8-4-1-15,4 0-16 0,5-18-98 16,-1-4 52-16,-13-4-14 16,-8 3 13-16,-16 2 63 15,-2 7-28-15,-15 3 29 16,-16 7 30-16,-8 4 7 16,-1 0 72-16,11 11-63 15,2 0-4-15,19 0 27 16,6-6-68-16,2-3 12 15,24-2 6-15,18-2-18 16,16-19-2-16,9-11-14 16,0-9-101-16,-3-3 37 15,-10-2-22-15,-16 2 67 16,-16 6 23-16,-13 10 11 0,-9 8 54 16,0 12-11-16,-20 8-22 15,0 8 23-15,3 24-38 16,7 12 82-16,8 7-10 15,2 6-66-15,4-4 74 16,12-6-80-16,4-5 8 16,-6-9-4-16,-6-8 11 15,-8-2-13-15,0-5-8 16,-2 0-26-16,-20-2 25 16,-12-12-259-16,5-4-327 15,2 0-1276-15</inkml:trace>
  <inkml:trace contextRef="#ctx0" brushRef="#br0" timeOffset="27712">9872 10772 522 0,'0'0'978'0,"0"0"-574"16,0 0-225-16,0 0-107 16,0 0 17-16,0 0 26 15,0 0 13-15,-108 84-76 16,108-41 9-16,0 1 46 0,15-2-73 15,7-4 29 1,7-6-56-16,-4-6 4 0,-3-8 2 16,-6-4-7-16,-10-2-6 15,-6-1 0-15,-6 1 8 16,-21-1-37-16,-9-5 29 16,3-6-73-16,4 0 43 15,13-22-61-15,16-18-83 16,6-8 35-16,37-8 56 15,9-3 83-15,3 4 24 16,-4 0 20-16,-9 7 87 16,-5 8-106-16,-18 10 39 15,-9 12-11-15,-10 10-53 16,-23 8-21-16,-8 10-463 16,-4 8-291-16</inkml:trace>
  <inkml:trace contextRef="#ctx0" brushRef="#br0" timeOffset="28416.12">10001 11330 598 0,'0'0'91'0,"0"0"690"15,0 0-453-15,0 0-50 16,0 0-104-16,0 0 33 15,0 0-25-15,14-79-124 16,-12 77 18-16,7 2-76 16,1 0 13-16,3 4-8 15,-3 16 8-15,4 11 8 16,-9 4 35-16,-5 7-37 16,0 3 51-16,0-3-52 15,-13-4-16-15,1-6 19 16,1-10-20-16,5-7-1 15,0-10 0-15,6-5 17 16,0 0-37-16,0-11-22 16,14-18-153-16,1-14-57 0,6-3 38 15,-5 0-22-15,-10 13 193 16,-1 12 43-16,-5 17 229 16,0 4-127-16,-19 22-43 15,4 14 62-15,1 7-50 16,14-1 8-16,0 0-37 15,21-2-36-15,16-11-12 16,46-12-118-16,-12-13-177 16,-3-4-568-16</inkml:trace>
  <inkml:trace contextRef="#ctx0" brushRef="#br0" timeOffset="28633.56">10659 11201 681 0,'0'0'1064'0,"0"0"-915"16,0 0-92-16,-133 39 59 16,92 0 62-16,8 3-27 15,11 2-66-15,8 1-60 16,12-5 11-16,2-5-29 16,11-10-7-16,18-9 0 15,4-8-24-15,12-8-25 16,20-17-154-16,-16-15-333 15,-7-3-435-15</inkml:trace>
  <inkml:trace contextRef="#ctx0" brushRef="#br0" timeOffset="28865.85">10728 10485 613 0,'0'0'1226'15,"0"0"-1080"-15,0 0-109 16,0 0 26-16,-13 160 72 16,13-67 76-16,0 25-92 15,0 20-11-15,0-10-23 16,0-27-83-16,0-31 16 16,0-20-18-16,7 5-97 15,4 15-37-15,2-12-240 16,-4-16-562-16</inkml:trace>
  <inkml:trace contextRef="#ctx0" brushRef="#br0" timeOffset="30221.22">10933 11319 491 0,'0'0'157'16,"0"0"912"-16,0 0-827 15,0 0-77-15,0 0-64 16,0 0 24-16,0 0-75 16,25-84-43-16,-7 84 20 15,6 0-27-15,-1 18 0 16,-5 16 39-16,-7 12 2 16,-7 7 61-16,-4 3-12 15,0-1-45-15,-9-9 33 16,-7-3-48-16,3-14-15 0,5-6 25 15,0-11-34 1,6-6-6-16,2-6 0 0,0 0-23 16,2-16-5-16,21-20-163 15,-1-13-26-15,7-12 32 16,-2-3-164-16,-2 3 90 16,-10 13 259-16,-6 19 123 15,-7 14 272-15,-2 15-181 16,0 10-171-16,-13 24 55 15,2 9-23-15,-1 3 11 16,12 2-7-16,0-6-69 16,21-4 35-16,14-8-45 15,10-6-30-15,10-8-49 0,19-16-185 16,-9 0-298 0,-16 0-1096-16</inkml:trace>
  <inkml:trace contextRef="#ctx0" brushRef="#br0" timeOffset="30833.56">11747 11333 1283 0,'0'0'838'0,"0"0"-527"15,0 0-30-15,0 0-90 16,0 0-12-16,0 0-132 15,0 0-26-15,23 0-11 0,8 0 2 16,2-1-12 0,9 1 0-16,-6 0-42 0,-2 0 32 15,-10 0-137-15,-10 14-141 16,-8 1-171-16,-6 0-355 0</inkml:trace>
  <inkml:trace contextRef="#ctx0" brushRef="#br0" timeOffset="30973.8">11776 11518 2105 0,'0'0'531'16,"0"0"-484"-16,0 0 14 15,0 0-55-15,0 0 12 16,0 0-18-16,156 4-35 16,-118 4-161-16,-11 0-495 0</inkml:trace>
  <inkml:trace contextRef="#ctx0" brushRef="#br0" timeOffset="36247.37">12626 11263 586 0,'0'0'1068'15,"0"0"-398"-15,0 0-509 16,0 0-84-16,0 0 24 15,0 0 45-15,0-3 1 16,0 3-104-16,0 0-8 16,0 0 23-16,0-3-58 0,0 3 57 15,0 0-57 1,0 0 6-16,0 0-10 0,0 0 4 16,0 0-18-16,0 0-56 15,-7 6-382-15,0 4-134 16,-2-2-694-16</inkml:trace>
  <inkml:trace contextRef="#ctx0" brushRef="#br0" timeOffset="36644.46">12626 11263 687 0,'-14'0'1340'0,"7"-20"-812"16,1 0-429-16,-1-6-40 0,7 2-5 15,0-2-33-15,0 1 21 16,9 0-41-16,9 3 23 16,9 4-33-16,-1 4 9 15,-6 12 0-15,3 2-15 16,-12 14-2-16,-9 24 17 16,-2 14 1-16,-22 10 10 15,-14 4 35-15,-15 0-38 16,-7-7-7-16,-2-7 15 15,0-12 7-15,6-13-23 16,2-10 0-16,10-11 7 16,13-6 20-16,11 0-27 15,14-11 19-15,4-8 29 0,14-1-39 16,23 2-4-16,17 6-5 16,6 10 0-16,9 2-14 15,2 6 14-15,-3 15-27 16,18 8-130-16,-16-5-209 15,-14-10-500-15</inkml:trace>
  <inkml:trace contextRef="#ctx0" brushRef="#br0" timeOffset="36766.11">13070 11401 803 0,'0'0'1739'0,"0"0"-1474"16,0 0-265-16,0 0-224 0,0 0 3 15,0 0-578-15</inkml:trace>
  <inkml:trace contextRef="#ctx0" brushRef="#br0" timeOffset="38433.39">13508 10738 611 0,'0'0'925'16,"0"0"-422"-16,0 0-236 0,0 0-44 15,0 0-68-15,0 0-17 16,0 0 19-16,-20-84-92 16,18 82-12-16,2 2-50 15,0 0 20-15,0 0-46 16,14 0 22-16,15 10 1 16,6 2-12-16,7 0 25 15,3-4-13-15,-1-4 0 16,-4-4-18-16,-1 0 1 15,-12 0-3-15,-10 0-34 16,-5 0 40-16,-10 0-19 16,-2 0 33-16,0 0 0 0,-10 0 15 15,-5 12-39-15,-10 13 24 16,7 10 0-16,-1 11-13 16,5 9 23-16,3 2-10 15,7 1 0-15,2-3 8 16,2-6-17-16,0-6 9 15,0-8-64-15,0-3-81 16,2-13-123-16,-2-9-71 16,-2-8-323-16,-19-2-569 0</inkml:trace>
  <inkml:trace contextRef="#ctx0" brushRef="#br0" timeOffset="38559.87">13521 11067 557 0,'0'0'1341'0,"0"0"-997"0,0 0-42 16,0 0-135-16,0 0-87 15,0 0-50-15,92-109-10 16,-43 106-23-16,7 1 3 16,19 2-123-16,-5 0-133 15,-14-5-397-15</inkml:trace>
  <inkml:trace contextRef="#ctx0" brushRef="#br0" timeOffset="38747.56">14104 10539 1744 0,'0'0'805'0,"0"0"-639"15,0 0-139-15,0 0-27 16,0 0 0-16,0 113-4 16,0-47 4-16,-8 12-17 15,2 23-184-15,-3-19-336 16,7-18-394-16</inkml:trace>
  <inkml:trace contextRef="#ctx0" brushRef="#br0" timeOffset="38850.82">14110 11263 970 0,'0'0'859'0,"0"0"-153"16,0 0-611-16,0 0-95 16,0 0-64-16,0 0-126 0,0 0-333 15</inkml:trace>
  <inkml:trace contextRef="#ctx0" brushRef="#br0" timeOffset="39137.28">14598 10432 1382 0,'0'0'982'0,"0"0"-738"15,0 0-188-15,0 0-41 0,0 0-8 16,0 0-6-16,0 0 44 16,-24 160-21-16,24-88-13 15,0 6-22-15,0-1-29 16,0 16-164-16,0-22-174 15,0-17-637-15</inkml:trace>
  <inkml:trace contextRef="#ctx0" brushRef="#br0" timeOffset="39241.41">14580 11175 2230 0,'0'0'401'0,"0"0"-401"15,0 0-242-15,0 0-94 16,0 0-385-16</inkml:trace>
  <inkml:trace contextRef="#ctx0" brushRef="#br0" timeOffset="39670.4">13535 11472 856 0,'0'0'1273'0,"0"0"-889"15,0 0-281-15,0 0 17 16,0 0-30-16,0 0-51 16,0 0 28-16,169-16-66 15,-84 14 34-15,27-2-13 16,-8 2-8-16,1-2 26 15,0-1-40-15,-25 2 0 0,1 3-15 16,-6 0-179-16,-19 0-128 16,-25 6-540-16</inkml:trace>
  <inkml:trace contextRef="#ctx0" brushRef="#br0" timeOffset="40205.75">13778 11855 909 0,'0'0'1084'0,"0"0"-920"15,0 0-117-15,0 0-38 16,0 0 89-16,0 0 11 16,0 0-55-16,-89 72 44 15,82-40-48-15,7 5 12 16,0-2 12-16,11 3-37 16,14-2 34-16,2-1-51 15,2-7-19-15,-8-2 16 16,2-4-8-16,-9-3-9 15,-12 0 0-15,-2-1 12 0,-2 0-3 16,-23-3-9-16,-4-8 0 16,2-5-23-16,5-2 23 15,9-12-1-15,6-18-19 16,7-12-121-16,13-8 75 16,16-4 17-16,0-3 49 15,5 3 21-15,-10 3 20 16,-1 5 83-16,-12 5-30 15,-9 11-38-15,-2 8 23 16,-2 11-79-16,-19 11-13 16,-6 0-20-16,6 20-138 15,-8 31-48-15,6-6-165 16,10-2-656-16</inkml:trace>
  <inkml:trace contextRef="#ctx0" brushRef="#br0" timeOffset="40489.65">14110 11901 1305 0,'0'0'215'0,"0"0"-125"15,0 0 114-15,0 0 123 16,0 0-95-16,0 0-108 15,0 0 3-15,0-44-83 16,0 44 3-16,5 0-30 0,1 10 7 16,3 16-11-16,0 8 0 15,2 8-12-15,-4 6 26 16,-2 3-26-16,-3 0-1 16,-2 2 0-16,0 10-205 15,0-14-58-15,0-11-532 0</inkml:trace>
  <inkml:trace contextRef="#ctx0" brushRef="#br0" timeOffset="40609.17">14152 12398 1508 0,'0'0'1082'0,"0"0"-816"16,0 0-266-16,0 0-51 16,0 0 15-16,0 0-138 15,0 0-123-15,27 0-509 0</inkml:trace>
  <inkml:trace contextRef="#ctx0" brushRef="#br0" timeOffset="40803.11">14480 11768 2085 0,'0'0'317'16,"0"0"-295"-16,0 0-9 15,0 0-13-15,-11 104 0 0,9-43 0 16,2 7-18-16,0 31-105 16,0-17-369-16,0-12-312 0</inkml:trace>
  <inkml:trace contextRef="#ctx0" brushRef="#br0" timeOffset="40879.28">14476 12492 861 0,'0'0'527'15,"0"0"-182"-15,0 0-140 16,0 0-205-16,0 0-186 0</inkml:trace>
  <inkml:trace contextRef="#ctx0" brushRef="#br0" timeOffset="41621.58">14852 11526 954 0,'0'0'283'0,"0"0"-176"16,0 0 76-16,0 0 11 15,0 0-99-15,0 0 0 16,0 0-70-16,2 0-19 16,12 0 11-16,-1 0-17 15,3 0-10-15,-3-3-3 0,-11-6 0 16,3 1 12-16,-5-1 1 16,0 2 0-16,-13 2 29 15,-10 5-29-15,4 0-6 16,-4 0-289-16</inkml:trace>
  <inkml:trace contextRef="#ctx0" brushRef="#br0" timeOffset="44721.15">15396 10846 1073 0,'0'0'499'16,"0"0"-242"-16,0 0-155 15,0 0-84-15,0 0 87 16,0 0 70-16,0 0-58 16,9-62-102-16,-6 90 21 15,-1 16 36-15,-2 14 49 16,0 9-44-16,0 3 5 15,0-6-80-15,0-8 11 0,0-8-13 16,4-10 19-16,5-8-42 16,5-7-10-16,-1-12-130 15,5-9-21-15,-3-10-136 16,-2-15-264-16,-1-9-423 0</inkml:trace>
  <inkml:trace contextRef="#ctx0" brushRef="#br0" timeOffset="44895.81">15533 10796 561 0,'0'0'1237'0,"0"0"-895"16,0 0-174-16,0 0-131 15,0 0-35-15,0 0 42 16,0 0 53-16,0 159-36 0,0-96-53 16,6-3 25-1,5-5-33-15,3-8-1 0,-1-10-41 16,-5-8-114-16,0-12-104 15,-8-8-369-15,0-9-825 0</inkml:trace>
  <inkml:trace contextRef="#ctx0" brushRef="#br0" timeOffset="45061.48">15319 10839 980 0,'0'0'965'16,"0"0"-652"-16,0 0-170 15,0 0-133-15,113-72 2 16,-64 72-21-16,-2 0 9 16,4 9-2-16,3 29-92 0,-19-1-188 15,-8-3-280-15</inkml:trace>
  <inkml:trace contextRef="#ctx0" brushRef="#br0" timeOffset="45241.36">15298 11478 682 0,'0'0'1312'16,"0"0"-1019"-16,0 0-246 15,0 0 133-15,0 0 19 16,0 0-84-16,0 0-36 16,136 0-79-16,-78 0-22 15,6 0-150-15,-10 0-184 0,-13 0-395 16</inkml:trace>
  <inkml:trace contextRef="#ctx0" brushRef="#br0" timeOffset="45591.3">15394 11767 1647 0,'0'0'532'0,"0"0"-415"16,0 0 15-16,0 0-82 0,0 0-38 16,0 0 40-1,0 0-50-15,102-99 5 0,-88 104-1 16,-14 29 6-16,0 15 62 16,-20 16 22-16,-18 7-17 15,-6 0 19-15,1-6-84 16,5-15 17-16,16-14-5 15,13-13-14-15,9-7 9 16,7-9-21-16,28-8 0 16,19 0-13-16,8-13 8 15,9-9-86-15,21-19-146 16,-23 6-227-16,-8 1-306 0</inkml:trace>
  <inkml:trace contextRef="#ctx0" brushRef="#br0" timeOffset="45857.09">15994 11439 2041 0,'0'0'594'0,"0"0"-523"16,0 0 26-1,0 0-41-15,0 0-55 0,0 0 32 16,0 0-33-16,91 21-122 16,-70 1-81-16,-15 0-271 15,-6-3-192-15</inkml:trace>
  <inkml:trace contextRef="#ctx0" brushRef="#br0" timeOffset="45977.82">15925 11718 1818 0,'0'0'589'15,"0"0"-510"-15,0 0-10 16,0 0-55-16,160-6-14 16,-87-10-21-16,-10 0-255 15,-16 3-641-15</inkml:trace>
  <inkml:trace contextRef="#ctx0" brushRef="#br0" timeOffset="57763">7224 14843 352 0,'0'0'1505'16,"0"0"-1176"-16,0 0-211 15,0 0 111-15,0 0-4 16,0 0-100-16,0 0 26 16,0 0-132-16,0 0-5 15,0 0-14-15,0 0 28 0,0 0-59 16,0 0-5-16,0 0-322 15,0 0-479-15</inkml:trace>
  <inkml:trace contextRef="#ctx0" brushRef="#br0" timeOffset="57951.14">7224 14843 532 0,'9'44'0'0</inkml:trace>
  <inkml:trace contextRef="#ctx0" brushRef="#br0" timeOffset="58386.44">7287 14904 656 0,'0'0'769'16,"0"0"-59"-16,0 0-523 15,0 0-133-15,0 0 27 0,0 0-42 16,0 0-37-16,-48-75-1 16,48 57-1-16,14 2-9 15,1 5-10-15,-1 11 13 16,-3 0-9-16,-7 31 15 16,-4 21 0-16,-10 18 6 15,-28 10 7-15,-16 7-13 16,-10-7 0-16,-3-14 33 15,-1-16-30-15,18-18-3 16,5-18 1-16,11-14 62 16,21 0-7-16,11-21-3 15,2-8-53-15,31-1 40 0,16 2-48 16,11 11 8-16,6 9 0 16,6 8-25-16,-1 0 21 15,16 25-81-15,-21-5-169 16,-8-4-663-16</inkml:trace>
  <inkml:trace contextRef="#ctx0" brushRef="#br0" timeOffset="58687.39">7866 14347 179 0,'0'0'403'16,"0"0"440"-16,0 0-575 15,0 0 51-15,-116 138-90 16,105-51-48-16,11 30 12 16,0-8-98-16,7-8 44 15,11-15-70-15,-3-24-68 16,3 3 53-16,-5 0-47 15,-3-10-7-15,-8-8 0 16,-2-1 35-16,-2-11-80 16,-21 0 4-16,-22-1-212 15,5-13-235-15,5-7-1407 0</inkml:trace>
  <inkml:trace contextRef="#ctx0" brushRef="#br0" timeOffset="58988.08">7634 15637 1152 0,'0'0'1100'16,"0"0"-877"-16,0 0-204 15,0 0 51-15,0 0 109 0,0 0-124 16,0 0 35-1,-86 94-47-15,115-80-36 0,11-3 40 16,6-11-47-16,3 0 0 16,-7-9-8-16,-7-11-52 15,-16 2 59-15,-19 2-9 16,0 3-58-16,-33 6 50 16,-17 7-170-16,-23 0 35 15,9 13-64-15,8 1-579 0</inkml:trace>
  <inkml:trace contextRef="#ctx0" brushRef="#br0" timeOffset="59958.15">8178 13805 1423 0,'0'0'688'16,"0"0"-376"-16,0 0-211 15,0 0 18-15,0 0-112 16,0 0 23-16,0 0 7 0,-17 81-19 15,10-33 12-15,2-2-22 16,3-5 30-16,2-7-41 16,0-10 3-16,0-7-76 15,16-12-15-15,11-10-187 16,-5-16-228-16,-7-9-899 0</inkml:trace>
  <inkml:trace contextRef="#ctx0" brushRef="#br0" timeOffset="60108.15">8285 13766 656 0,'0'0'1077'0,"0"0"-726"16,0 0-251-16,0 0 15 15,-16 136 2-15,16-97-97 0,-2-8 17 16,2-4-37-16,0-5-23 16,0-9-51-16,0-6-268 15,0-7-547-15</inkml:trace>
  <inkml:trace contextRef="#ctx0" brushRef="#br0" timeOffset="60271.11">8034 13631 902 0,'0'0'265'16,"0"0"750"-16,0 0-827 16,0 0-62-16,120-100-99 15,-71 92-14-15,4 8-13 0,-1 4-6 16,-8 24-1-16,-4 32-199 15,-13-3-192-15,-13-5-515 0</inkml:trace>
  <inkml:trace contextRef="#ctx0" brushRef="#br0" timeOffset="60444.93">7982 14195 983 0,'0'0'1316'0,"0"0"-952"15,0 0-229-15,0 0 15 16,0 0-137-16,141-76 13 16,-86 60-26-16,3 9-48 0,10 7-119 15,-18 0-399-15,-9 0-1002 16</inkml:trace>
  <inkml:trace contextRef="#ctx0" brushRef="#br0" timeOffset="60860.77">8161 14245 1267 0,'0'0'334'0,"0"0"-216"16,0 0 148-16,0 0-41 15,0 0-27-15,0 0-114 16,0 0-83-16,37-28 64 16,-14 23-65-16,2 5 0 15,-2 0-3-15,-7 5 10 16,-7 23-7-16,-9 11 67 15,0 5-29-15,-19 5 118 16,-6-4-94-16,2-9-61 0,8-11 58 16,10-8-52-1,5-11-7-15,12-4 2 0,23-2 29 16,9 0-62-16,14-6 26 16,14-11-240-16,-14 3-59 15,-11 5-732-15</inkml:trace>
  <inkml:trace contextRef="#ctx0" brushRef="#br0" timeOffset="61848.57">8426 14761 411 0,'0'0'1119'16,"0"0"-735"-16,0 0-191 15,0 0 35-15,0 0-26 16,0 0-126-16,0 0 28 16,-72-43-104-16,43 65 0 15,2 10 65-15,8 7-48 16,7 3 50-16,12 2-21 16,0 2-29-16,10-2 58 15,11-6-75-15,2 3 1 0,-3-10 18 16,-5-1 17-1,-7-3-35-15,-8-1-1 16,0-2 11-16,-14 0-23 0,-9-8 12 16,6-2-3-1,1-13-10-15,7-1-65 0,9-11 33 16,0-19-268-16,32-8-52 16,7-2 188-16,13 4 82 15,-3 7 95-15,-7 11 64 16,-2 12 37-16,-11 6 78 15,-8 6-60-15,-11 19 8 16,-10 2 81-16,0 5-135 16,0 0-12-16,-2-4-7 15,-11-5-32-15,7-9 7 16,-2-8-29-16,8-6 0 0,0 0-18 16,0-8 18-16,27-20-141 15,4-8-93-15,12-9 2 16,-1 4-41-16,0 6 82 15,-5 13 191-15,-8 13 94 16,-10 9 50-16,-5 13 39 16,-12 17-14-16,-2 2-96 15,0 0 61-15,0-5-68 16,-2-9-50-16,-2-6 22 16,1-6-20-16,3-6-18 15,0 0 0-15,9-13-69 16,16-10-77-16,8-9-88 15,9-4-30-15,2 1 110 0,-3 9 62 16,-10 16 92 0,-6 10 10-16,-12 5-4 0,-11 22 92 15,-2 9-98-15,0 0-7 16,-17 0-12-16,3-9-256 16,3-14-651-16</inkml:trace>
  <inkml:trace contextRef="#ctx0" brushRef="#br0" timeOffset="62251.58">9162 14307 1222 0,'0'0'659'0,"0"0"-530"0,0 0-120 16,0 0 21-16,0 0 171 15,0 0-53-15,-7 147 62 16,7-92-100-16,13 2-86 16,0-3 50-16,1-2-63 15,-10-6-11-15,-4-3 0 16,0-4 31-16,-2-2-37 16,-23-7 6-16,1-10-97 15,-10-8 45-15,10-12-100 16,6-4 35-16,14-33-111 15,4-12-79-15,17-16 182 16,26-8 80-16,1-2 45 0,-1 3 179 16,-1 10 11-1,-13 9 112-15,-14 16-53 0,-7 12-152 16,-8 13 32-16,-2 10-129 16,-25 2-124-16,-16 36-91 15,5 3-272-15,7 1-395 0</inkml:trace>
  <inkml:trace contextRef="#ctx0" brushRef="#br0" timeOffset="62683.84">9338 14976 1780 0,'0'0'379'0,"0"0"-272"16,0 0-95-16,0 0-12 16,0 0 81-16,44 110-5 15,-44-64 89-15,0 2-95 16,0-7-58-16,0-3 44 15,-9-9-41-15,5-12-15 16,2-6 0-16,2-11 28 16,0 0-77-16,4-14 43 15,11-21-189-15,10-11 16 0,-2-7-133 16,-6-6-36-16,-1 7 265 16,-10 10 83-16,1 14 550 15,-7 20-256-15,0 8-184 16,0 16-62-16,-9 18-29 15,3 8 10-15,6 2-19 16,0-1 21-16,8-7-62 16,53-10-72-16,-8-10-210 15,1-14-419-15</inkml:trace>
  <inkml:trace contextRef="#ctx0" brushRef="#br0" timeOffset="62868.66">10030 14858 1927 0,'0'0'305'16,"0"0"-163"-16,0 0-112 16,-146 109 72-16,107-59 40 15,18-1-117-15,7-10 39 16,14-3-64-16,2-14-9 16,25-8-18-16,6-11-34 15,25-11-50-15,-8-19-122 16,-13-6-509-16</inkml:trace>
  <inkml:trace contextRef="#ctx0" brushRef="#br0" timeOffset="63049.09">10129 14314 1250 0,'0'0'1181'16,"0"0"-1141"-16,0 0 3 15,0 111-29-15,-12-20-4 16,4 33 145-16,-1 24-104 15,3-9-51-15,6-32 0 16,0-37-77-16,0-16-152 16,4-11-290-16,7-8-725 0</inkml:trace>
  <inkml:trace contextRef="#ctx0" brushRef="#br0" timeOffset="63388.08">10339 14927 1722 0,'0'0'374'16,"0"0"-181"-16,0 0-193 16,0 0 35-16,0 0 65 15,0 0-13-15,13 114 29 16,-13-68 26-16,0-1-121 16,-7-7 70-16,1-8-86 15,-4-10 21-15,10-7-18 16,0-8-8-16,0-5 0 15,10-5-2-15,7-24-89 16,1-12-33-16,4-7-68 16,-6-10-55-16,-7 4 126 15,-5 10 121-15,-4 21 223 16,0 14 101-16,0 9-278 0,-13 35 17 16,0 11-48-16,1 7-9 15,12 8 49-15,0-3-55 16,45 4-13-16,6-14-202 15,-2-15-411-15</inkml:trace>
  <inkml:trace contextRef="#ctx0" brushRef="#br0" timeOffset="63695.24">11248 15054 1859 0,'0'0'563'0,"0"0"-323"16,0 0-91-16,0 0-103 15,0 0 93-15,0 0-124 16,0 0-1-16,67-14-14 16,-34 14 9-16,5 0-20 15,-13 14-88-15,-12 5-268 16,-13-1-270-16</inkml:trace>
  <inkml:trace contextRef="#ctx0" brushRef="#br0" timeOffset="63838.88">11083 15305 2300 0,'0'0'653'16,"0"0"-543"-16,0 0-90 16,0 0 8-16,165 0-28 15,-85 0-21-15,38 0 11 16,-20-3-276-16,-13-3-382 0</inkml:trace>
  <inkml:trace contextRef="#ctx0" brushRef="#br0" timeOffset="64373.68">12061 14950 1058 0,'0'0'1226'16,"0"0"-846"-16,0 0-301 16,0 0-26-16,0 0 24 15,-35-113-76-15,51 85 36 16,11 6-37-16,6 11-4 16,-2 11-44-16,-2 3 45 15,-9 30 3-15,-16 18-9 16,-4 13 30-16,-26 8-18 15,-15 0-3-15,-3-6 0 16,1-13 36-16,14-13-24 16,12-14 13-16,13-10-25 0,4-9 39 15,15-4-18-15,22-3-21 16,19 0 9-16,9-8-19 16,2-8-62-16,25-10-107 15,-19 6-207-15,-17-1-781 0</inkml:trace>
  <inkml:trace contextRef="#ctx0" brushRef="#br0" timeOffset="64514.2">12559 15158 2244 0,'0'0'560'0,"0"0"-560"15,0 0-155-15,0 0 114 0,0 0 6 16,0 0 35-16,0 0-142 15,13 55-510-15</inkml:trace>
  <inkml:trace contextRef="#ctx0" brushRef="#br0" timeOffset="65125.78">13116 14273 2165 0,'0'0'491'0,"0"0"-351"15,0 0-140-15,0 0 30 16,0 0-41-16,0 0 11 16,0 0 0-16,105 34-1 15,-52-16 28-15,-6-1-60 16,-5-4 33-16,-6-1-112 15,-16 0 72-15,-16 2-115 16,-4 1-9-16,-8 4 124 16,-21 5 7-16,-9 5 33 15,-1 3 6-15,8 2 43 0,2 4 68 16,14 2-117-16,2-2 9 16,13 0-9-16,0-8-21 15,-3 2-54-15,3-10-267 16,-4-9-615-16</inkml:trace>
  <inkml:trace contextRef="#ctx0" brushRef="#br0" timeOffset="65294.94">12931 14668 362 0,'0'0'1390'16,"0"0"-1010"-16,0 0-223 15,0 0 64-15,0 0-135 16,0 0-68-16,0 0 0 0,100-58-5 15,-53 58-13-15,5 0 0 16,10 0-98-16,-7 3-4 16,-12-2-290-16</inkml:trace>
  <inkml:trace contextRef="#ctx0" brushRef="#br0" timeOffset="65661.17">13673 14175 2419 0,'0'0'344'15,"0"0"-340"-15,0 0-4 16,0 0-54-16,0 0 54 15,-13 116 0-15,0-43 6 0,-12 39-28 16,3-18-136-16,1-14-423 16</inkml:trace>
  <inkml:trace contextRef="#ctx0" brushRef="#br0" timeOffset="65767.38">13575 14907 1974 0,'0'0'883'0,"0"0"-883"15,0 0-347-15,0 0-460 0</inkml:trace>
  <inkml:trace contextRef="#ctx0" brushRef="#br0" timeOffset="65977.27">14102 14096 1642 0,'0'0'832'16,"0"0"-832"-16,0 0-25 15,0 0-2-15,0 0 27 16,-35 133 103-16,18-33-90 16,-10 22-13-16,5-15 0 15,2-27-507-15</inkml:trace>
  <inkml:trace contextRef="#ctx0" brushRef="#br0" timeOffset="66083.17">13992 14997 2440 0,'0'0'0'0,"0"0"-665"0</inkml:trace>
  <inkml:trace contextRef="#ctx0" brushRef="#br0" timeOffset="66450.83">12804 15190 1527 0,'0'0'732'0,"0"0"-381"16,0 0-108-16,0 0-134 15,0 0 45-15,0 0-145 16,174-27-9-16,-34 15 5 0,32-2 38 16,-12 1-46-16,-31 8 3 15,-13 5-46-15,-47 0-32 16,-11 0-607-16</inkml:trace>
  <inkml:trace contextRef="#ctx0" brushRef="#br0" timeOffset="67970.28">12998 14323 927 0,'0'0'246'0,"0"0"672"15,0 0-600-15,0 0-245 16,0 0 108-16,0 0-103 16,0 0-14-16,0 6-10 15,8-6-27-15,15 3-5 16,8-3-22-16,7 0 0 0,0 0-12 15,4 0 12 1,-4 0 0-16,-5-3-1 0,-8-3 25 16,-7 2-33-16,-9 1 9 15,-5 3 0-15,-4 0-15 16,0 0 16-16,0 0-1 16,0 0 0-16,0 9 25 15,-4 17-35-15,-5 14 10 16,3 13 0-16,-4 9 3 15,4 7 12-15,-1-2-15 16,3 2 0-16,-3-5 33 16,4-10-35-16,-1-2 2 15,-3-10-34-15,5-8 32 0,2-8-187 16,-18-12-29-16,3-6-156 16,-8-8-528-16</inkml:trace>
  <inkml:trace contextRef="#ctx0" brushRef="#br0" timeOffset="68102.97">12960 14703 1467 0,'0'0'899'0,"0"0"-621"15,0 0-168-15,0 0-102 16,170-116 18-16,-111 97-26 16,24 3-26-16,-13 10-119 15,-20 0-686-15</inkml:trace>
  <inkml:trace contextRef="#ctx0" brushRef="#br0" timeOffset="72401.72">13091 15671 821 0,'0'0'208'15,"0"0"378"-15,0 0-402 16,0 0-171-16,0 0 63 16,0 0-41-16,-19 12-16 15,19-12 9-15,0 0-3 16,0 0-23-16,0 0 45 15,0 0-46-15,0 0 67 16,0 0-67-16,0 0 18 0,0 0 63 16,0 0-71-1,0 0 83-15,0 0 11 0,0 0-61 16,0 0 104-16,0 0-95 16,0 0-29-16,0 0-24 15,0 3 18-15,-2 6-36 16,2 11 18-16,0 9-4 15,0 2-31-15,8 10 36 16,12-4-1-16,0 1 13 16,-2-2 21-16,-3-1-24 15,-3-5-10-15,-5-2 0 16,-7-4 0-16,0-2 1 16,-5-4-1-16,-11-6 6 15,-3-6 27-15,-4-6-18 16,1 0-15-16,1-15 1 0,15-20-33 15,6-7-4 1,0-11-2-16,18-3 20 0,13-2-22 16,5 2 17-16,-1 4 17 15,-6 12 6-15,-8 8 14 16,-13 10 5-16,1 10 117 16,-9 8 28-16,0 4-127 15,0 0 28-15,-15 8-65 16,-6 16-59-16,4 6-15 15,3 14-190-15,8-8-118 16,4-8-475-16</inkml:trace>
  <inkml:trace contextRef="#ctx0" brushRef="#br0" timeOffset="72663.07">13457 15649 2107 0,'0'0'467'0,"0"0"-337"15,0 0-130-15,0 0 0 0,0 0-6 16,0 0-31-1,0 0 36-15,20 126 1 0,-20-36-73 16,0-14-107-16,0-7-431 16</inkml:trace>
  <inkml:trace contextRef="#ctx0" brushRef="#br0" timeOffset="72783">13444 16216 593 0,'0'0'1672'0,"0"0"-1168"16,0 0-492-16,0 0 84 15,0 0-96-15,0 0-51 16,0 0-92-16,27-25-454 0</inkml:trace>
  <inkml:trace contextRef="#ctx0" brushRef="#br0" timeOffset="72993.31">13820 15524 1679 0,'0'0'745'0,"0"0"-697"15,0 0-24-15,0 0-24 16,0 0 66-16,-25 153 0 16,23-89-45-16,2 2-42 15,0 18 0-15,0-18-448 16,0-13-658-16</inkml:trace>
  <inkml:trace contextRef="#ctx0" brushRef="#br0" timeOffset="73113.28">13822 16203 622 0,'0'0'1677'16,"0"0"-1359"-16,0 0-302 16,0 0-16-16,0 0-89 15,0 0-433-15,0 0-1201 0</inkml:trace>
  <inkml:trace contextRef="#ctx0" brushRef="#br0" timeOffset="73518.95">14279 15158 1237 0,'0'0'1341'0,"0"0"-974"15,0 0-321-15,0 0 12 16,0 0-58-16,0 0-119 15,0 0-197-15,10-8-581 0</inkml:trace>
  <inkml:trace contextRef="#ctx0" brushRef="#br0" timeOffset="73923.28">15105 14408 814 0,'0'0'1295'15,"0"0"-1054"-15,0 0-133 0,0 0-102 16,0 0 49-16,0 0-15 16,0 0 27-16,-10 142 91 15,10-82-126-15,0-2-1 16,0-4-14-16,0-8 21 15,2-5-64-15,8-13 26 16,-4-10-202-16,5-18 37 16,3 0-183-16,-5-22-334 0</inkml:trace>
  <inkml:trace contextRef="#ctx0" brushRef="#br0" timeOffset="74081.33">15176 14437 798 0,'0'0'1036'0,"0"0"-374"16,0 0-506-16,0 0-52 15,0 0-102-15,0 0 29 16,33 115 85-16,-20-54-110 16,1 0-6-16,1-1 0 15,-1-6-41-15,-3 1-61 16,-7-15-170-16,-2-14-368 0</inkml:trace>
  <inkml:trace contextRef="#ctx0" brushRef="#br0" timeOffset="74254.95">14922 14459 1480 0,'0'0'869'15,"0"0"-394"-15,0 0-431 16,131-112-6-16,-60 88-3 16,10 10-23-16,-4 10-20 15,4 4 8-15,6 30-276 16,-25 7-111-16,-12-1-1072 0</inkml:trace>
  <inkml:trace contextRef="#ctx0" brushRef="#br0" timeOffset="74434.77">14937 15308 1642 0,'0'0'1031'15,"0"0"-816"-15,0 0-106 0,0 0-100 16,137-50 60-16,-75 34-69 16,22 6-86-16,-14 4-190 15,-20 6-480-15</inkml:trace>
  <inkml:trace contextRef="#ctx0" brushRef="#br0" timeOffset="74744.07">15105 15507 1446 0,'0'0'774'0,"0"0"-446"0,0 0-86 16,0 0-174-16,0 0 62 16,0 0-130-16,0 0 9 15,48-59-36-15,-21 59 34 16,-11 31-7-16,-16 10 0 15,0 16 9-15,-20 3 3 16,-14 3-12-16,1-10 21 16,6-13 67-16,11-12-88 15,14-12 33-15,2-5-33 16,18-9 15-16,26-2-6 16,21 0-9-16,9-22-66 15,42-27-58-15,-16 5-345 16,-13 0-126-16</inkml:trace>
  <inkml:trace contextRef="#ctx0" brushRef="#br0" timeOffset="77603.95">21937 1416 740 0,'0'0'1001'0,"0"0"-642"16,0 0-278-16,0 0-21 16,0 0 66-16,0 0-33 15,0 0 37-15,-74-14-71 0,61 35-53 16,-3 16 102 0,3 14-70-16,11 32 34 0,2 33 27 15,0 33-99-15,15 5 83 16,3-24-83-16,-3-34 11 15,-3-33-1-15,-3-14-4 16,-3 9-6-16,4-3 0 16,-8-1 30-16,-2-9-33 15,0-16 3-15,0-4 0 16,-14-10-28-16,-13-4 10 16,-15-8-96-16,7-3-187 15,-4 0-556-15</inkml:trace>
  <inkml:trace contextRef="#ctx0" brushRef="#br0" timeOffset="78284.95">21288 3084 1960 0,'0'0'625'15,"0"0"-446"-15,0 0 96 16,0 0-144-16,0 0 16 0,0 0-15 16,0 0-126-1,-2 0 40-15,6 0-46 0,12 0-27 16,9 0-9-16,6 0-21 15,9 3-78-15,9 0-28 16,-7-1-398-16,-9-2-231 0</inkml:trace>
  <inkml:trace contextRef="#ctx0" brushRef="#br0" timeOffset="78505.87">21776 2885 1837 0,'0'0'675'16,"0"0"-525"-16,0 0 20 0,0 0-167 16,0 0 18-16,0 0-42 15,0 0 38-15,0 68-17 16,0-27 0-16,0-3 24 16,0-4-65-16,0-6-78 15,0-9-66-15,12-14-24 16,-4-5-319-16,1 0-373 0</inkml:trace>
  <inkml:trace contextRef="#ctx0" brushRef="#br0" timeOffset="78668.64">21898 2857 1048 0,'0'0'1114'0,"0"0"-966"0,0 0-107 15,0 0 47 1,0 0-57-16,-4 140 39 0,4-95-70 15,0-6 10-15,0-2-37 16,0-7-142-16,0-10-217 16,0-12-475-16</inkml:trace>
  <inkml:trace contextRef="#ctx0" brushRef="#br0" timeOffset="78840.89">21761 2839 2076 0,'0'0'545'0,"0"0"-362"0,0 0-63 16,0 0-101-1,0 0 4-15,118-55-23 0,-72 55-71 16,6 19-112-16,-12 9-336 16,-18 3-280-16</inkml:trace>
  <inkml:trace contextRef="#ctx0" brushRef="#br0" timeOffset="79037.14">21692 3377 2083 0,'0'0'581'0,"0"0"-438"16,0 0-11-1,0 0-89-15,0 0 105 0,0 0-131 16,0 0-8-16,86-3-9 15,-45 0-71 1,3 1-108-16,-13 2-195 0,-4 0-363 0</inkml:trace>
  <inkml:trace contextRef="#ctx0" brushRef="#br0" timeOffset="79426.89">21749 3523 1053 0,'0'0'566'15,"0"0"-311"-15,0 0-33 16,0 0 45-16,0 0-90 16,0 0-39-16,0 0 31 15,-2 0-157-15,4-3 26 16,14-3-36-16,2 1 44 15,2 3-56-15,-2 2 10 16,-5 0 0-16,-11 16-35 16,-2 16 21-16,-4 12 14 15,-32 10 0-15,-1 6 32 16,-4-6-3-16,5-9-16 16,17-14 16-16,14-11 10 15,5-13-5-15,16-3-22 0,19-4-11 16,17 0 38-1,6-4-78-15,2-12 8 0,0-4-96 16,7-12-97-16,-18 4-356 16,-13 3-663-16</inkml:trace>
  <inkml:trace contextRef="#ctx0" brushRef="#br0" timeOffset="80111.97">22233 950 1443 0,'0'0'886'15,"0"0"-609"-15,0 0-184 16,0 0 87-16,0 0-71 15,0 0-94-15,0 0 1 16,0 2-16-16,0 27 0 16,0 6-10-16,0 5 40 15,0 1-72-15,0-7 42 16,0-10-145-16,0-11-14 16,2-6-83-16,16-7-23 15,-2-18-214-15,-3-4-1088 0</inkml:trace>
  <inkml:trace contextRef="#ctx0" brushRef="#br0" timeOffset="80262.28">22233 950 1822 0,'85'-73'542'0,"-85"73"-452"15,0 15-90-15,0 14 0 16,0 8 98-16,0 6-97 16,0 0 31-16,0 1-32 15,0-3-23-15,0-2-21 16,0-8-229-16,0-13-323 0</inkml:trace>
  <inkml:trace contextRef="#ctx0" brushRef="#br0" timeOffset="80424.89">22091 960 1998 0,'0'0'549'15,"0"0"-348"-15,0 0-183 16,0 0-6-16,0 0-10 15,151-51 34-15,-98 51-72 16,1 0-50-16,-5 26-182 16,-11 6-207-16,-18-3-681 0</inkml:trace>
  <inkml:trace contextRef="#ctx0" brushRef="#br0" timeOffset="80613.32">22122 1376 1204 0,'0'0'985'0,"0"0"-693"16,0 0-118-16,0 0-1 15,0 0-123-15,138-3-21 16,-93-1-58-16,11 0-113 16,-14 0-396-16,-11 2-903 0</inkml:trace>
  <inkml:trace contextRef="#ctx0" brushRef="#br0" timeOffset="80964.39">22291 1427 1393 0,'0'0'732'0,"0"0"-545"15,0 0-151-15,0 0 41 16,0 0-64-16,0 0 26 16,0 0-11-16,114-36-6 15,-108 40 8-15,-6 18-23 16,0 10 51-16,-27 8 102 15,-8 6-130-15,4-1 39 16,4-5-47-16,14-10 14 0,13-7-8 16,4-11-28-16,36-9 1 15,9-3-8 1,41-8-138-16,-15-13-156 0,-5 1-573 0</inkml:trace>
  <inkml:trace contextRef="#ctx0" brushRef="#br0" timeOffset="82035.66">22766 1965 1555 0,'0'0'578'15,"0"0"-364"-15,0 0-149 16,0 0-17-16,-152 48 77 16,101 4-90-16,-5 16 77 15,5 9-13-15,6 1-89 16,14-3 101-16,12-10-99 0,9-11-11 15,10-10 16-15,0-10 17 16,27-11-68-16,8-14 32 16,17-9-105-16,2 0-1 15,2-23-92-15,-6-5-30 16,-7-3 19-16,-14 7 3 16,-12 5 198-16,-9 10 10 15,-8 9 143-15,0 0 77 16,-14 4-134-16,-4 16 44 15,3 0 26-15,2 3-130 16,3-6 54-16,10 0-68 16,0-5-3-16,10-5 6 0,9-4-15 15,10-3-36-15,7 0 12 16,-5-15-92-16,-4-5 65 16,-9-1-39-16,-7-2 29 15,-11 2 33-15,0 4 56 16,-23 5 0-16,-6 6 60 15,1 6-64-15,1 0 111 16,9 0-71-16,5 2-40 16,11 6 39-16,2-4-45 15,2-2-5-15,25-2-1 16,13 0 16-16,4-14-56 16,3-10-73-16,-1-8-65 15,-7-2 44-15,-12-2-29 0,-12 2 62 16,-9 2 52-1,-6 6 37-15,0 6 166 0,0 8 3 16,0 8 16-16,0 4-96 16,0 2-74-16,0 26-15 15,5 12 0-15,4 8 15 16,9 8 11-16,-9 0-26 16,-2-1 0-16,-7-6-1 15,0-4 33-15,-14-8-30 16,-13-4-2-16,-4-9 0 15,-5-9-34-15,5-15-70 16,6-2-124-16,17-23-418 0</inkml:trace>
  <inkml:trace contextRef="#ctx0" brushRef="#br0" timeOffset="82385.75">23071 1744 2136 0,'0'0'681'15,"0"0"-552"-15,0 0-60 16,0 0-56-16,0 0-13 16,0 0 0-16,116-24 30 0,-78 24-39 15,0 0 9 1,-7 0-61-16,-4 0 60 0,-11 0-87 15,-10 0 48-15,-1 4 13 16,-5 5-61-16,0 9 74 16,-11 9 19-16,-3 16-5 15,-1 10 53-15,1 14-33 16,3 6 11-16,0 8-31 16,4-3 24-16,-2-4-54 15,7-7 30-15,0-11-171 16,-2-10-46-16,-3-16-314 15,2-14-693-15</inkml:trace>
  <inkml:trace contextRef="#ctx0" brushRef="#br0" timeOffset="82512.67">23194 2135 431 0,'0'0'1738'0,"0"0"-1363"0,0 0-323 15,129-130-30-15,-94 106-22 16,6 16-21-16,-12 8-62 15,-4 0-464-15</inkml:trace>
  <inkml:trace contextRef="#ctx0" brushRef="#br0" timeOffset="97005.15">23138 2095 962 0,'0'0'318'16,"0"0"-173"-16,0 0 16 15,0 0-160-15,0 0-1 16,0 0 0-16,25-3 7 16,-23 3 213-16,2 0-45 15,-2 0-133-15,-2 0 90 16,0 0-62-16,0 0 30 16,0 3 16-16,0-3-94 15,0 0 42-15,0 0-64 16,0 0 12-16,0 0-22 15,0 2 10-15,0-2 0 16,0 0-1-16,0 0 10 16,0 0-17-16,0 2 8 0,0-2 0 15,0 5-34 1,0-2 13-16,0 5 21 0,-4-2-7 16,2 0 28-16,2-2-32 15,-2-2 11-15,2-2 0 16,0 0-10-16,0 0 36 15,0 0-2-15,0 0 89 16,0 0-69-16,0 0 75 16,0 0-88-16,0 0-30 15,6 0 66-15,17-2-53 16,4-8-8-16,2-2-6 16,2-2 25-16,-2-1-29 15,2-2 4-15,0 0 0 16,0 2-21-16,3-2 28 15,-5 5-7-15,-9-2 0 0,-5 5 24 16,-4 3-27-16,-8 2 3 16,-1 2 0-16,-2 0 35 15,0 2-25-15,-2-2 19 16,-16 2-29-16,0 0-45 16,-8 0 18-16,-3 0-20 15,-10 4-14-15,4 8 55 16,-5 4-63-16,-3 0 68 15,5-2 1-15,9-2-3 16,12-3-29-16,3-4 32 16,12-3 0-16,2-2 78 15,0 0-60-15,22 0 79 0,14-16-70 16,8-4-5 0,8-4-4-16,-5 0-18 0,-5 4-13 15,3 10-53-15,-16 3-237 16,-12 5-361-16</inkml:trace>
  <inkml:trace contextRef="#ctx0" brushRef="#br0" timeOffset="97723.5">23472 2389 1099 0,'0'0'1075'15,"0"0"-858"-15,0 0-52 16,0 0-19-16,0 0-30 16,0 0 27-16,0 0-143 15,7-55 0-15,11 55-1 16,0 0 30-16,2 4-30 16,-6 21 1-16,-10 6 0 15,-4 10 33-15,0 3-26 16,-2 3 11-16,-19-2-3 15,1-6 27-15,5-6-42 16,-1-9 0-16,5-9 0 0,9-6-14 16,0-8 15-16,2-1-1 15,0-7 0-15,4-25-52 16,19-12-129-16,-1-10 9 16,7-7-45-16,-3 5 116 15,-1 10 25-15,-9 14 76 16,-10 14 170-16,-6 16 3 15,0 2 4-15,0 16-153 16,-16 16-6-16,3 10 87 16,7 4-105-16,6 3 35 15,0-5-35-15,17-4 9 16,22-6-27-16,23-13-175 16,-4-5-150-16,-3-16-424 0</inkml:trace>
  <inkml:trace contextRef="#ctx0" brushRef="#br0" timeOffset="97936.83">24081 2278 1768 0,'0'0'644'16,"0"0"-452"-16,0 0-20 16,0 0-98-16,0 0-54 15,-142 53 23-15,111 5-27 16,4 8 2-16,11-3 9 15,14-3-19-15,2-9-8 16,6-16 0-16,21-10-84 16,11-15 35-16,15-17-89 0,-1-17-124 15,-12-10-393-15</inkml:trace>
  <inkml:trace contextRef="#ctx0" brushRef="#br0" timeOffset="98174.75">24199 1489 2228 0,'0'0'481'0,"0"0"-397"15,0 0-30-15,0 0-54 16,0 0 0-16,0 143 145 16,-6-15-97-16,-13 39 62 15,4 10-110-15,7-17 6 0,0-42-28 16,6-42 22-1,2-21-8-15,0-13-37 0,4 12-216 16,8-10-88-16,-1-8-685 0</inkml:trace>
  <inkml:trace contextRef="#ctx0" brushRef="#br0" timeOffset="98559.22">24230 2344 880 0,'0'0'1203'16,"0"0"-854"-16,0 0-288 0,0 0-31 16,0 0 11-1,0 0-8-15,0 0-25 0,77 0 17 16,-71 40-16-16,-4 8 138 16,-2 4-87-16,0 1 0 15,-4-5-23-15,-8-9-1 16,1-8-20-16,5-9-16 15,6-10 0-15,0-10-12 16,0-2 33-16,0-9-21 16,0-25 0-16,13-15-188 15,5-16 67-15,5-2-49 16,-6 0 41-16,-3 18 129 16,-6 15 9-16,-8 24 144 15,0 10-20-15,0 27-113 16,-8 16 107-16,-6 12-70 0,5 1-42 15,9 0 33-15,0-8-42 16,11-6-12-16,18-9-67 16,25-11-215-16,-9-8-89 15,-3-11-1047-15</inkml:trace>
  <inkml:trace contextRef="#ctx0" brushRef="#br0" timeOffset="99242.48">24803 2490 1407 0,'0'0'731'16,"0"0"-454"-16,0 0 79 15,0 0-150-15,0 0-58 16,0 0 18-16,0 0-137 16,-6 0 29-16,10 0-58 15,19 0 15-15,4 0-32 16,4 0 17-16,0 0-52 16,-2 4 42-16,-2 0-127 15,-14 11 22-15,-7-3-380 16,-6 0-360-16</inkml:trace>
  <inkml:trace contextRef="#ctx0" brushRef="#br0" timeOffset="99395.49">24768 2680 2089 0,'0'0'519'16,"0"0"-427"-16,0 0-1 16,0 0-55-16,0 0 38 15,129 5-74-15,-86-3-23 16,-1 2-79-16,-11-3-407 15,-4 4-1160-15</inkml:trace>
  <inkml:trace contextRef="#ctx0" brushRef="#br0" timeOffset="111952.58">4749 9152 1716 0,'0'0'219'16,"0"0"34"-16,0 0-50 15,0 0-43-15,0 0 140 16,0 0-155-16,-19-34-23 15,17 34 31-15,2 0-112 16,0 0 59-16,0 0-100 16,-2 0 22-16,2 0-73 0,0 0-8 15,0 26-109 1,0-1-351-16,2-5-617 0</inkml:trace>
  <inkml:trace contextRef="#ctx0" brushRef="#br0" timeOffset="112665.78">23080 3191 730 0,'0'0'1983'16,"0"0"-1983"-16,0 0-167 16,0 0-684-16</inkml:trace>
  <inkml:trace contextRef="#ctx0" brushRef="#br0" timeOffset="116051.71">25624 2276 608 0,'0'0'52'16,"0"0"1043"-16,0 0-708 16,0 0-196-16,0 0 64 15,0 0 26-15,0 0-154 16,0-30 54-16,0 26-92 16,0 4-88-16,-5 0 36 15,5 0-37-15,-2 0 0 0,2 0 0 16,0 0 25-16,0 0-49 15,0 0 24-15,0 0-94 16,-2 0 49-16,-2 12-422 16,-6 4 94-16,6-4-462 0</inkml:trace>
  <inkml:trace contextRef="#ctx0" brushRef="#br0" timeOffset="116188.34">25624 2276 15 0</inkml:trace>
  <inkml:trace contextRef="#ctx0" brushRef="#br0" timeOffset="116488.64">25624 2276 15 0,'80'70'2036'0,"-94"-74"-1661"0,-1-10-214 0,-1-2-146 0,5-3 104 15,7-4-10-15,4-1-99 16,0-2 51-16,2 0-61 15,21 1 0-15,-4 6-22 16,4 7 44-16,-8 7-23 16,-6 5 1-16,-4 22-9 15,-5 24-21-15,-29 17 41 16,-25 13-11-16,-15 5 20 16,-9-6 15-16,-4-11-28 15,8-14-7-15,9-19 1 16,16-13-6-16,9-14 16 0,15-4-11 15,19-4 39-15,6-19-21 16,20-4 9-16,24 3-27 16,12 5 0-16,7 13-33 15,-3 6 33-15,-2 14 0 16,-4 17-12-16,-4 0-74 16,24 8-76-16,-9-11-149 15,-11-10-501-15</inkml:trace>
  <inkml:trace contextRef="#ctx0" brushRef="#br0" timeOffset="117008.09">26564 1702 810 0,'0'0'13'0,"0"0"549"16,0 0-46-16,0 0-274 16,-35-104-47-16,4 96-73 15,-5 8-92-15,3 16 63 16,-12 40-23-16,5 46-41 15,9 48 120-15,4 19-69 16,20-8 7-16,7-37-3 16,0-44-74-16,0-22 41 15,0-9-51-15,0 1 21 16,7 2-30-16,-5 0 9 0,0-11 0 16,-2-7 0-16,0-9-20 15,0-7-1-15,-4-8-152 16,-5-5-200-16,2-5-280 0</inkml:trace>
  <inkml:trace contextRef="#ctx0" brushRef="#br0" timeOffset="117328.06">26290 2965 980 0,'0'0'1192'16,"0"0"-979"-16,0 0-73 16,0 0-99-16,0 0-29 15,0 0 136-15,0 0-97 16,-77 74 25-16,77-44-8 16,0-1-48-16,28-7 44 15,3-6-64-15,10-8 1 16,-4-8-21-16,-3 0 21 15,-5 0-1-15,-13-10 0 16,-14-4 9-16,-2-5-55 16,-4 2 43-16,-23-5-99 15,0 2 31-15,-4-8-123 16,8 3-81-16,8 3-409 0</inkml:trace>
  <inkml:trace contextRef="#ctx0" brushRef="#br0" timeOffset="118102.3">26807 1153 871 0,'0'0'881'0,"0"0"-621"16,0 0 33-16,0 0-97 16,0 0 18-16,0 0-81 15,0 0-124-15,-2-8 21 16,2 30-30-16,-4 14 0 15,4 6 4-15,-7 6 17 16,3-4-21-16,1-5 0 0,1-10 12 16,2-8-64-1,0-12-21-15,0-5-96 0,9-4 61 16,9-4-95-16,-2-19-70 16,-1-16-126-16,1-3 115 15,-3-2 228-15,-7 6 56 16,2 10 284-16,-8 12 67 15,0 10-85-15,0 6-72 16,0 2-143-16,0 23-45 16,0 10 130-16,0 5-129 15,-2 3 2-15,-4-2-9 16,6-3-10-16,0-3-7 16,0-5-125-16,0-10-182 0,0-10-215 15</inkml:trace>
  <inkml:trace contextRef="#ctx0" brushRef="#br0" timeOffset="118281.83">26664 1073 1942 0,'0'0'532'0,"0"0"-416"16,0 0 11-16,0 0 40 15,0 0-146-15,150-63 7 16,-99 61-28-16,5 2-6 15,0 0-1-15,2 29-245 0,-14 0-87 16,-15 2-320-16</inkml:trace>
  <inkml:trace contextRef="#ctx0" brushRef="#br0" timeOffset="118499.36">26763 1601 1290 0,'0'0'951'16,"0"0"-640"-16,0 0-49 15,0 0-142-15,0 0 47 16,0 0-167-16,0 0 1 16,73-46-7-16,-33 37-26 15,7 5-17-15,16 4-217 0,-12 0-190 16,-9 0-150-16</inkml:trace>
  <inkml:trace contextRef="#ctx0" brushRef="#br0" timeOffset="119115.88">26975 1636 401 0,'0'0'814'0,"0"0"-637"15,0 0-97-15,0 0 52 16,0 0-21-16,0 0 2 15,0 0-12-15,-14 0-74 16,14 0 80-16,0 0-39 16,0 0-5-16,0 0 59 15,0 0-102-15,0 0 22 16,0 0-14-16,0 0-3 16,0 0-19-16,0 0-6 0,0 0 0 15,-2 0-28 1,0 0 9-16,-7 2 19 0,3-1 0 15,-4 2 12-15,1-1-17 16,1-2 5-16,0 0 0 16,2 0 12-16,4 0-2 15,2 0 42-15,0 0 3 16,0 0-54-16,4 0 108 16,14 0-109-16,5 0 0 15,-4 6-15-15,-5 8 11 16,-7 7 4-16,-7 8 1 15,-11 9 29-15,-28 4 143 16,-5 2-100-16,-1-3-7 16,5-7 4-16,13-10-51 15,19-8 10-15,8-4-29 0,13-1 1 16,32-2-30-16,19-1 29 16,19-2-65-16,57 0-140 15,-26-4-292-15,-10 2-382 0</inkml:trace>
  <inkml:trace contextRef="#ctx0" brushRef="#br0" timeOffset="120855.36">27844 2081 1570 0,'0'0'330'16,"0"0"-51"-16,0 0-93 0,0 0-88 15,0 0 54-15,0 0-97 16,-156-56-5-16,100 60 4 15,-2 27-35-15,-7 15 32 16,-1 14-25-16,8 12-19 16,4 4 89-16,16-2-95 15,16-6 23-15,13-8-20 16,9-12 32-16,0-10-17 16,25-9-19-16,8-14 0 15,14-6-40-15,4-9 28 16,7 0-12-16,-2-21-25 15,-2-3-106-15,-12-1 84 16,-11 3 4-16,-15 3 64 0,-5 9-6 16,-9 6 18-16,-2 4 33 15,0 0-15-15,-7 11 6 16,-1 8 38-16,-6 4-34 16,5-1-36-16,7-3 37 15,2-7-13-15,0-2-25 16,11-5 0-16,7-5 33 15,7 0-60-15,-4-3 27 16,0-11-24-16,-13-6-4 16,-1-2-8-16,-7-1 36 15,0 0 0-15,0 7 0 16,-9 4 93-16,3 7-75 16,1 2 7-16,5 3 13 15,0 0-13-15,0-2-11 16,11 0-14-16,18-6 19 0,14-4-44 15,8-10 25-15,5-7-50 16,-7-8 32-16,-7-5-92 16,-11-4 66-16,-8 0-51 15,-17 2 65-15,-4 8 30 16,-2 11 34-16,0 14 117 16,0 11-67-16,0 0-56 15,0 33-28-15,0 20 0 16,0 15 8-16,0 7 70 15,0 4-77-15,0-7 28 16,-2-8-19-16,-6-10 31 16,-6-9-34-16,-8-10-7 0,2-6 0 15,-7-9-30-15,2-8 30 16,6-8-78-16,11-14-55 16,8-21-170-16,0-6-344 0</inkml:trace>
  <inkml:trace contextRef="#ctx0" brushRef="#br0" timeOffset="121222">28194 1755 1790 0,'0'0'670'15,"0"0"-452"-15,0 0-66 0,0 0-16 16,0 0-90-1,0 0 12-15,0 0-58 0,85-65 26 16,-39 65-35-16,4 0 9 16,-6 0-39-16,-3 4 30 15,-13 0-69-15,-10-2 44 16,-7-2-9-16,-11 2-4 16,0 2 8-16,0 4 36 15,-9 11 3-15,-8 12-6 16,-1 19 35-16,-5 13 1 15,4 13 4-15,5 0-12 16,-1 2 1-16,1-8-23 16,5-5 0-16,3-11-11 15,-6-10-135-15,1-10-33 16,-22-14-138-16,-1-10-246 0,-1-10-287 0</inkml:trace>
  <inkml:trace contextRef="#ctx0" brushRef="#br0" timeOffset="121321.4">28188 2145 1557 0,'0'0'506'0,"0"0"-231"16,120-102-179-16,-61 64 19 16,5 12-48-16,-7 8-67 15,6 18-1-15,-19 8-308 16,-13 11-600-16</inkml:trace>
  <inkml:trace contextRef="#ctx0" brushRef="#br0" timeOffset="121741.4">28589 2404 649 0,'0'0'1212'15,"0"0"-1066"-15,0 0-90 16,0 0 106-16,0 0-50 16,0 0 20-16,2 102-10 15,-16-62-76-15,-3-3 83 16,3-3-106-16,-1-8-17 15,4-10 3-15,6-7 9 16,5-6-18-16,0-3 2 16,0 0 29-16,11-26-62 15,11-14-188-15,5-17-3 0,0-10-64 16,-5-5-98-16,1 5 339 16,-10 14 45-16,-7 23 354 15,-6 18 204-15,0 12-419 16,0 5-115-16,-11 23 43 15,3 8-42-15,6 4 66 16,2 0-76-16,6-1 14 16,25-7-55-16,13-9 26 15,12-11-95-15,9-10-23 16,7-2-132-16,1-11 2 16,16-38-87-16,-18 5-263 15,-17-2 186-15</inkml:trace>
  <inkml:trace contextRef="#ctx0" brushRef="#br0" timeOffset="121891.33">29253 2180 899 0,'0'0'641'0,"0"0"-77"0,0 0-274 16,0 0-164-16,-163-16 45 16,112 55-99-16,6 12-8 15,12 5 27-15,12-3-84 16,17-4 37-16,4-5-44 16,10-12 6-16,21-7-45 15,11-12-18-15,0-13-61 16,22-20-50-16,-10-19-210 15,-11-7-326-15</inkml:trace>
  <inkml:trace contextRef="#ctx0" brushRef="#br0" timeOffset="122108.88">29313 1349 2364 0,'0'0'290'15,"0"0"-175"-15,0 0-115 16,0 0 37-16,0 0-34 15,0 206 85-15,0-49-28 16,0 14 21-16,0-8-65 16,-2-20-16-16,2-43 0 15,0-21 1-15,0-26-33 16,0-10-9-16,0-1-144 16,0-2-24-16,11-13-181 15,0-15-189-15,-2-12-88 0</inkml:trace>
  <inkml:trace contextRef="#ctx0" brushRef="#br0" timeOffset="122443.05">29434 2198 1614 0,'0'0'515'0,"0"0"-348"15,0 0 35-15,0 0-175 16,0 0-9-16,0 0 99 16,0 0-57-16,29 82 67 15,-29-34-32-15,0 0-62 16,0-3 54-16,-8-10-77 15,4-9-10-15,2-10 0 16,2-8 42-16,0-8-37 16,0 0-5-16,14-27-20 15,7-20 14-15,6-17-164 16,0-11-29-16,-4 4 6 16,-8 8 193-16,-11 23 50 0,-4 25 217 15,0 15-188-15,0 15-14 16,0 28-55-16,0 10 34 15,0 8 5-15,25-1-24 16,22 0-4-16,40-4-21 16,7-14-76-16,37-10-63 15,-17-12-362-15,-39-14-598 0</inkml:trace>
  <inkml:trace contextRef="#ctx0" brushRef="#br0" timeOffset="123222.68">24812 4574 1998 0,'0'0'501'15,"0"0"-345"-15,0 0 71 16,0 0-108-16,0 0 34 16,0 0-123-16,0 0-30 15,143 26 4-15,-98-16-4 16,-5 2-49-16,-18 11-198 16,-9-4-294-16,-13-1-303 0</inkml:trace>
  <inkml:trace contextRef="#ctx0" brushRef="#br0" timeOffset="123345.6">24882 4856 1020 0,'0'0'1542'16,"0"0"-1298"-16,0 0-181 0,0 0-39 15,149 4 15-15,-89-4-77 16,22 0 38-16,-15-4-261 16,-9-3-263-16</inkml:trace>
  <inkml:trace contextRef="#ctx0" brushRef="#br0" timeOffset="124198.77">25898 4516 1654 0,'0'0'645'15,"0"0"-506"-15,0 0-127 0,0 0 28 16,0 0-40-16,0 0 18 16,0 0-39-16,-27-86-65 15,33 61-34-15,15 3 43 16,-5 4-5-16,1 4 82 16,-1 8 16-16,-5 6 59 15,-7 0 36-15,-4 30-84 16,0 16 70-16,-15 14-3 15,-18 14-86-15,-12-1 63 16,-4-1-71-16,0-8 1 16,4-12 2-16,3-13-3 15,6-15-1-15,5-12-12 0,4-12-103 16,7 0 101-16,7-20-34 16,11-10 49-16,2-4-24 15,0-3 48-15,15 7 22 16,12 7 137-16,0 9-44 15,4 7-5-15,2 7-134 16,5 0 9-16,3 16-27 16,-8 8 17-16,13 10-116 15,-7-6-124-15,-6-10-398 0</inkml:trace>
  <inkml:trace contextRef="#ctx0" brushRef="#br0" timeOffset="124317.22">26217 4706 1935 0,'0'0'907'16,"0"0"-907"-16,0 0-56 16,0 0-122-16,0 0 2 15,0 0-217-15,0 0-1172 0</inkml:trace>
  <inkml:trace contextRef="#ctx0" brushRef="#br0" timeOffset="126976.7">27086 3766 1595 0,'0'0'510'0,"0"0"-387"15,0 0 43-15,0 0-94 16,0 0-2-16,0 0 58 15,0 0-119-15,-96-32 3 0,63 78 21 16,-9 30-3-16,-1 3 131 16,5 9-100-16,7-2-25 15,13-22 19-15,3 1-28 16,8-12-18-16,7-13-9 16,0-10 18-16,22-10-37 15,7-10 19-15,6-10-6 16,4 0-18-16,-6-10-28 15,-6-12 41-15,-12-4-14 16,-5 2 7-16,-10 4-3 16,-3 6 22-16,-21 9-1 15,-3 5 0-15,-4 0 12 0,0 14-39 16,6 11-64 0,9 8-198-16,12-7-88 0,4-6-747 0</inkml:trace>
  <inkml:trace contextRef="#ctx0" brushRef="#br0" timeOffset="127253.73">27514 3696 1925 0,'0'0'590'0,"0"0"-396"0,0 0 3 16,0 0-61-16,0 0-134 15,0 0 47-15,0 0-49 16,-15 120 0-16,1-38-32 16,1 8 32-16,-3 0-118 15,3-5-83-15,-8 5-164 16,13-22-177-16,-5-15-603 0</inkml:trace>
  <inkml:trace contextRef="#ctx0" brushRef="#br0" timeOffset="127351.93">27364 4514 1580 0,'0'0'647'15,"0"0"-413"-15,0 0-142 16,0 0 12-16,0 0-52 0,0 0-52 16,0 0-175-16,16-29-930 15</inkml:trace>
  <inkml:trace contextRef="#ctx0" brushRef="#br0" timeOffset="127651.39">28080 3638 1620 0,'0'0'889'0,"0"0"-557"0,0 0-259 15,0 0-29-15,0 0-35 16,0 0 42-16,0 0-51 16,-22 132 0-16,9-52 12 15,-1 8-21-15,1-1 9 16,2 1-1-16,-1-9-63 15,4 6-244-15,1-25-211 16,5-16-763-16</inkml:trace>
  <inkml:trace contextRef="#ctx0" brushRef="#br0" timeOffset="127755.32">27982 4488 1547 0,'0'0'1148'0,"0"0"-955"15,0 0-193-15,0 0-58 0,0 0-100 16,0 0-143-16,0 0-451 15</inkml:trace>
  <inkml:trace contextRef="#ctx0" brushRef="#br0" timeOffset="128279.64">26685 4650 1300 0,'0'0'722'0,"0"0"-431"0,0 0-129 15,0 0 80-15,0 0-4 16,0 0-193-16,0 0 52 16,143 0-97-16,-39 0 0 15,39 0-10-15,27-5 20 16,-14-2-10-16,-29-1 0 16,-45 2 35-16,-25 4-46 15,7 0 11-15,0 2-51 16,1 0-26-16,-9 0-282 15,-23 4-165-15,-8 2-268 0</inkml:trace>
  <inkml:trace contextRef="#ctx0" brushRef="#br0" timeOffset="128765.24">26961 4985 1655 0,'0'0'681'0,"0"0"-513"16,0 0-65-16,0 0-66 15,0 0 139-15,0 0-84 16,0 0-83-16,60 3 39 16,-24-3-48-16,-1 0 0 15,2 0 0-15,-10 0 34 16,-8 0-41-16,-5 0 7 15,-8 0 0-15,-6 0-36 16,0 0 36-16,0 9-6 16,-4 14-6-16,-14 10 24 15,3 9-21-15,-8 6 9 0,5 5 0 16,3 3-26-16,3-3 34 16,6 0-8-16,-3-7 0 15,7-4-57-15,2-9-74 16,0-8-118-16,0-9-246 15,0-8-151-15</inkml:trace>
  <inkml:trace contextRef="#ctx0" brushRef="#br0" timeOffset="128919.74">26774 5346 1405 0,'0'0'1185'15,"0"0"-989"-15,0 0-84 0,0 0-112 16,162-80 0-1,-92 61-19-15,8 3 19 0,-2 2-75 16,22-4-176-16,-23 4-404 16,-15 2-1142-16</inkml:trace>
  <inkml:trace contextRef="#ctx0" brushRef="#br0" timeOffset="129107.81">27532 4969 1714 0,'0'0'543'0,"0"0"-381"16,0 0-162-16,0 0 22 0,0 0 66 16,0 0-21-1,0 0 34-15,-29 150-64 16,14-80-4-16,-1 5-66 0,3-5-16 16,-1 10-156-1,3-18-38-15,7-18-438 0</inkml:trace>
  <inkml:trace contextRef="#ctx0" brushRef="#br0" timeOffset="129227.16">27434 5592 1570 0,'0'0'1029'0,"0"0"-758"15,0 0-199-15,0 0-38 16,0 0-68-16,0 0-17 16,0 0-162-16,29 0-39 15,-12 0-756-15</inkml:trace>
  <inkml:trace contextRef="#ctx0" brushRef="#br0" timeOffset="129458.93">27891 4895 2458 0,'0'0'465'0,"0"0"-455"16,0 0 37-16,0 0-61 15,0 0 37-15,0 0-23 16,-2 122 59-16,-10-47-30 16,1 10-25-16,-2 4-4 15,4 1-12-15,-2-5-16 16,7 8-169-16,-1-21-265 16,3-19-445-16</inkml:trace>
  <inkml:trace contextRef="#ctx0" brushRef="#br0" timeOffset="129580.96">27819 5775 2191 0,'0'0'771'0,"0"0"-613"16,0 0-158-16,0 0-110 15,0 0 56-15,0 0-167 16,0 0-143-16,0 2-1078 0</inkml:trace>
  <inkml:trace contextRef="#ctx0" brushRef="#br0" timeOffset="139791.17">28695 4632 1145 0,'0'0'657'0,"0"0"-531"0,0 0 32 16,0 0-6-16,0 0 71 15,0 0-64-15,-19-10-80 16,19 6 60-16,0-1-115 16,4 2-7-16,11-3 8 15,8 0 6-15,-1 4-22 16,3-1-9-16,1 3 0 15,1 0-40-15,0 3-11 16,-3 19-147-16,-3-2-92 16,-8-2-422-16</inkml:trace>
  <inkml:trace contextRef="#ctx0" brushRef="#br0" timeOffset="139954.59">28726 4796 2092 0,'0'0'672'15,"0"0"-672"-15,0 0 9 16,0 0-9-16,0 0 1 16,0 0 33-16,0 0-34 15,154-4-244-15,-102 4-140 16,-15 3-671-16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A29E2-FFA6-49DF-812D-911B70155D0E}" type="datetimeFigureOut">
              <a:rPr lang="en-US" smtClean="0"/>
              <a:t>18-Nov-24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AFD61-2D2D-4B6C-8ED8-F1580441E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1CFF-CD3C-4814-A5D5-5431DB04F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DDB0E-491E-43AD-928F-1B8DCCA5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F40B0-DA07-495D-960D-0E259547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B849-4CAD-45CB-8E67-BAFFFC4F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05CEF-5AFC-4184-ACDF-B7775D40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12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6462-46D1-47C9-AD7D-9B99C732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F50F-5AA1-4E64-A148-A3DDDF828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9460-E5D4-4438-B909-AA8A4F40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EA07-06A8-4BAD-AB11-650FE210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38166-2CEA-4832-A4E2-F1EF51EB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069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47C1-7BFB-4102-84C3-365462E6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73600-CCF6-4E96-B7CC-5C18C0CC9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DC1CB-6DDA-4360-8E95-BC246B56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B77F2-A0B5-46CC-B086-BEBFA730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62039-E7D9-4717-B1B1-0D4558AA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94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1528-8413-43CD-A65C-C07FB4DF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D4330-1EE1-4429-9399-9BB204713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4385B-7C60-4738-9215-D687E709F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2BE01-682F-48E3-AA06-2AED2134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8F201-B224-42CB-B1A8-47EC4BA1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7DEDE-E3EB-47EA-AF9A-A9F45690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416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2268-0B0D-463F-882F-06A8DF4E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9DE2-F83D-4116-ABF7-CA501847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FE414-FE6E-4A98-9E3B-FDDD317ED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4D73DF-8B14-492A-A8F8-A51D6F577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C59A3-F9B3-46D5-B49D-39D1E53BD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06692-637C-4775-A64B-9FB80A8B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0BF7E-BA86-47A6-94BE-A681F4CE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0EEC-2271-4DA7-860D-63C749AD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326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45D2-49E2-4D5B-B082-A328A62A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7703A-204D-4933-B289-5B3B7985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78061-FF89-40A8-9F3D-1EF12E673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B3C25-ADD4-4C8F-96F5-6DC6FC19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84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2EEDA-DF01-4129-818E-CF469549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FB5DA-0FCD-44B7-B6C9-A59E17D9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25BF4-A433-4BC7-B066-8DC97BB4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771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2EC4-202E-4CB1-A504-D4E4064D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0FFA-443D-4783-ABAD-A61A24D6D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D193F-8461-41BF-8B09-05717C830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46698-9CCD-4958-9248-CF642423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DBBEA-BEBC-4337-9F4A-486AD29C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E9CC5-C262-4B72-AAB4-36C2CDE2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073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C05A-B217-470A-BF3D-3DA14CAF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0CFCB-CA7D-458F-ABAF-A7F31CB30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F69B0-6507-4F9E-860C-4A22C1C7E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CED1B-16B9-4455-BBE5-36F26AB7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D2D0B-477F-4893-9435-1F8F5926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C8A36-120C-4F62-9642-21BFE201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76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B24A-BD0C-4E6B-A14B-6FB2C823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4426F-F860-4815-8364-66D91CEC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5A88-B62C-4250-8CA2-6B1AD07C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1E895-FBAA-4F91-A358-343BC20C5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9F1FE-611D-4BFD-9099-EF7AD2DB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7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4775C-0F54-4EEA-ABBC-5B00D1CA8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DFDEC-324E-4F0E-9DC4-7F61B1131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D3ED-2D49-46CD-BA1F-484CD9EE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1CB8-6AD5-4FE5-837B-DD926AB1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33A72-E5AA-40D2-ADE7-5D827296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781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80AF7-DD55-436F-878E-4915A1A3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CFCBD-4F2D-47A9-88B7-A5C438C37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F500B-FD86-4A9F-A4F5-F31B5EA17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1F50E-4925-4BB2-8218-BE723EDECF2D}" type="datetimeFigureOut">
              <a:rPr lang="vi-VN" smtClean="0"/>
              <a:t>18/11/2024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F9C71-7239-4060-A30D-B058E2B65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D4DAA-D67F-435F-BBE9-7ADCA5AF9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921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10.png"/><Relationship Id="rId4" Type="http://schemas.openxmlformats.org/officeDocument/2006/relationships/image" Target="../media/image10.wmf"/><Relationship Id="rId9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16.png"/><Relationship Id="rId4" Type="http://schemas.openxmlformats.org/officeDocument/2006/relationships/image" Target="../media/image15.wmf"/><Relationship Id="rId9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127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customXml" Target="../ink/ink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11" Type="http://schemas.openxmlformats.org/officeDocument/2006/relationships/image" Target="../media/image126.png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35.png"/><Relationship Id="rId10" Type="http://schemas.openxmlformats.org/officeDocument/2006/relationships/customXml" Target="../ink/ink3.xml"/><Relationship Id="rId4" Type="http://schemas.openxmlformats.org/officeDocument/2006/relationships/image" Target="../media/image24.emf"/><Relationship Id="rId9" Type="http://schemas.openxmlformats.org/officeDocument/2006/relationships/image" Target="../media/image26.png"/><Relationship Id="rId1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4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148.png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E0DFF7F2-2802-F70B-3AB9-E9BF000D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493B7A-DB96-4EB6-9C72-84060FA9CB68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vi-VN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617ED73-DB4C-1434-89EC-E6DA4AEF4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159BF3E4-CF8F-64F7-E212-09BF63B2D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269" name="Rectangle 6">
            <a:extLst>
              <a:ext uri="{FF2B5EF4-FFF2-40B4-BE49-F238E27FC236}">
                <a16:creationId xmlns:a16="http://schemas.microsoft.com/office/drawing/2014/main" id="{012A0269-830B-C5DA-DC8E-FF8580503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5969" name="Rectangle 17">
            <a:extLst>
              <a:ext uri="{FF2B5EF4-FFF2-40B4-BE49-F238E27FC236}">
                <a16:creationId xmlns:a16="http://schemas.microsoft.com/office/drawing/2014/main" id="{30CF00EF-7582-60A8-9C80-942DFAF9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836613"/>
            <a:ext cx="2536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2. Tính chất :</a:t>
            </a:r>
          </a:p>
        </p:txBody>
      </p:sp>
      <p:graphicFrame>
        <p:nvGraphicFramePr>
          <p:cNvPr id="125970" name="Object 18">
            <a:extLst>
              <a:ext uri="{FF2B5EF4-FFF2-40B4-BE49-F238E27FC236}">
                <a16:creationId xmlns:a16="http://schemas.microsoft.com/office/drawing/2014/main" id="{907D92B5-048A-43B0-DFD4-64680BCA6B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412875"/>
          <a:ext cx="23749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Equation" r:id="rId3" imgW="965200" imgH="508000" progId="Equation.DSMT4">
                  <p:embed/>
                </p:oleObj>
              </mc:Choice>
              <mc:Fallback>
                <p:oleObj name="Equation" r:id="rId3" imgW="965200" imgH="508000" progId="Equation.DSMT4">
                  <p:embed/>
                  <p:pic>
                    <p:nvPicPr>
                      <p:cNvPr id="125970" name="Object 18">
                        <a:extLst>
                          <a:ext uri="{FF2B5EF4-FFF2-40B4-BE49-F238E27FC236}">
                            <a16:creationId xmlns:a16="http://schemas.microsoft.com/office/drawing/2014/main" id="{907D92B5-048A-43B0-DFD4-64680BCA6B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412875"/>
                        <a:ext cx="23749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1" name="Object 19">
            <a:extLst>
              <a:ext uri="{FF2B5EF4-FFF2-40B4-BE49-F238E27FC236}">
                <a16:creationId xmlns:a16="http://schemas.microsoft.com/office/drawing/2014/main" id="{334D5B1A-3A4A-32C1-3FC4-9ACB04871D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4688" y="2627313"/>
          <a:ext cx="71755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5" imgW="2984500" imgH="508000" progId="Equation.DSMT4">
                  <p:embed/>
                </p:oleObj>
              </mc:Choice>
              <mc:Fallback>
                <p:oleObj name="Equation" r:id="rId5" imgW="2984500" imgH="508000" progId="Equation.DSMT4">
                  <p:embed/>
                  <p:pic>
                    <p:nvPicPr>
                      <p:cNvPr id="125971" name="Object 19">
                        <a:extLst>
                          <a:ext uri="{FF2B5EF4-FFF2-40B4-BE49-F238E27FC236}">
                            <a16:creationId xmlns:a16="http://schemas.microsoft.com/office/drawing/2014/main" id="{334D5B1A-3A4A-32C1-3FC4-9ACB04871D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2627313"/>
                        <a:ext cx="717550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2" name="Object 20">
            <a:extLst>
              <a:ext uri="{FF2B5EF4-FFF2-40B4-BE49-F238E27FC236}">
                <a16:creationId xmlns:a16="http://schemas.microsoft.com/office/drawing/2014/main" id="{DD16ADEC-21EA-BC09-C561-1605F68DD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4057650"/>
          <a:ext cx="756126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Equation" r:id="rId7" imgW="3276600" imgH="508000" progId="Equation.DSMT4">
                  <p:embed/>
                </p:oleObj>
              </mc:Choice>
              <mc:Fallback>
                <p:oleObj name="Equation" r:id="rId7" imgW="3276600" imgH="508000" progId="Equation.DSMT4">
                  <p:embed/>
                  <p:pic>
                    <p:nvPicPr>
                      <p:cNvPr id="125972" name="Object 20">
                        <a:extLst>
                          <a:ext uri="{FF2B5EF4-FFF2-40B4-BE49-F238E27FC236}">
                            <a16:creationId xmlns:a16="http://schemas.microsoft.com/office/drawing/2014/main" id="{DD16ADEC-21EA-BC09-C561-1605F68DDA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4057650"/>
                        <a:ext cx="756126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3" name="Object 21">
            <a:extLst>
              <a:ext uri="{FF2B5EF4-FFF2-40B4-BE49-F238E27FC236}">
                <a16:creationId xmlns:a16="http://schemas.microsoft.com/office/drawing/2014/main" id="{9FDD4553-1583-64BD-6E66-8E9FB0954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359400"/>
          <a:ext cx="3743325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9" imgW="1739900" imgH="508000" progId="Equation.DSMT4">
                  <p:embed/>
                </p:oleObj>
              </mc:Choice>
              <mc:Fallback>
                <p:oleObj name="Equation" r:id="rId9" imgW="1739900" imgH="508000" progId="Equation.DSMT4">
                  <p:embed/>
                  <p:pic>
                    <p:nvPicPr>
                      <p:cNvPr id="125973" name="Object 21">
                        <a:extLst>
                          <a:ext uri="{FF2B5EF4-FFF2-40B4-BE49-F238E27FC236}">
                            <a16:creationId xmlns:a16="http://schemas.microsoft.com/office/drawing/2014/main" id="{9FDD4553-1583-64BD-6E66-8E9FB09540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359400"/>
                        <a:ext cx="3743325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C9BCD9BA-1AC6-6463-B9C3-DEC1A355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4D9E37-A40E-433A-9ABB-95FC60691C3E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vi-VN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D4A03BC3-ACBB-8216-76D3-DB9E7975E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87A5C39F-B4F7-2758-83D1-D6A295681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0A994FA5-E61D-BDA8-62F4-4E2645568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26988" name="Object 12">
            <a:extLst>
              <a:ext uri="{FF2B5EF4-FFF2-40B4-BE49-F238E27FC236}">
                <a16:creationId xmlns:a16="http://schemas.microsoft.com/office/drawing/2014/main" id="{E934D6D9-5083-331A-6A02-BE4B49111F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0150" y="765175"/>
          <a:ext cx="78486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3" imgW="3492500" imgH="508000" progId="Equation.DSMT4">
                  <p:embed/>
                </p:oleObj>
              </mc:Choice>
              <mc:Fallback>
                <p:oleObj name="Equation" r:id="rId3" imgW="3492500" imgH="508000" progId="Equation.DSMT4">
                  <p:embed/>
                  <p:pic>
                    <p:nvPicPr>
                      <p:cNvPr id="126988" name="Object 12">
                        <a:extLst>
                          <a:ext uri="{FF2B5EF4-FFF2-40B4-BE49-F238E27FC236}">
                            <a16:creationId xmlns:a16="http://schemas.microsoft.com/office/drawing/2014/main" id="{E934D6D9-5083-331A-6A02-BE4B49111F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765175"/>
                        <a:ext cx="78486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>
            <a:extLst>
              <a:ext uri="{FF2B5EF4-FFF2-40B4-BE49-F238E27FC236}">
                <a16:creationId xmlns:a16="http://schemas.microsoft.com/office/drawing/2014/main" id="{19F00F60-64C5-0F82-0B36-B4CA62B66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5075" y="2001838"/>
          <a:ext cx="987425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5" imgW="4394200" imgH="508000" progId="Equation.DSMT4">
                  <p:embed/>
                </p:oleObj>
              </mc:Choice>
              <mc:Fallback>
                <p:oleObj name="Equation" r:id="rId5" imgW="4394200" imgH="508000" progId="Equation.DSMT4">
                  <p:embed/>
                  <p:pic>
                    <p:nvPicPr>
                      <p:cNvPr id="126989" name="Object 13">
                        <a:extLst>
                          <a:ext uri="{FF2B5EF4-FFF2-40B4-BE49-F238E27FC236}">
                            <a16:creationId xmlns:a16="http://schemas.microsoft.com/office/drawing/2014/main" id="{19F00F60-64C5-0F82-0B36-B4CA62B660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2001838"/>
                        <a:ext cx="9874250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0" name="Object 14">
            <a:extLst>
              <a:ext uri="{FF2B5EF4-FFF2-40B4-BE49-F238E27FC236}">
                <a16:creationId xmlns:a16="http://schemas.microsoft.com/office/drawing/2014/main" id="{39300A0D-CB78-C3C3-DB5F-5AB0C8223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060700"/>
          <a:ext cx="8645525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Equation" r:id="rId7" imgW="3848100" imgH="1028700" progId="Equation.DSMT4">
                  <p:embed/>
                </p:oleObj>
              </mc:Choice>
              <mc:Fallback>
                <p:oleObj name="Equation" r:id="rId7" imgW="3848100" imgH="1028700" progId="Equation.DSMT4">
                  <p:embed/>
                  <p:pic>
                    <p:nvPicPr>
                      <p:cNvPr id="126990" name="Object 14">
                        <a:extLst>
                          <a:ext uri="{FF2B5EF4-FFF2-40B4-BE49-F238E27FC236}">
                            <a16:creationId xmlns:a16="http://schemas.microsoft.com/office/drawing/2014/main" id="{39300A0D-CB78-C3C3-DB5F-5AB0C8223F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060700"/>
                        <a:ext cx="8645525" cy="231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1" name="Rectangle 15">
            <a:extLst>
              <a:ext uri="{FF2B5EF4-FFF2-40B4-BE49-F238E27FC236}">
                <a16:creationId xmlns:a16="http://schemas.microsoft.com/office/drawing/2014/main" id="{249D445F-82B1-CFCE-A444-C2D16766F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4895850"/>
            <a:ext cx="97647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8.  Nếu f(x) khả tích trên [a, b] thì |f(x)| khả tích trên [a,b] </a:t>
            </a:r>
          </a:p>
        </p:txBody>
      </p:sp>
      <p:graphicFrame>
        <p:nvGraphicFramePr>
          <p:cNvPr id="126992" name="Object 16">
            <a:extLst>
              <a:ext uri="{FF2B5EF4-FFF2-40B4-BE49-F238E27FC236}">
                <a16:creationId xmlns:a16="http://schemas.microsoft.com/office/drawing/2014/main" id="{A535A51C-065E-DC9E-DFFD-53D53DDD43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3" y="5516563"/>
          <a:ext cx="3240087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9" imgW="1473200" imgH="533400" progId="Equation.DSMT4">
                  <p:embed/>
                </p:oleObj>
              </mc:Choice>
              <mc:Fallback>
                <p:oleObj name="Equation" r:id="rId9" imgW="1473200" imgH="533400" progId="Equation.DSMT4">
                  <p:embed/>
                  <p:pic>
                    <p:nvPicPr>
                      <p:cNvPr id="126992" name="Object 16">
                        <a:extLst>
                          <a:ext uri="{FF2B5EF4-FFF2-40B4-BE49-F238E27FC236}">
                            <a16:creationId xmlns:a16="http://schemas.microsoft.com/office/drawing/2014/main" id="{A535A51C-065E-DC9E-DFFD-53D53DDD43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5516563"/>
                        <a:ext cx="3240087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82D2B145-3945-5B0C-3219-911FC4DD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D48BD4-D5A8-41B9-9776-94FD6CF1A37C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vi-VN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392E873-6743-77A0-3590-BD35B4EF9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FBA4F70E-0D87-D004-A801-387E739D2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7" name="Rectangle 6">
            <a:extLst>
              <a:ext uri="{FF2B5EF4-FFF2-40B4-BE49-F238E27FC236}">
                <a16:creationId xmlns:a16="http://schemas.microsoft.com/office/drawing/2014/main" id="{6DF15CD2-DBDA-8BB0-1522-6218AFD8F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8012" name="Rectangle 12">
            <a:extLst>
              <a:ext uri="{FF2B5EF4-FFF2-40B4-BE49-F238E27FC236}">
                <a16:creationId xmlns:a16="http://schemas.microsoft.com/office/drawing/2014/main" id="{0B706A86-584C-12C7-D91B-19033C501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908050"/>
            <a:ext cx="575468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9.  Nếu f(x) khả tích trên [a, b] thì</a:t>
            </a:r>
          </a:p>
        </p:txBody>
      </p:sp>
      <p:graphicFrame>
        <p:nvGraphicFramePr>
          <p:cNvPr id="128013" name="Object 13">
            <a:extLst>
              <a:ext uri="{FF2B5EF4-FFF2-40B4-BE49-F238E27FC236}">
                <a16:creationId xmlns:a16="http://schemas.microsoft.com/office/drawing/2014/main" id="{AC3A242C-AF65-B3CE-C127-DF1140013D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1503363"/>
          <a:ext cx="489743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3" imgW="2197100" imgH="508000" progId="Equation.DSMT4">
                  <p:embed/>
                </p:oleObj>
              </mc:Choice>
              <mc:Fallback>
                <p:oleObj name="Equation" r:id="rId3" imgW="2197100" imgH="508000" progId="Equation.DSMT4">
                  <p:embed/>
                  <p:pic>
                    <p:nvPicPr>
                      <p:cNvPr id="128013" name="Object 13">
                        <a:extLst>
                          <a:ext uri="{FF2B5EF4-FFF2-40B4-BE49-F238E27FC236}">
                            <a16:creationId xmlns:a16="http://schemas.microsoft.com/office/drawing/2014/main" id="{AC3A242C-AF65-B3CE-C127-DF1140013D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503363"/>
                        <a:ext cx="4897438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4" name="Rectangle 14">
            <a:extLst>
              <a:ext uri="{FF2B5EF4-FFF2-40B4-BE49-F238E27FC236}">
                <a16:creationId xmlns:a16="http://schemas.microsoft.com/office/drawing/2014/main" id="{F93D2DE8-9F6C-A517-E9F7-D8A69096F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663825"/>
            <a:ext cx="63817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là những hàm liên tục trên đoạn này </a:t>
            </a:r>
          </a:p>
        </p:txBody>
      </p:sp>
      <p:graphicFrame>
        <p:nvGraphicFramePr>
          <p:cNvPr id="128015" name="Object 15">
            <a:extLst>
              <a:ext uri="{FF2B5EF4-FFF2-40B4-BE49-F238E27FC236}">
                <a16:creationId xmlns:a16="http://schemas.microsoft.com/office/drawing/2014/main" id="{F4A79763-CC4D-6481-FDBE-263C3C006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3468688"/>
          <a:ext cx="316865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5" imgW="1358900" imgH="508000" progId="Equation.DSMT4">
                  <p:embed/>
                </p:oleObj>
              </mc:Choice>
              <mc:Fallback>
                <p:oleObj name="Equation" r:id="rId5" imgW="1358900" imgH="508000" progId="Equation.DSMT4">
                  <p:embed/>
                  <p:pic>
                    <p:nvPicPr>
                      <p:cNvPr id="128015" name="Object 15">
                        <a:extLst>
                          <a:ext uri="{FF2B5EF4-FFF2-40B4-BE49-F238E27FC236}">
                            <a16:creationId xmlns:a16="http://schemas.microsoft.com/office/drawing/2014/main" id="{F4A79763-CC4D-6481-FDBE-263C3C006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68688"/>
                        <a:ext cx="3168650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6" name="Rectangle 16">
            <a:extLst>
              <a:ext uri="{FF2B5EF4-FFF2-40B4-BE49-F238E27FC236}">
                <a16:creationId xmlns:a16="http://schemas.microsoft.com/office/drawing/2014/main" id="{ADF71DE1-07EB-C3AB-B0DB-7244EE79D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5" y="3743325"/>
            <a:ext cx="21304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(nếu f(x) lẻ)</a:t>
            </a:r>
          </a:p>
        </p:txBody>
      </p:sp>
      <p:graphicFrame>
        <p:nvGraphicFramePr>
          <p:cNvPr id="128017" name="Object 17">
            <a:extLst>
              <a:ext uri="{FF2B5EF4-FFF2-40B4-BE49-F238E27FC236}">
                <a16:creationId xmlns:a16="http://schemas.microsoft.com/office/drawing/2014/main" id="{34B18E68-0686-880A-ACEA-FDD9F2F3F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0488" y="4837113"/>
          <a:ext cx="459105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7" imgW="1968500" imgH="508000" progId="Equation.DSMT4">
                  <p:embed/>
                </p:oleObj>
              </mc:Choice>
              <mc:Fallback>
                <p:oleObj name="Equation" r:id="rId7" imgW="1968500" imgH="508000" progId="Equation.DSMT4">
                  <p:embed/>
                  <p:pic>
                    <p:nvPicPr>
                      <p:cNvPr id="128017" name="Object 17">
                        <a:extLst>
                          <a:ext uri="{FF2B5EF4-FFF2-40B4-BE49-F238E27FC236}">
                            <a16:creationId xmlns:a16="http://schemas.microsoft.com/office/drawing/2014/main" id="{34B18E68-0686-880A-ACEA-FDD9F2F3F2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4837113"/>
                        <a:ext cx="4591050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8" name="Rectangle 18">
            <a:extLst>
              <a:ext uri="{FF2B5EF4-FFF2-40B4-BE49-F238E27FC236}">
                <a16:creationId xmlns:a16="http://schemas.microsoft.com/office/drawing/2014/main" id="{FE14D184-23C4-9FF7-4FA7-2BC2E646D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5157788"/>
            <a:ext cx="26590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(nếu f(x) chẵn)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A46ACE-B483-791E-2E27-EB551FF36B16}"/>
                  </a:ext>
                </a:extLst>
              </p14:cNvPr>
              <p14:cNvContentPartPr/>
              <p14:nvPr/>
            </p14:nvContentPartPr>
            <p14:xfrm>
              <a:off x="7990200" y="303840"/>
              <a:ext cx="3930480" cy="5444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A46ACE-B483-791E-2E27-EB551FF36B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80840" y="294480"/>
                <a:ext cx="3949200" cy="546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2" grpId="0"/>
      <p:bldP spid="128014" grpId="0"/>
      <p:bldP spid="128016" grpId="0"/>
      <p:bldP spid="1280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4FC3944C-BF8F-4E25-6AA2-5549B41A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7F6D0E-2292-4D91-AE1B-6EDE01E4F218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vi-VN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0F49B9D-3ECA-FFDA-6325-BFD0FA97E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22243541-A091-ACD7-5FBD-8984EFE4A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EA8EB328-1A85-2E16-48CC-407351290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9038" name="Rectangle 14">
            <a:extLst>
              <a:ext uri="{FF2B5EF4-FFF2-40B4-BE49-F238E27FC236}">
                <a16:creationId xmlns:a16="http://schemas.microsoft.com/office/drawing/2014/main" id="{05DAAD91-CAB2-792F-7964-B6AE372A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835025"/>
            <a:ext cx="43592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3. Công thức Leibnitz :</a:t>
            </a:r>
          </a:p>
        </p:txBody>
      </p:sp>
      <p:sp>
        <p:nvSpPr>
          <p:cNvPr id="129039" name="Rectangle 15">
            <a:extLst>
              <a:ext uri="{FF2B5EF4-FFF2-40B4-BE49-F238E27FC236}">
                <a16:creationId xmlns:a16="http://schemas.microsoft.com/office/drawing/2014/main" id="{FD47BD03-BF87-5F6F-A931-90510499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1684338"/>
            <a:ext cx="950436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Nếu f(x) liên tục trên  [a, b] và F(x) là một nguyên hàm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bất kỳ của nó, khi đó :</a:t>
            </a:r>
          </a:p>
        </p:txBody>
      </p:sp>
      <p:sp>
        <p:nvSpPr>
          <p:cNvPr id="14344" name="Rectangle 17">
            <a:extLst>
              <a:ext uri="{FF2B5EF4-FFF2-40B4-BE49-F238E27FC236}">
                <a16:creationId xmlns:a16="http://schemas.microsoft.com/office/drawing/2014/main" id="{A6C6ECAB-5275-B99F-C349-10E02FBFC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44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29042" name="Object 18">
            <a:extLst>
              <a:ext uri="{FF2B5EF4-FFF2-40B4-BE49-F238E27FC236}">
                <a16:creationId xmlns:a16="http://schemas.microsoft.com/office/drawing/2014/main" id="{11093A60-6AC2-BA83-3D53-EDCD71E83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9275" y="3429000"/>
          <a:ext cx="6015038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3" imgW="2171700" imgH="508000" progId="Equation.DSMT4">
                  <p:embed/>
                </p:oleObj>
              </mc:Choice>
              <mc:Fallback>
                <p:oleObj name="Equation" r:id="rId3" imgW="2171700" imgH="508000" progId="Equation.DSMT4">
                  <p:embed/>
                  <p:pic>
                    <p:nvPicPr>
                      <p:cNvPr id="129042" name="Object 18">
                        <a:extLst>
                          <a:ext uri="{FF2B5EF4-FFF2-40B4-BE49-F238E27FC236}">
                            <a16:creationId xmlns:a16="http://schemas.microsoft.com/office/drawing/2014/main" id="{11093A60-6AC2-BA83-3D53-EDCD71E83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3429000"/>
                        <a:ext cx="6015038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8" grpId="0"/>
      <p:bldP spid="1290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BDEA0A-E75E-421A-B156-2BA4BC0E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39" y="495231"/>
            <a:ext cx="10753861" cy="5435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4CDA23AF-E58E-8EDF-BFA0-4696DB1F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E72C82-573E-4853-82CD-A7347AA05B2A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vi-VN" altLang="en-US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A6E0833-1DC5-820E-2A26-D1A1932F2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A0D3703F-6432-7C9B-A1F5-311006163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89" name="Rectangle 6">
            <a:extLst>
              <a:ext uri="{FF2B5EF4-FFF2-40B4-BE49-F238E27FC236}">
                <a16:creationId xmlns:a16="http://schemas.microsoft.com/office/drawing/2014/main" id="{567245B1-7754-C0AE-5A20-49C886AFD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0" name="Rectangle 9">
            <a:extLst>
              <a:ext uri="{FF2B5EF4-FFF2-40B4-BE49-F238E27FC236}">
                <a16:creationId xmlns:a16="http://schemas.microsoft.com/office/drawing/2014/main" id="{6E01F60F-5945-4BB8-EC15-396C8E824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44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0059" name="Rectangle 11">
            <a:extLst>
              <a:ext uri="{FF2B5EF4-FFF2-40B4-BE49-F238E27FC236}">
                <a16:creationId xmlns:a16="http://schemas.microsoft.com/office/drawing/2014/main" id="{A0DCD3FB-E984-A723-BA44-8E047208A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765175"/>
            <a:ext cx="68357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4. Công thức đạo hàm theo cận trên:</a:t>
            </a:r>
          </a:p>
        </p:txBody>
      </p:sp>
      <p:graphicFrame>
        <p:nvGraphicFramePr>
          <p:cNvPr id="130060" name="Object 12">
            <a:extLst>
              <a:ext uri="{FF2B5EF4-FFF2-40B4-BE49-F238E27FC236}">
                <a16:creationId xmlns:a16="http://schemas.microsoft.com/office/drawing/2014/main" id="{F29EDAED-3BF6-BCD1-3D0E-14A98B2170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1363663"/>
          <a:ext cx="3600450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3" imgW="1447800" imgH="609600" progId="Equation.DSMT4">
                  <p:embed/>
                </p:oleObj>
              </mc:Choice>
              <mc:Fallback>
                <p:oleObj name="Equation" r:id="rId3" imgW="1447800" imgH="609600" progId="Equation.DSMT4">
                  <p:embed/>
                  <p:pic>
                    <p:nvPicPr>
                      <p:cNvPr id="130060" name="Object 12">
                        <a:extLst>
                          <a:ext uri="{FF2B5EF4-FFF2-40B4-BE49-F238E27FC236}">
                            <a16:creationId xmlns:a16="http://schemas.microsoft.com/office/drawing/2014/main" id="{F29EDAED-3BF6-BCD1-3D0E-14A98B217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1363663"/>
                        <a:ext cx="3600450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1" name="Object 13">
            <a:extLst>
              <a:ext uri="{FF2B5EF4-FFF2-40B4-BE49-F238E27FC236}">
                <a16:creationId xmlns:a16="http://schemas.microsoft.com/office/drawing/2014/main" id="{DAC56E84-DB02-8521-048B-9FD69058C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1925" y="3038475"/>
          <a:ext cx="5654675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5" imgW="2133600" imgH="609600" progId="Equation.DSMT4">
                  <p:embed/>
                </p:oleObj>
              </mc:Choice>
              <mc:Fallback>
                <p:oleObj name="Equation" r:id="rId5" imgW="2133600" imgH="609600" progId="Equation.DSMT4">
                  <p:embed/>
                  <p:pic>
                    <p:nvPicPr>
                      <p:cNvPr id="130061" name="Object 13">
                        <a:extLst>
                          <a:ext uri="{FF2B5EF4-FFF2-40B4-BE49-F238E27FC236}">
                            <a16:creationId xmlns:a16="http://schemas.microsoft.com/office/drawing/2014/main" id="{DAC56E84-DB02-8521-048B-9FD69058C7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3038475"/>
                        <a:ext cx="5654675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2" name="Object 14">
            <a:extLst>
              <a:ext uri="{FF2B5EF4-FFF2-40B4-BE49-F238E27FC236}">
                <a16:creationId xmlns:a16="http://schemas.microsoft.com/office/drawing/2014/main" id="{1CFFE7CE-C90C-1B20-7D75-3EEAFF6C31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1925" y="4797425"/>
          <a:ext cx="7672388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7" imgW="3073400" imgH="635000" progId="Equation.DSMT4">
                  <p:embed/>
                </p:oleObj>
              </mc:Choice>
              <mc:Fallback>
                <p:oleObj name="Equation" r:id="rId7" imgW="3073400" imgH="635000" progId="Equation.DSMT4">
                  <p:embed/>
                  <p:pic>
                    <p:nvPicPr>
                      <p:cNvPr id="130062" name="Object 14">
                        <a:extLst>
                          <a:ext uri="{FF2B5EF4-FFF2-40B4-BE49-F238E27FC236}">
                            <a16:creationId xmlns:a16="http://schemas.microsoft.com/office/drawing/2014/main" id="{1CFFE7CE-C90C-1B20-7D75-3EEAFF6C3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4797425"/>
                        <a:ext cx="7672388" cy="158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ABB103-6F4E-8DAA-5CC0-53EF0DC4FEA2}"/>
                  </a:ext>
                </a:extLst>
              </p14:cNvPr>
              <p14:cNvContentPartPr/>
              <p14:nvPr/>
            </p14:nvContentPartPr>
            <p14:xfrm>
              <a:off x="5274720" y="1534680"/>
              <a:ext cx="5754960" cy="808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ABB103-6F4E-8DAA-5CC0-53EF0DC4FEA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65360" y="1525320"/>
                <a:ext cx="5773680" cy="82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8E36F5AF-488E-854C-CAA6-89235EA1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AD40F0-DF3A-423F-9BA4-BA11230893D6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vi-VN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BD772AA-C094-1BE7-59B5-A22246D1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BD7429CA-5965-FC00-EE34-C97AF9F6E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E2EA6237-69CB-57FC-65A5-2B5854656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72B027DC-3B1B-BAEC-03B9-DCF12DFB4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44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1080" name="Rectangle 8">
            <a:extLst>
              <a:ext uri="{FF2B5EF4-FFF2-40B4-BE49-F238E27FC236}">
                <a16:creationId xmlns:a16="http://schemas.microsoft.com/office/drawing/2014/main" id="{EF3B1B1F-3817-CD16-0E73-B7A8D1B22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835025"/>
            <a:ext cx="646112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FFC000"/>
                </a:solidFill>
              </a:rPr>
              <a:t>Ví dụ. </a:t>
            </a:r>
            <a:r>
              <a:rPr lang="en-US" altLang="en-US" sz="3000">
                <a:solidFill>
                  <a:schemeClr val="bg1"/>
                </a:solidFill>
              </a:rPr>
              <a:t>Tính đạo hàm các hàm số sau</a:t>
            </a:r>
          </a:p>
        </p:txBody>
      </p:sp>
      <p:graphicFrame>
        <p:nvGraphicFramePr>
          <p:cNvPr id="131084" name="Object 12">
            <a:extLst>
              <a:ext uri="{FF2B5EF4-FFF2-40B4-BE49-F238E27FC236}">
                <a16:creationId xmlns:a16="http://schemas.microsoft.com/office/drawing/2014/main" id="{45492A73-29C1-5649-A1C1-6ADACF2C3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5838" y="1700213"/>
          <a:ext cx="3424237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3" imgW="1371600" imgH="533400" progId="Equation.DSMT4">
                  <p:embed/>
                </p:oleObj>
              </mc:Choice>
              <mc:Fallback>
                <p:oleObj name="Equation" r:id="rId3" imgW="1371600" imgH="533400" progId="Equation.DSMT4">
                  <p:embed/>
                  <p:pic>
                    <p:nvPicPr>
                      <p:cNvPr id="131084" name="Object 12">
                        <a:extLst>
                          <a:ext uri="{FF2B5EF4-FFF2-40B4-BE49-F238E27FC236}">
                            <a16:creationId xmlns:a16="http://schemas.microsoft.com/office/drawing/2014/main" id="{45492A73-29C1-5649-A1C1-6ADACF2C3B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1700213"/>
                        <a:ext cx="3424237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5" name="Object 13">
            <a:extLst>
              <a:ext uri="{FF2B5EF4-FFF2-40B4-BE49-F238E27FC236}">
                <a16:creationId xmlns:a16="http://schemas.microsoft.com/office/drawing/2014/main" id="{02C76F83-42FB-3D6A-EF9D-C90D2BE75A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2138" y="3429000"/>
          <a:ext cx="3354387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5" imgW="1371600" imgH="546100" progId="Equation.DSMT4">
                  <p:embed/>
                </p:oleObj>
              </mc:Choice>
              <mc:Fallback>
                <p:oleObj name="Equation" r:id="rId5" imgW="1371600" imgH="546100" progId="Equation.DSMT4">
                  <p:embed/>
                  <p:pic>
                    <p:nvPicPr>
                      <p:cNvPr id="131085" name="Object 13">
                        <a:extLst>
                          <a:ext uri="{FF2B5EF4-FFF2-40B4-BE49-F238E27FC236}">
                            <a16:creationId xmlns:a16="http://schemas.microsoft.com/office/drawing/2014/main" id="{02C76F83-42FB-3D6A-EF9D-C90D2BE75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3429000"/>
                        <a:ext cx="3354387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6" name="Object 14">
            <a:extLst>
              <a:ext uri="{FF2B5EF4-FFF2-40B4-BE49-F238E27FC236}">
                <a16:creationId xmlns:a16="http://schemas.microsoft.com/office/drawing/2014/main" id="{D09C9855-56D4-1C3F-7975-BDBEBE447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8225" y="3443288"/>
          <a:ext cx="2779713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7" imgW="1117600" imgH="520700" progId="Equation.DSMT4">
                  <p:embed/>
                </p:oleObj>
              </mc:Choice>
              <mc:Fallback>
                <p:oleObj name="Equation" r:id="rId7" imgW="1117600" imgH="520700" progId="Equation.DSMT4">
                  <p:embed/>
                  <p:pic>
                    <p:nvPicPr>
                      <p:cNvPr id="131086" name="Object 14">
                        <a:extLst>
                          <a:ext uri="{FF2B5EF4-FFF2-40B4-BE49-F238E27FC236}">
                            <a16:creationId xmlns:a16="http://schemas.microsoft.com/office/drawing/2014/main" id="{D09C9855-56D4-1C3F-7975-BDBEBE447A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5" y="3443288"/>
                        <a:ext cx="2779713" cy="129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7" name="Object 15">
            <a:extLst>
              <a:ext uri="{FF2B5EF4-FFF2-40B4-BE49-F238E27FC236}">
                <a16:creationId xmlns:a16="http://schemas.microsoft.com/office/drawing/2014/main" id="{0E952430-A345-43D5-A628-B6C74B8AAD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5084763"/>
          <a:ext cx="2995612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9" imgW="1269449" imgH="545863" progId="Equation.DSMT4">
                  <p:embed/>
                </p:oleObj>
              </mc:Choice>
              <mc:Fallback>
                <p:oleObj name="Equation" r:id="rId9" imgW="1269449" imgH="545863" progId="Equation.DSMT4">
                  <p:embed/>
                  <p:pic>
                    <p:nvPicPr>
                      <p:cNvPr id="131087" name="Object 15">
                        <a:extLst>
                          <a:ext uri="{FF2B5EF4-FFF2-40B4-BE49-F238E27FC236}">
                            <a16:creationId xmlns:a16="http://schemas.microsoft.com/office/drawing/2014/main" id="{0E952430-A345-43D5-A628-B6C74B8AAD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5084763"/>
                        <a:ext cx="2995612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8" name="Object 16">
            <a:extLst>
              <a:ext uri="{FF2B5EF4-FFF2-40B4-BE49-F238E27FC236}">
                <a16:creationId xmlns:a16="http://schemas.microsoft.com/office/drawing/2014/main" id="{A2E1FDD4-59DC-728D-649B-C92601D570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0700" y="1773238"/>
          <a:ext cx="3471863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11" imgW="1397000" imgH="508000" progId="Equation.DSMT4">
                  <p:embed/>
                </p:oleObj>
              </mc:Choice>
              <mc:Fallback>
                <p:oleObj name="Equation" r:id="rId11" imgW="1397000" imgH="508000" progId="Equation.DSMT4">
                  <p:embed/>
                  <p:pic>
                    <p:nvPicPr>
                      <p:cNvPr id="131088" name="Object 16">
                        <a:extLst>
                          <a:ext uri="{FF2B5EF4-FFF2-40B4-BE49-F238E27FC236}">
                            <a16:creationId xmlns:a16="http://schemas.microsoft.com/office/drawing/2014/main" id="{A2E1FDD4-59DC-728D-649B-C92601D570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1773238"/>
                        <a:ext cx="3471863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9" name="Object 17">
            <a:extLst>
              <a:ext uri="{FF2B5EF4-FFF2-40B4-BE49-F238E27FC236}">
                <a16:creationId xmlns:a16="http://schemas.microsoft.com/office/drawing/2014/main" id="{B8B7F995-2045-47E8-FFA4-7F6446E3D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0" y="5157788"/>
          <a:ext cx="3611563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13" imgW="1485900" imgH="508000" progId="Equation.DSMT4">
                  <p:embed/>
                </p:oleObj>
              </mc:Choice>
              <mc:Fallback>
                <p:oleObj name="Equation" r:id="rId13" imgW="1485900" imgH="508000" progId="Equation.DSMT4">
                  <p:embed/>
                  <p:pic>
                    <p:nvPicPr>
                      <p:cNvPr id="131089" name="Object 17">
                        <a:extLst>
                          <a:ext uri="{FF2B5EF4-FFF2-40B4-BE49-F238E27FC236}">
                            <a16:creationId xmlns:a16="http://schemas.microsoft.com/office/drawing/2014/main" id="{B8B7F995-2045-47E8-FFA4-7F6446E3D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0" y="5157788"/>
                        <a:ext cx="3611563" cy="123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54B41DE4-9B89-DE0A-2328-76B181706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E8D3DC-2893-4F3A-91D8-50033952837B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vi-VN" altLang="en-US" sz="1400"/>
          </a:p>
        </p:txBody>
      </p:sp>
      <p:graphicFrame>
        <p:nvGraphicFramePr>
          <p:cNvPr id="18435" name="Object 5">
            <a:extLst>
              <a:ext uri="{FF2B5EF4-FFF2-40B4-BE49-F238E27FC236}">
                <a16:creationId xmlns:a16="http://schemas.microsoft.com/office/drawing/2014/main" id="{D53C11C5-B06A-D1CB-252B-DE547D68F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" y="417513"/>
          <a:ext cx="21605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Equation" r:id="rId3" imgW="3471672" imgH="1262167" progId="Equation.DSMT4">
                  <p:embed/>
                </p:oleObj>
              </mc:Choice>
              <mc:Fallback>
                <p:oleObj name="Equation" r:id="rId3" imgW="3471672" imgH="1262167" progId="Equation.DSMT4">
                  <p:embed/>
                  <p:pic>
                    <p:nvPicPr>
                      <p:cNvPr id="18435" name="Object 5">
                        <a:extLst>
                          <a:ext uri="{FF2B5EF4-FFF2-40B4-BE49-F238E27FC236}">
                            <a16:creationId xmlns:a16="http://schemas.microsoft.com/office/drawing/2014/main" id="{D53C11C5-B06A-D1CB-252B-DE547D68F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417513"/>
                        <a:ext cx="21605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2">
            <a:extLst>
              <a:ext uri="{FF2B5EF4-FFF2-40B4-BE49-F238E27FC236}">
                <a16:creationId xmlns:a16="http://schemas.microsoft.com/office/drawing/2014/main" id="{801DA928-D116-5468-E266-A788D2F286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390525"/>
          <a:ext cx="230505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Equation" r:id="rId5" imgW="1371600" imgH="533400" progId="Equation.DSMT4">
                  <p:embed/>
                </p:oleObj>
              </mc:Choice>
              <mc:Fallback>
                <p:oleObj name="Equation" r:id="rId5" imgW="1371600" imgH="533400" progId="Equation.DSMT4">
                  <p:embed/>
                  <p:pic>
                    <p:nvPicPr>
                      <p:cNvPr id="18436" name="Object 12">
                        <a:extLst>
                          <a:ext uri="{FF2B5EF4-FFF2-40B4-BE49-F238E27FC236}">
                            <a16:creationId xmlns:a16="http://schemas.microsoft.com/office/drawing/2014/main" id="{801DA928-D116-5468-E266-A788D2F28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390525"/>
                        <a:ext cx="230505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7">
            <a:extLst>
              <a:ext uri="{FF2B5EF4-FFF2-40B4-BE49-F238E27FC236}">
                <a16:creationId xmlns:a16="http://schemas.microsoft.com/office/drawing/2014/main" id="{EB08B03C-09BC-5A1C-6676-7C37A7013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7475" y="287338"/>
          <a:ext cx="23050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Equation" r:id="rId7" imgW="3354366" imgH="1333549" progId="Equation.DSMT4">
                  <p:embed/>
                </p:oleObj>
              </mc:Choice>
              <mc:Fallback>
                <p:oleObj name="Equation" r:id="rId7" imgW="3354366" imgH="1333549" progId="Equation.DSMT4">
                  <p:embed/>
                  <p:pic>
                    <p:nvPicPr>
                      <p:cNvPr id="18437" name="Object 7">
                        <a:extLst>
                          <a:ext uri="{FF2B5EF4-FFF2-40B4-BE49-F238E27FC236}">
                            <a16:creationId xmlns:a16="http://schemas.microsoft.com/office/drawing/2014/main" id="{EB08B03C-09BC-5A1C-6676-7C37A7013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7475" y="287338"/>
                        <a:ext cx="23050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8" name="Picture 9">
            <a:extLst>
              <a:ext uri="{FF2B5EF4-FFF2-40B4-BE49-F238E27FC236}">
                <a16:creationId xmlns:a16="http://schemas.microsoft.com/office/drawing/2014/main" id="{41525EDE-5DFA-95E6-1DF2-D2B93650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3429000"/>
            <a:ext cx="22098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D43A83-FFB3-0A50-14F3-FD58A15C1FCF}"/>
                  </a:ext>
                </a:extLst>
              </p14:cNvPr>
              <p14:cNvContentPartPr/>
              <p14:nvPr/>
            </p14:nvContentPartPr>
            <p14:xfrm>
              <a:off x="525240" y="282600"/>
              <a:ext cx="3297240" cy="1638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D43A83-FFB3-0A50-14F3-FD58A15C1F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5880" y="273240"/>
                <a:ext cx="3315960" cy="16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40345C-5210-5D0A-9290-0EBFD40DB270}"/>
                  </a:ext>
                </a:extLst>
              </p14:cNvPr>
              <p14:cNvContentPartPr/>
              <p14:nvPr/>
            </p14:nvContentPartPr>
            <p14:xfrm>
              <a:off x="507600" y="1120680"/>
              <a:ext cx="11353320" cy="415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40345C-5210-5D0A-9290-0EBFD40DB27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8240" y="1111320"/>
                <a:ext cx="11372040" cy="41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FA1BBF-DFC1-E1C6-6333-A8F73A7515FD}"/>
                  </a:ext>
                </a:extLst>
              </p14:cNvPr>
              <p14:cNvContentPartPr/>
              <p14:nvPr/>
            </p14:nvContentPartPr>
            <p14:xfrm>
              <a:off x="9885240" y="1652040"/>
              <a:ext cx="625320" cy="173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FA1BBF-DFC1-E1C6-6333-A8F73A7515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75880" y="1642680"/>
                <a:ext cx="644040" cy="175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72E865B6-7B6F-2323-D5AA-1AE4D556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6C0A06-76AF-49FC-987B-0DA5345E601E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vi-VN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4A36CE75-75DB-5414-8D98-63F6BDA79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ED89306C-1B9B-FFA0-70B4-0C6E10749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1" name="Rectangle 6">
            <a:extLst>
              <a:ext uri="{FF2B5EF4-FFF2-40B4-BE49-F238E27FC236}">
                <a16:creationId xmlns:a16="http://schemas.microsoft.com/office/drawing/2014/main" id="{CA23014A-1922-7EFF-C53F-42C0F6349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2" name="Rectangle 7">
            <a:extLst>
              <a:ext uri="{FF2B5EF4-FFF2-40B4-BE49-F238E27FC236}">
                <a16:creationId xmlns:a16="http://schemas.microsoft.com/office/drawing/2014/main" id="{F4E3ACE1-89AD-D876-7064-25281756C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44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2104" name="Rectangle 8">
            <a:extLst>
              <a:ext uri="{FF2B5EF4-FFF2-40B4-BE49-F238E27FC236}">
                <a16:creationId xmlns:a16="http://schemas.microsoft.com/office/drawing/2014/main" id="{545B581E-5DCC-5F73-A6C6-2B592E4AA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835025"/>
            <a:ext cx="4979988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FFC000"/>
                </a:solidFill>
              </a:rPr>
              <a:t>Ví dụ. </a:t>
            </a:r>
            <a:r>
              <a:rPr lang="en-US" altLang="en-US" sz="3000">
                <a:solidFill>
                  <a:schemeClr val="bg1"/>
                </a:solidFill>
              </a:rPr>
              <a:t>Tính các giới hạn sau</a:t>
            </a:r>
          </a:p>
        </p:txBody>
      </p:sp>
      <p:graphicFrame>
        <p:nvGraphicFramePr>
          <p:cNvPr id="132111" name="Object 15">
            <a:extLst>
              <a:ext uri="{FF2B5EF4-FFF2-40B4-BE49-F238E27FC236}">
                <a16:creationId xmlns:a16="http://schemas.microsoft.com/office/drawing/2014/main" id="{D4FF6625-EE06-CD1A-D374-905216161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8925" y="1287463"/>
          <a:ext cx="3271838" cy="217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3" imgW="1054100" imgH="698500" progId="Equation.DSMT4">
                  <p:embed/>
                </p:oleObj>
              </mc:Choice>
              <mc:Fallback>
                <p:oleObj name="Equation" r:id="rId3" imgW="1054100" imgH="698500" progId="Equation.DSMT4">
                  <p:embed/>
                  <p:pic>
                    <p:nvPicPr>
                      <p:cNvPr id="132111" name="Object 15">
                        <a:extLst>
                          <a:ext uri="{FF2B5EF4-FFF2-40B4-BE49-F238E27FC236}">
                            <a16:creationId xmlns:a16="http://schemas.microsoft.com/office/drawing/2014/main" id="{D4FF6625-EE06-CD1A-D374-905216161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287463"/>
                        <a:ext cx="3271838" cy="217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12" name="Object 16">
            <a:extLst>
              <a:ext uri="{FF2B5EF4-FFF2-40B4-BE49-F238E27FC236}">
                <a16:creationId xmlns:a16="http://schemas.microsoft.com/office/drawing/2014/main" id="{A1890C9F-75EC-2AC2-9769-572842EB6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885332"/>
              </p:ext>
            </p:extLst>
          </p:nvPr>
        </p:nvGraphicFramePr>
        <p:xfrm>
          <a:off x="6834188" y="1490663"/>
          <a:ext cx="3421062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5" imgW="1244600" imgH="698500" progId="Equation.DSMT4">
                  <p:embed/>
                </p:oleObj>
              </mc:Choice>
              <mc:Fallback>
                <p:oleObj name="Equation" r:id="rId5" imgW="1244600" imgH="698500" progId="Equation.DSMT4">
                  <p:embed/>
                  <p:pic>
                    <p:nvPicPr>
                      <p:cNvPr id="132112" name="Object 16">
                        <a:extLst>
                          <a:ext uri="{FF2B5EF4-FFF2-40B4-BE49-F238E27FC236}">
                            <a16:creationId xmlns:a16="http://schemas.microsoft.com/office/drawing/2014/main" id="{A1890C9F-75EC-2AC2-9769-572842EB6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1490663"/>
                        <a:ext cx="3421062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22D4D6D-42B4-438A-81F7-5C7811CEE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029302"/>
              </p:ext>
            </p:extLst>
          </p:nvPr>
        </p:nvGraphicFramePr>
        <p:xfrm>
          <a:off x="1650546" y="3910013"/>
          <a:ext cx="3744655" cy="217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7" imgW="1206360" imgH="698400" progId="Equation.DSMT4">
                  <p:embed/>
                </p:oleObj>
              </mc:Choice>
              <mc:Fallback>
                <p:oleObj name="Equation" r:id="rId7" imgW="12063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0546" y="3910013"/>
                        <a:ext cx="3744655" cy="2170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461A8313-BE93-01B3-1580-B0A2883581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98FD7A-465B-46CD-A112-064A469AAC66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vi-VN" altLang="en-US" sz="1400"/>
          </a:p>
        </p:txBody>
      </p:sp>
      <p:pic>
        <p:nvPicPr>
          <p:cNvPr id="20483" name="Picture 4">
            <a:extLst>
              <a:ext uri="{FF2B5EF4-FFF2-40B4-BE49-F238E27FC236}">
                <a16:creationId xmlns:a16="http://schemas.microsoft.com/office/drawing/2014/main" id="{E36E9A0E-E65B-1E74-782A-EB3257FD5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404813"/>
            <a:ext cx="24193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3FA6DD-28CB-7BE4-E0D9-DFB2BCA6EB3B}"/>
                  </a:ext>
                </a:extLst>
              </p14:cNvPr>
              <p14:cNvContentPartPr/>
              <p14:nvPr/>
            </p14:nvContentPartPr>
            <p14:xfrm>
              <a:off x="2896200" y="424800"/>
              <a:ext cx="8814240" cy="1443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3FA6DD-28CB-7BE4-E0D9-DFB2BCA6EB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6840" y="415440"/>
                <a:ext cx="8832960" cy="146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3FD414DA-3B15-43C8-1F6B-5F03D919B4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D3FF70-A488-4D80-A644-501F4E44E92F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vi-VN" altLang="en-US" sz="1400"/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C67EF04F-B456-610A-4319-60A07D397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333375"/>
            <a:ext cx="77343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E912C9-0737-A237-F2C0-F101964587B3}"/>
                  </a:ext>
                </a:extLst>
              </p14:cNvPr>
              <p14:cNvContentPartPr/>
              <p14:nvPr/>
            </p14:nvContentPartPr>
            <p14:xfrm>
              <a:off x="394560" y="355680"/>
              <a:ext cx="11383920" cy="541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E912C9-0737-A237-F2C0-F101964587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200" y="346320"/>
                <a:ext cx="11402640" cy="54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929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DDE24759-8907-2626-4EB1-CC61C0CD5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440FBA-032F-48DF-94EC-603DCC7B7C1D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vi-VN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BAE3C6A-ECEC-A0D0-0FAA-299DC1583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4" name="Rectangle 5">
            <a:extLst>
              <a:ext uri="{FF2B5EF4-FFF2-40B4-BE49-F238E27FC236}">
                <a16:creationId xmlns:a16="http://schemas.microsoft.com/office/drawing/2014/main" id="{E7D25C4C-D538-7DA7-CCD4-FC0945D08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25605" name="Rectangle 6">
            <a:extLst>
              <a:ext uri="{FF2B5EF4-FFF2-40B4-BE49-F238E27FC236}">
                <a16:creationId xmlns:a16="http://schemas.microsoft.com/office/drawing/2014/main" id="{6C013152-022F-C36C-C100-065866DEA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6" name="Rectangle 7">
            <a:extLst>
              <a:ext uri="{FF2B5EF4-FFF2-40B4-BE49-F238E27FC236}">
                <a16:creationId xmlns:a16="http://schemas.microsoft.com/office/drawing/2014/main" id="{B4A8B265-10A4-7A92-DFD1-1BF1F8BFB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5176" name="Rectangle 8">
            <a:extLst>
              <a:ext uri="{FF2B5EF4-FFF2-40B4-BE49-F238E27FC236}">
                <a16:creationId xmlns:a16="http://schemas.microsoft.com/office/drawing/2014/main" id="{6695588A-FBF0-2F59-21BC-63A0A281C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62" y="341709"/>
            <a:ext cx="435888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400" b="1">
                <a:solidFill>
                  <a:srgbClr val="FFC000"/>
                </a:solidFill>
              </a:rPr>
              <a:t>II. Giá trị trung bình: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8070B23-892A-A498-CAC3-E4234AC74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1909763"/>
            <a:ext cx="9542462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400">
                <a:solidFill>
                  <a:schemeClr val="bg1"/>
                </a:solidFill>
              </a:rPr>
              <a:t>Giá trị trung bình của hàm số f(x) trên [a; b] là</a:t>
            </a:r>
          </a:p>
        </p:txBody>
      </p:sp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5584838A-06A4-0456-BFDD-69D1D645E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9813" y="3298825"/>
          <a:ext cx="3503612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3" imgW="1409700" imgH="508000" progId="Equation.DSMT4">
                  <p:embed/>
                </p:oleObj>
              </mc:Choice>
              <mc:Fallback>
                <p:oleObj name="Equation" r:id="rId3" imgW="1409700" imgH="508000" progId="Equation.DSMT4">
                  <p:embed/>
                  <p:pic>
                    <p:nvPicPr>
                      <p:cNvPr id="13" name="Object 16">
                        <a:extLst>
                          <a:ext uri="{FF2B5EF4-FFF2-40B4-BE49-F238E27FC236}">
                            <a16:creationId xmlns:a16="http://schemas.microsoft.com/office/drawing/2014/main" id="{5584838A-06A4-0456-BFDD-69D1D645E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3298825"/>
                        <a:ext cx="3503612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6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AB4748BF-2595-E423-ED3B-6C5937F356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0A6ED1-AB20-4FF9-A95E-A6A0FF828A93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vi-VN" altLang="en-US" sz="1400"/>
          </a:p>
        </p:txBody>
      </p:sp>
      <p:pic>
        <p:nvPicPr>
          <p:cNvPr id="26627" name="Picture 4">
            <a:extLst>
              <a:ext uri="{FF2B5EF4-FFF2-40B4-BE49-F238E27FC236}">
                <a16:creationId xmlns:a16="http://schemas.microsoft.com/office/drawing/2014/main" id="{993704FD-5EA2-1168-2EC1-791ADE64D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333375"/>
            <a:ext cx="73596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BF7350-D3DA-AD9A-4C96-FEF2903FAAC5}"/>
                  </a:ext>
                </a:extLst>
              </p14:cNvPr>
              <p14:cNvContentPartPr/>
              <p14:nvPr/>
            </p14:nvContentPartPr>
            <p14:xfrm>
              <a:off x="565560" y="960120"/>
              <a:ext cx="10930320" cy="542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BF7350-D3DA-AD9A-4C96-FEF2903FAA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200" y="950760"/>
                <a:ext cx="10949040" cy="544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F933D262-D190-45B5-9A8E-E6A09D6DA4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F98685-29F3-4775-8EE8-F3E3C13A642F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vi-VN" altLang="en-US" sz="1400"/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AB81DB86-8CBB-E814-5386-23F5D8FF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333375"/>
            <a:ext cx="6362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3B2144-12B6-4A95-C9C1-0E75218C846F}"/>
                  </a:ext>
                </a:extLst>
              </p14:cNvPr>
              <p14:cNvContentPartPr/>
              <p14:nvPr/>
            </p14:nvContentPartPr>
            <p14:xfrm>
              <a:off x="782280" y="340920"/>
              <a:ext cx="10614240" cy="504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3B2144-12B6-4A95-C9C1-0E75218C84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2920" y="331560"/>
                <a:ext cx="10632960" cy="506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B6F225A3-66C4-3BBB-4921-53F32F3F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735C45-E290-4245-A0E1-662F8EE4A02D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vi-VN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94146C1-A3C2-E2F8-86F3-CBD57EAF4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9E879697-4D61-AE90-2107-33275DCB3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28677" name="Rectangle 6">
            <a:extLst>
              <a:ext uri="{FF2B5EF4-FFF2-40B4-BE49-F238E27FC236}">
                <a16:creationId xmlns:a16="http://schemas.microsoft.com/office/drawing/2014/main" id="{B1F7B789-F840-145F-6223-5757805EC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78" name="Rectangle 7">
            <a:extLst>
              <a:ext uri="{FF2B5EF4-FFF2-40B4-BE49-F238E27FC236}">
                <a16:creationId xmlns:a16="http://schemas.microsoft.com/office/drawing/2014/main" id="{F5908ED3-944A-9CDB-2A23-7B2C93BFF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32" name="Rectangle 12">
            <a:extLst>
              <a:ext uri="{FF2B5EF4-FFF2-40B4-BE49-F238E27FC236}">
                <a16:creationId xmlns:a16="http://schemas.microsoft.com/office/drawing/2014/main" id="{F51522F5-75DB-1E43-1FE8-80A1A58DD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906463"/>
            <a:ext cx="46799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FFC000"/>
                </a:solidFill>
              </a:rPr>
              <a:t>• Chú ý. </a:t>
            </a:r>
            <a:r>
              <a:rPr lang="en-US" altLang="en-US" sz="3000">
                <a:solidFill>
                  <a:schemeClr val="bg1"/>
                </a:solidFill>
              </a:rPr>
              <a:t>ta có kết quả sau</a:t>
            </a:r>
          </a:p>
        </p:txBody>
      </p:sp>
      <p:graphicFrame>
        <p:nvGraphicFramePr>
          <p:cNvPr id="133133" name="Object 13">
            <a:extLst>
              <a:ext uri="{FF2B5EF4-FFF2-40B4-BE49-F238E27FC236}">
                <a16:creationId xmlns:a16="http://schemas.microsoft.com/office/drawing/2014/main" id="{F1E5C123-7DE3-5FDD-0529-A455A29C2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1763" y="1412875"/>
          <a:ext cx="6921500" cy="159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3" imgW="2755900" imgH="635000" progId="Equation.DSMT4">
                  <p:embed/>
                </p:oleObj>
              </mc:Choice>
              <mc:Fallback>
                <p:oleObj name="Equation" r:id="rId3" imgW="2755900" imgH="635000" progId="Equation.DSMT4">
                  <p:embed/>
                  <p:pic>
                    <p:nvPicPr>
                      <p:cNvPr id="133133" name="Object 13">
                        <a:extLst>
                          <a:ext uri="{FF2B5EF4-FFF2-40B4-BE49-F238E27FC236}">
                            <a16:creationId xmlns:a16="http://schemas.microsoft.com/office/drawing/2014/main" id="{F1E5C123-7DE3-5FDD-0529-A455A29C2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1412875"/>
                        <a:ext cx="6921500" cy="15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4" name="Object 14">
            <a:extLst>
              <a:ext uri="{FF2B5EF4-FFF2-40B4-BE49-F238E27FC236}">
                <a16:creationId xmlns:a16="http://schemas.microsoft.com/office/drawing/2014/main" id="{AFD65B1A-9801-4E50-C335-BE9939AC64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3429000"/>
          <a:ext cx="6985000" cy="238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5" imgW="2603500" imgH="889000" progId="Equation.DSMT4">
                  <p:embed/>
                </p:oleObj>
              </mc:Choice>
              <mc:Fallback>
                <p:oleObj name="Equation" r:id="rId5" imgW="2603500" imgH="889000" progId="Equation.DSMT4">
                  <p:embed/>
                  <p:pic>
                    <p:nvPicPr>
                      <p:cNvPr id="133134" name="Object 14">
                        <a:extLst>
                          <a:ext uri="{FF2B5EF4-FFF2-40B4-BE49-F238E27FC236}">
                            <a16:creationId xmlns:a16="http://schemas.microsoft.com/office/drawing/2014/main" id="{AFD65B1A-9801-4E50-C335-BE9939AC64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429000"/>
                        <a:ext cx="6985000" cy="238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A413FFAB-25CC-B2B6-EED4-B3453F4FFE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96AFCD-2F42-451A-86BB-77CCE7595F83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vi-VN" alt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458C0D-E1A9-47E9-1D35-43B567157D84}"/>
                  </a:ext>
                </a:extLst>
              </p14:cNvPr>
              <p14:cNvContentPartPr/>
              <p14:nvPr/>
            </p14:nvContentPartPr>
            <p14:xfrm>
              <a:off x="447480" y="309600"/>
              <a:ext cx="2425680" cy="80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458C0D-E1A9-47E9-1D35-43B567157D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120" y="300240"/>
                <a:ext cx="2444400" cy="8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EF1BFE-2828-050F-170A-1EDF5D2109B9}"/>
                  </a:ext>
                </a:extLst>
              </p14:cNvPr>
              <p14:cNvContentPartPr/>
              <p14:nvPr/>
            </p14:nvContentPartPr>
            <p14:xfrm>
              <a:off x="921600" y="535680"/>
              <a:ext cx="6068520" cy="5433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EF1BFE-2828-050F-170A-1EDF5D2109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2240" y="526320"/>
                <a:ext cx="6087240" cy="54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0E8528-77C6-BA26-4084-B41813938049}"/>
                  </a:ext>
                </a:extLst>
              </p14:cNvPr>
              <p14:cNvContentPartPr/>
              <p14:nvPr/>
            </p14:nvContentPartPr>
            <p14:xfrm>
              <a:off x="1701360" y="315720"/>
              <a:ext cx="9154080" cy="5522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0E8528-77C6-BA26-4084-B418139380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2000" y="306360"/>
                <a:ext cx="9172800" cy="554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5">
            <a:extLst>
              <a:ext uri="{FF2B5EF4-FFF2-40B4-BE49-F238E27FC236}">
                <a16:creationId xmlns:a16="http://schemas.microsoft.com/office/drawing/2014/main" id="{C29041B6-932B-0BCC-A6AE-CE0494B99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67" y="2884260"/>
            <a:ext cx="11406194" cy="263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8F55D87E-5404-4B08-B204-354E38AF7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55" y="361949"/>
            <a:ext cx="11440092" cy="1997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1">
            <a:extLst>
              <a:ext uri="{FF2B5EF4-FFF2-40B4-BE49-F238E27FC236}">
                <a16:creationId xmlns:a16="http://schemas.microsoft.com/office/drawing/2014/main" id="{0AEADB16-61FC-BBED-12F2-9B99F60BB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98" y="681490"/>
            <a:ext cx="11342832" cy="342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B1B9A03-E3C0-4109-A003-C872BC2ED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31" y="4497388"/>
            <a:ext cx="11103410" cy="94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E86DD990-1CC1-8DE2-E43E-573D9799B2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869B70-1C82-48F5-B18A-3716CE97F39A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vi-VN" altLang="en-US" sz="1400"/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873C36FF-268D-ED68-8783-A7483D2D3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67" y="323169"/>
            <a:ext cx="11457674" cy="4330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2">
            <a:extLst>
              <a:ext uri="{FF2B5EF4-FFF2-40B4-BE49-F238E27FC236}">
                <a16:creationId xmlns:a16="http://schemas.microsoft.com/office/drawing/2014/main" id="{FBC023CC-2C2C-A1C3-3118-9AFD543E0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66" y="4789261"/>
            <a:ext cx="11346997" cy="1360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190</Words>
  <Application>Microsoft Office PowerPoint</Application>
  <PresentationFormat>Widescreen</PresentationFormat>
  <Paragraphs>33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11</dc:creator>
  <cp:lastModifiedBy>Nguyễn Điệp</cp:lastModifiedBy>
  <cp:revision>16</cp:revision>
  <dcterms:created xsi:type="dcterms:W3CDTF">2021-11-16T10:15:54Z</dcterms:created>
  <dcterms:modified xsi:type="dcterms:W3CDTF">2024-11-18T00:18:38Z</dcterms:modified>
</cp:coreProperties>
</file>